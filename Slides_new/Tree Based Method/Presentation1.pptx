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87" r:id="rId7"/>
    <p:sldId id="286" r:id="rId8"/>
    <p:sldId id="289" r:id="rId9"/>
    <p:sldId id="285" r:id="rId10"/>
    <p:sldId id="291" r:id="rId11"/>
    <p:sldId id="290" r:id="rId12"/>
    <p:sldId id="288" r:id="rId13"/>
    <p:sldId id="261" r:id="rId14"/>
    <p:sldId id="263" r:id="rId15"/>
    <p:sldId id="262" r:id="rId16"/>
    <p:sldId id="264" r:id="rId17"/>
    <p:sldId id="268" r:id="rId18"/>
    <p:sldId id="267" r:id="rId19"/>
    <p:sldId id="266" r:id="rId20"/>
    <p:sldId id="265" r:id="rId21"/>
    <p:sldId id="277" r:id="rId22"/>
    <p:sldId id="273" r:id="rId23"/>
    <p:sldId id="270" r:id="rId24"/>
    <p:sldId id="274" r:id="rId25"/>
    <p:sldId id="271" r:id="rId26"/>
    <p:sldId id="275" r:id="rId27"/>
    <p:sldId id="272" r:id="rId28"/>
    <p:sldId id="276" r:id="rId29"/>
    <p:sldId id="278" r:id="rId30"/>
    <p:sldId id="283" r:id="rId31"/>
    <p:sldId id="279" r:id="rId32"/>
    <p:sldId id="300" r:id="rId33"/>
    <p:sldId id="280" r:id="rId34"/>
    <p:sldId id="281" r:id="rId35"/>
    <p:sldId id="284" r:id="rId36"/>
    <p:sldId id="282" r:id="rId37"/>
    <p:sldId id="292" r:id="rId38"/>
    <p:sldId id="293" r:id="rId39"/>
    <p:sldId id="294" r:id="rId40"/>
    <p:sldId id="295" r:id="rId41"/>
    <p:sldId id="296" r:id="rId42"/>
    <p:sldId id="298" r:id="rId43"/>
    <p:sldId id="299" r:id="rId44"/>
    <p:sldId id="297" r:id="rId45"/>
    <p:sldId id="301" r:id="rId46"/>
    <p:sldId id="307" r:id="rId47"/>
    <p:sldId id="302" r:id="rId48"/>
    <p:sldId id="303" r:id="rId49"/>
    <p:sldId id="304" r:id="rId50"/>
    <p:sldId id="305" r:id="rId51"/>
    <p:sldId id="311" r:id="rId52"/>
    <p:sldId id="309" r:id="rId53"/>
    <p:sldId id="310" r:id="rId54"/>
    <p:sldId id="308" r:id="rId55"/>
    <p:sldId id="312" r:id="rId56"/>
    <p:sldId id="313" r:id="rId57"/>
    <p:sldId id="314" r:id="rId58"/>
    <p:sldId id="315" r:id="rId5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B1B1FF"/>
    <a:srgbClr val="FFB4B3"/>
    <a:srgbClr val="C1FE00"/>
    <a:srgbClr val="AAE50F"/>
    <a:srgbClr val="AFABAB"/>
    <a:srgbClr val="D4D4D4"/>
    <a:srgbClr val="D6D6D6"/>
    <a:srgbClr val="000000"/>
    <a:srgbClr val="A2BC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37"/>
    <p:restoredTop sz="94595"/>
  </p:normalViewPr>
  <p:slideViewPr>
    <p:cSldViewPr snapToGrid="0">
      <p:cViewPr>
        <p:scale>
          <a:sx n="85" d="100"/>
          <a:sy n="85" d="100"/>
        </p:scale>
        <p:origin x="2808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5EE65-EFA4-E94C-934F-6DD9DA936C79}" type="datetimeFigureOut">
              <a:rPr lang="en-US" smtClean="0"/>
              <a:t>11/5/24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21662-1FF8-6E49-836C-C3778B2AA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13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21662-1FF8-6E49-836C-C3778B2AAB7D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572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E718-0BA1-624B-8D17-CCBB6254639F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A015-A807-E844-8604-4DEC2BCE0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38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E718-0BA1-624B-8D17-CCBB6254639F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A015-A807-E844-8604-4DEC2BCE0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81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E718-0BA1-624B-8D17-CCBB6254639F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A015-A807-E844-8604-4DEC2BCE0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90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E718-0BA1-624B-8D17-CCBB6254639F}" type="datetimeFigureOut">
              <a:rPr lang="en-US" smtClean="0"/>
              <a:t>11/5/24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A015-A807-E844-8604-4DEC2BCE0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09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E718-0BA1-624B-8D17-CCBB6254639F}" type="datetimeFigureOut">
              <a:rPr lang="en-US" smtClean="0"/>
              <a:t>11/5/24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A015-A807-E844-8604-4DEC2BCE0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86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E718-0BA1-624B-8D17-CCBB6254639F}" type="datetimeFigureOut">
              <a:rPr lang="en-US" smtClean="0"/>
              <a:t>11/5/24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A015-A807-E844-8604-4DEC2BCE0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4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E718-0BA1-624B-8D17-CCBB6254639F}" type="datetimeFigureOut">
              <a:rPr lang="en-US" smtClean="0"/>
              <a:t>11/5/24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A015-A807-E844-8604-4DEC2BCE0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220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E718-0BA1-624B-8D17-CCBB6254639F}" type="datetimeFigureOut">
              <a:rPr lang="en-US" smtClean="0"/>
              <a:t>11/5/24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A015-A807-E844-8604-4DEC2BCE0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2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E718-0BA1-624B-8D17-CCBB6254639F}" type="datetimeFigureOut">
              <a:rPr lang="en-US" smtClean="0"/>
              <a:t>11/5/24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A015-A807-E844-8604-4DEC2BCE0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E718-0BA1-624B-8D17-CCBB6254639F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A015-A807-E844-8604-4DEC2BCE0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36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2E718-0BA1-624B-8D17-CCBB6254639F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A015-A807-E844-8604-4DEC2BCE0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24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2E718-0BA1-624B-8D17-CCBB6254639F}" type="datetimeFigureOut">
              <a:rPr lang="en-US" smtClean="0"/>
              <a:t>11/5/24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0A015-A807-E844-8604-4DEC2BCE0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20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2.png"/><Relationship Id="rId12" Type="http://schemas.openxmlformats.org/officeDocument/2006/relationships/image" Target="../media/image24.png"/><Relationship Id="rId2" Type="http://schemas.openxmlformats.org/officeDocument/2006/relationships/image" Target="../media/image10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23.png"/><Relationship Id="rId5" Type="http://schemas.openxmlformats.org/officeDocument/2006/relationships/image" Target="../media/image13.png"/><Relationship Id="rId15" Type="http://schemas.openxmlformats.org/officeDocument/2006/relationships/image" Target="../media/image27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0.png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0.png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0.png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51.png"/><Relationship Id="rId12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50.png"/><Relationship Id="rId11" Type="http://schemas.openxmlformats.org/officeDocument/2006/relationships/image" Target="../media/image46.png"/><Relationship Id="rId5" Type="http://schemas.openxmlformats.org/officeDocument/2006/relationships/image" Target="../media/image49.png"/><Relationship Id="rId10" Type="http://schemas.openxmlformats.org/officeDocument/2006/relationships/image" Target="../media/image45.png"/><Relationship Id="rId4" Type="http://schemas.openxmlformats.org/officeDocument/2006/relationships/image" Target="../media/image47.png"/><Relationship Id="rId9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8.png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7" Type="http://schemas.openxmlformats.org/officeDocument/2006/relationships/image" Target="../media/image4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400.png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7" Type="http://schemas.openxmlformats.org/officeDocument/2006/relationships/image" Target="../media/image4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400.png"/><Relationship Id="rId5" Type="http://schemas.openxmlformats.org/officeDocument/2006/relationships/image" Target="../media/image390.png"/><Relationship Id="rId4" Type="http://schemas.openxmlformats.org/officeDocument/2006/relationships/image" Target="../media/image38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microsoft.com/office/2007/relationships/hdphoto" Target="../media/hdphoto3.wdp"/><Relationship Id="rId18" Type="http://schemas.microsoft.com/office/2007/relationships/hdphoto" Target="../media/hdphoto5.wdp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6.png"/><Relationship Id="rId17" Type="http://schemas.openxmlformats.org/officeDocument/2006/relationships/image" Target="../media/image7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8.png"/><Relationship Id="rId20" Type="http://schemas.openxmlformats.org/officeDocument/2006/relationships/image" Target="../media/image81.png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72.png"/><Relationship Id="rId11" Type="http://schemas.microsoft.com/office/2007/relationships/hdphoto" Target="../media/hdphoto2.wdp"/><Relationship Id="rId5" Type="http://schemas.openxmlformats.org/officeDocument/2006/relationships/image" Target="../media/image71.png"/><Relationship Id="rId15" Type="http://schemas.microsoft.com/office/2007/relationships/hdphoto" Target="../media/hdphoto4.wdp"/><Relationship Id="rId10" Type="http://schemas.openxmlformats.org/officeDocument/2006/relationships/image" Target="../media/image75.png"/><Relationship Id="rId19" Type="http://schemas.openxmlformats.org/officeDocument/2006/relationships/image" Target="../media/image80.png"/><Relationship Id="rId4" Type="http://schemas.openxmlformats.org/officeDocument/2006/relationships/image" Target="../media/image70.png"/><Relationship Id="rId9" Type="http://schemas.microsoft.com/office/2007/relationships/hdphoto" Target="../media/hdphoto1.wdp"/><Relationship Id="rId14" Type="http://schemas.openxmlformats.org/officeDocument/2006/relationships/image" Target="../media/image77.png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13" Type="http://schemas.openxmlformats.org/officeDocument/2006/relationships/image" Target="../media/image79.png"/><Relationship Id="rId18" Type="http://schemas.openxmlformats.org/officeDocument/2006/relationships/image" Target="../media/image69.png"/><Relationship Id="rId3" Type="http://schemas.openxmlformats.org/officeDocument/2006/relationships/image" Target="../media/image73.png"/><Relationship Id="rId7" Type="http://schemas.openxmlformats.org/officeDocument/2006/relationships/image" Target="../media/image74.png"/><Relationship Id="rId12" Type="http://schemas.microsoft.com/office/2007/relationships/hdphoto" Target="../media/hdphoto8.wdp"/><Relationship Id="rId17" Type="http://schemas.microsoft.com/office/2007/relationships/hdphoto" Target="../media/hdphoto10.wdp"/><Relationship Id="rId2" Type="http://schemas.openxmlformats.org/officeDocument/2006/relationships/image" Target="../media/image70.png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11" Type="http://schemas.openxmlformats.org/officeDocument/2006/relationships/image" Target="../media/image77.png"/><Relationship Id="rId5" Type="http://schemas.openxmlformats.org/officeDocument/2006/relationships/image" Target="../media/image76.png"/><Relationship Id="rId15" Type="http://schemas.openxmlformats.org/officeDocument/2006/relationships/image" Target="../media/image80.png"/><Relationship Id="rId10" Type="http://schemas.openxmlformats.org/officeDocument/2006/relationships/image" Target="../media/image81.png"/><Relationship Id="rId19" Type="http://schemas.openxmlformats.org/officeDocument/2006/relationships/image" Target="../media/image78.png"/><Relationship Id="rId4" Type="http://schemas.openxmlformats.org/officeDocument/2006/relationships/image" Target="../media/image71.png"/><Relationship Id="rId9" Type="http://schemas.openxmlformats.org/officeDocument/2006/relationships/image" Target="../media/image72.png"/><Relationship Id="rId14" Type="http://schemas.microsoft.com/office/2007/relationships/hdphoto" Target="../media/hdphoto9.wdp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70.png"/><Relationship Id="rId1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microsoft.com/office/2007/relationships/hdphoto" Target="../media/hdphoto12.wdp"/><Relationship Id="rId12" Type="http://schemas.openxmlformats.org/officeDocument/2006/relationships/image" Target="../media/image80.png"/><Relationship Id="rId17" Type="http://schemas.microsoft.com/office/2007/relationships/hdphoto" Target="../media/hdphoto15.wdp"/><Relationship Id="rId2" Type="http://schemas.openxmlformats.org/officeDocument/2006/relationships/image" Target="../media/image69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microsoft.com/office/2007/relationships/hdphoto" Target="../media/hdphoto14.wdp"/><Relationship Id="rId5" Type="http://schemas.microsoft.com/office/2007/relationships/hdphoto" Target="../media/hdphoto11.wdp"/><Relationship Id="rId15" Type="http://schemas.openxmlformats.org/officeDocument/2006/relationships/image" Target="../media/image72.png"/><Relationship Id="rId10" Type="http://schemas.openxmlformats.org/officeDocument/2006/relationships/image" Target="../media/image79.png"/><Relationship Id="rId19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microsoft.com/office/2007/relationships/hdphoto" Target="../media/hdphoto13.wdp"/><Relationship Id="rId14" Type="http://schemas.openxmlformats.org/officeDocument/2006/relationships/image" Target="../media/image71.png"/></Relationships>
</file>

<file path=ppt/slides/_rels/slide32.xml.rels><?xml version="1.0" encoding="UTF-8" standalone="yes"?>
<Relationships xmlns="http://schemas.openxmlformats.org/package/2006/relationships"><Relationship Id="rId8" Type="http://schemas.microsoft.com/office/2007/relationships/hdphoto" Target="../media/hdphoto13.wdp"/><Relationship Id="rId13" Type="http://schemas.openxmlformats.org/officeDocument/2006/relationships/image" Target="../media/image74.png"/><Relationship Id="rId3" Type="http://schemas.openxmlformats.org/officeDocument/2006/relationships/image" Target="../media/image75.png"/><Relationship Id="rId7" Type="http://schemas.openxmlformats.org/officeDocument/2006/relationships/image" Target="../media/image77.png"/><Relationship Id="rId12" Type="http://schemas.openxmlformats.org/officeDocument/2006/relationships/image" Target="../media/image72.png"/><Relationship Id="rId2" Type="http://schemas.openxmlformats.org/officeDocument/2006/relationships/image" Target="../media/image73.png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2.wdp"/><Relationship Id="rId11" Type="http://schemas.openxmlformats.org/officeDocument/2006/relationships/image" Target="../media/image70.png"/><Relationship Id="rId5" Type="http://schemas.openxmlformats.org/officeDocument/2006/relationships/image" Target="../media/image76.png"/><Relationship Id="rId15" Type="http://schemas.openxmlformats.org/officeDocument/2006/relationships/image" Target="../media/image78.png"/><Relationship Id="rId10" Type="http://schemas.microsoft.com/office/2007/relationships/hdphoto" Target="../media/hdphoto14.wdp"/><Relationship Id="rId4" Type="http://schemas.microsoft.com/office/2007/relationships/hdphoto" Target="../media/hdphoto11.wdp"/><Relationship Id="rId9" Type="http://schemas.openxmlformats.org/officeDocument/2006/relationships/image" Target="../media/image79.png"/><Relationship Id="rId14" Type="http://schemas.microsoft.com/office/2007/relationships/hdphoto" Target="../media/hdphoto15.wdp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hdphoto" Target="../media/hdphoto13.wdp"/><Relationship Id="rId13" Type="http://schemas.openxmlformats.org/officeDocument/2006/relationships/image" Target="../media/image79.png"/><Relationship Id="rId18" Type="http://schemas.openxmlformats.org/officeDocument/2006/relationships/image" Target="../media/image78.png"/><Relationship Id="rId3" Type="http://schemas.openxmlformats.org/officeDocument/2006/relationships/image" Target="../media/image75.png"/><Relationship Id="rId7" Type="http://schemas.openxmlformats.org/officeDocument/2006/relationships/image" Target="../media/image77.png"/><Relationship Id="rId12" Type="http://schemas.openxmlformats.org/officeDocument/2006/relationships/image" Target="../media/image73.png"/><Relationship Id="rId17" Type="http://schemas.microsoft.com/office/2007/relationships/hdphoto" Target="../media/hdphoto15.wdp"/><Relationship Id="rId2" Type="http://schemas.openxmlformats.org/officeDocument/2006/relationships/image" Target="../media/image69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2.wdp"/><Relationship Id="rId11" Type="http://schemas.openxmlformats.org/officeDocument/2006/relationships/image" Target="../media/image71.png"/><Relationship Id="rId5" Type="http://schemas.openxmlformats.org/officeDocument/2006/relationships/image" Target="../media/image76.png"/><Relationship Id="rId15" Type="http://schemas.openxmlformats.org/officeDocument/2006/relationships/image" Target="../media/image72.png"/><Relationship Id="rId10" Type="http://schemas.openxmlformats.org/officeDocument/2006/relationships/image" Target="../media/image70.png"/><Relationship Id="rId19" Type="http://schemas.openxmlformats.org/officeDocument/2006/relationships/image" Target="../media/image81.png"/><Relationship Id="rId4" Type="http://schemas.microsoft.com/office/2007/relationships/hdphoto" Target="../media/hdphoto11.wdp"/><Relationship Id="rId9" Type="http://schemas.openxmlformats.org/officeDocument/2006/relationships/image" Target="../media/image80.png"/><Relationship Id="rId14" Type="http://schemas.microsoft.com/office/2007/relationships/hdphoto" Target="../media/hdphoto14.wdp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70.png"/><Relationship Id="rId18" Type="http://schemas.openxmlformats.org/officeDocument/2006/relationships/image" Target="../media/image78.png"/><Relationship Id="rId26" Type="http://schemas.openxmlformats.org/officeDocument/2006/relationships/image" Target="../media/image560.png"/><Relationship Id="rId3" Type="http://schemas.openxmlformats.org/officeDocument/2006/relationships/image" Target="../media/image73.png"/><Relationship Id="rId21" Type="http://schemas.microsoft.com/office/2007/relationships/hdphoto" Target="../media/hdphoto17.wdp"/><Relationship Id="rId7" Type="http://schemas.microsoft.com/office/2007/relationships/hdphoto" Target="../media/hdphoto12.wdp"/><Relationship Id="rId12" Type="http://schemas.openxmlformats.org/officeDocument/2006/relationships/image" Target="../media/image80.png"/><Relationship Id="rId17" Type="http://schemas.microsoft.com/office/2007/relationships/hdphoto" Target="../media/hdphoto15.wdp"/><Relationship Id="rId25" Type="http://schemas.openxmlformats.org/officeDocument/2006/relationships/image" Target="../media/image550.png"/><Relationship Id="rId2" Type="http://schemas.openxmlformats.org/officeDocument/2006/relationships/image" Target="../media/image69.png"/><Relationship Id="rId16" Type="http://schemas.openxmlformats.org/officeDocument/2006/relationships/image" Target="../media/image74.png"/><Relationship Id="rId20" Type="http://schemas.microsoft.com/office/2007/relationships/hdphoto" Target="../media/hdphoto16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microsoft.com/office/2007/relationships/hdphoto" Target="../media/hdphoto14.wdp"/><Relationship Id="rId24" Type="http://schemas.microsoft.com/office/2007/relationships/hdphoto" Target="../media/hdphoto20.wdp"/><Relationship Id="rId5" Type="http://schemas.microsoft.com/office/2007/relationships/hdphoto" Target="../media/hdphoto11.wdp"/><Relationship Id="rId15" Type="http://schemas.openxmlformats.org/officeDocument/2006/relationships/image" Target="../media/image72.png"/><Relationship Id="rId23" Type="http://schemas.microsoft.com/office/2007/relationships/hdphoto" Target="../media/hdphoto19.wdp"/><Relationship Id="rId10" Type="http://schemas.openxmlformats.org/officeDocument/2006/relationships/image" Target="../media/image79.png"/><Relationship Id="rId19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microsoft.com/office/2007/relationships/hdphoto" Target="../media/hdphoto13.wdp"/><Relationship Id="rId14" Type="http://schemas.openxmlformats.org/officeDocument/2006/relationships/image" Target="../media/image71.png"/><Relationship Id="rId22" Type="http://schemas.microsoft.com/office/2007/relationships/hdphoto" Target="../media/hdphoto18.wdp"/></Relationships>
</file>

<file path=ppt/slides/_rels/slide35.xml.rels><?xml version="1.0" encoding="UTF-8" standalone="yes"?>
<Relationships xmlns="http://schemas.openxmlformats.org/package/2006/relationships"><Relationship Id="rId8" Type="http://schemas.microsoft.com/office/2007/relationships/hdphoto" Target="../media/hdphoto21.wdp"/><Relationship Id="rId13" Type="http://schemas.openxmlformats.org/officeDocument/2006/relationships/image" Target="../media/image77.png"/><Relationship Id="rId18" Type="http://schemas.openxmlformats.org/officeDocument/2006/relationships/image" Target="../media/image80.png"/><Relationship Id="rId3" Type="http://schemas.openxmlformats.org/officeDocument/2006/relationships/image" Target="../media/image70.png"/><Relationship Id="rId21" Type="http://schemas.openxmlformats.org/officeDocument/2006/relationships/image" Target="../media/image580.png"/><Relationship Id="rId7" Type="http://schemas.openxmlformats.org/officeDocument/2006/relationships/image" Target="../media/image74.png"/><Relationship Id="rId12" Type="http://schemas.microsoft.com/office/2007/relationships/hdphoto" Target="../media/hdphoto22.wdp"/><Relationship Id="rId17" Type="http://schemas.microsoft.com/office/2007/relationships/hdphoto" Target="../media/hdphoto24.wdp"/><Relationship Id="rId2" Type="http://schemas.openxmlformats.org/officeDocument/2006/relationships/image" Target="../media/image69.png"/><Relationship Id="rId16" Type="http://schemas.openxmlformats.org/officeDocument/2006/relationships/image" Target="../media/image79.png"/><Relationship Id="rId20" Type="http://schemas.openxmlformats.org/officeDocument/2006/relationships/image" Target="../media/image5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6.png"/><Relationship Id="rId5" Type="http://schemas.openxmlformats.org/officeDocument/2006/relationships/image" Target="../media/image72.png"/><Relationship Id="rId15" Type="http://schemas.openxmlformats.org/officeDocument/2006/relationships/image" Target="../media/image78.png"/><Relationship Id="rId10" Type="http://schemas.microsoft.com/office/2007/relationships/hdphoto" Target="../media/hdphoto17.wdp"/><Relationship Id="rId19" Type="http://schemas.openxmlformats.org/officeDocument/2006/relationships/image" Target="../media/image81.png"/><Relationship Id="rId4" Type="http://schemas.openxmlformats.org/officeDocument/2006/relationships/image" Target="../media/image71.png"/><Relationship Id="rId9" Type="http://schemas.openxmlformats.org/officeDocument/2006/relationships/image" Target="../media/image75.png"/><Relationship Id="rId14" Type="http://schemas.microsoft.com/office/2007/relationships/hdphoto" Target="../media/hdphoto23.wdp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73.png"/><Relationship Id="rId18" Type="http://schemas.microsoft.com/office/2007/relationships/hdphoto" Target="../media/hdphoto15.wdp"/><Relationship Id="rId26" Type="http://schemas.openxmlformats.org/officeDocument/2006/relationships/image" Target="../media/image590.png"/><Relationship Id="rId3" Type="http://schemas.openxmlformats.org/officeDocument/2006/relationships/image" Target="../media/image69.png"/><Relationship Id="rId21" Type="http://schemas.microsoft.com/office/2007/relationships/hdphoto" Target="../media/hdphoto25.wdp"/><Relationship Id="rId7" Type="http://schemas.microsoft.com/office/2007/relationships/hdphoto" Target="../media/hdphoto12.wdp"/><Relationship Id="rId12" Type="http://schemas.openxmlformats.org/officeDocument/2006/relationships/image" Target="../media/image71.png"/><Relationship Id="rId17" Type="http://schemas.openxmlformats.org/officeDocument/2006/relationships/image" Target="../media/image74.png"/><Relationship Id="rId25" Type="http://schemas.microsoft.com/office/2007/relationships/hdphoto" Target="../media/hdphoto28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2.png"/><Relationship Id="rId20" Type="http://schemas.openxmlformats.org/officeDocument/2006/relationships/image" Target="../media/image81.png"/><Relationship Id="rId1" Type="http://schemas.openxmlformats.org/officeDocument/2006/relationships/themeOverride" Target="../theme/themeOverride12.xml"/><Relationship Id="rId6" Type="http://schemas.openxmlformats.org/officeDocument/2006/relationships/image" Target="../media/image76.png"/><Relationship Id="rId11" Type="http://schemas.openxmlformats.org/officeDocument/2006/relationships/image" Target="../media/image70.png"/><Relationship Id="rId24" Type="http://schemas.microsoft.com/office/2007/relationships/hdphoto" Target="../media/hdphoto27.wdp"/><Relationship Id="rId5" Type="http://schemas.microsoft.com/office/2007/relationships/hdphoto" Target="../media/hdphoto11.wdp"/><Relationship Id="rId15" Type="http://schemas.microsoft.com/office/2007/relationships/hdphoto" Target="../media/hdphoto14.wdp"/><Relationship Id="rId23" Type="http://schemas.microsoft.com/office/2007/relationships/hdphoto" Target="../media/hdphoto18.wdp"/><Relationship Id="rId10" Type="http://schemas.openxmlformats.org/officeDocument/2006/relationships/image" Target="../media/image80.png"/><Relationship Id="rId19" Type="http://schemas.openxmlformats.org/officeDocument/2006/relationships/image" Target="../media/image78.png"/><Relationship Id="rId4" Type="http://schemas.openxmlformats.org/officeDocument/2006/relationships/image" Target="../media/image75.png"/><Relationship Id="rId9" Type="http://schemas.microsoft.com/office/2007/relationships/hdphoto" Target="../media/hdphoto13.wdp"/><Relationship Id="rId14" Type="http://schemas.openxmlformats.org/officeDocument/2006/relationships/image" Target="../media/image79.png"/><Relationship Id="rId22" Type="http://schemas.microsoft.com/office/2007/relationships/hdphoto" Target="../media/hdphoto26.wdp"/><Relationship Id="rId27" Type="http://schemas.openxmlformats.org/officeDocument/2006/relationships/image" Target="../media/image60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4.png"/><Relationship Id="rId18" Type="http://schemas.microsoft.com/office/2007/relationships/hdphoto" Target="../media/hdphoto26.wdp"/><Relationship Id="rId26" Type="http://schemas.openxmlformats.org/officeDocument/2006/relationships/image" Target="../media/image590.png"/><Relationship Id="rId3" Type="http://schemas.openxmlformats.org/officeDocument/2006/relationships/image" Target="../media/image75.png"/><Relationship Id="rId21" Type="http://schemas.microsoft.com/office/2007/relationships/hdphoto" Target="../media/hdphoto28.wdp"/><Relationship Id="rId7" Type="http://schemas.openxmlformats.org/officeDocument/2006/relationships/image" Target="../media/image70.png"/><Relationship Id="rId12" Type="http://schemas.openxmlformats.org/officeDocument/2006/relationships/image" Target="../media/image72.png"/><Relationship Id="rId17" Type="http://schemas.microsoft.com/office/2007/relationships/hdphoto" Target="../media/hdphoto25.wdp"/><Relationship Id="rId2" Type="http://schemas.openxmlformats.org/officeDocument/2006/relationships/image" Target="../media/image69.png"/><Relationship Id="rId16" Type="http://schemas.openxmlformats.org/officeDocument/2006/relationships/image" Target="../media/image81.png"/><Relationship Id="rId20" Type="http://schemas.openxmlformats.org/officeDocument/2006/relationships/image" Target="../media/image80.png"/><Relationship Id="rId29" Type="http://schemas.openxmlformats.org/officeDocument/2006/relationships/image" Target="../media/image83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2.wdp"/><Relationship Id="rId11" Type="http://schemas.microsoft.com/office/2007/relationships/hdphoto" Target="../media/hdphoto14.wdp"/><Relationship Id="rId5" Type="http://schemas.openxmlformats.org/officeDocument/2006/relationships/image" Target="../media/image76.png"/><Relationship Id="rId15" Type="http://schemas.openxmlformats.org/officeDocument/2006/relationships/image" Target="../media/image78.png"/><Relationship Id="rId23" Type="http://schemas.microsoft.com/office/2007/relationships/hdphoto" Target="../media/hdphoto27.wdp"/><Relationship Id="rId28" Type="http://schemas.openxmlformats.org/officeDocument/2006/relationships/image" Target="../media/image82.png"/><Relationship Id="rId10" Type="http://schemas.openxmlformats.org/officeDocument/2006/relationships/image" Target="../media/image79.png"/><Relationship Id="rId19" Type="http://schemas.microsoft.com/office/2007/relationships/hdphoto" Target="../media/hdphoto18.wdp"/><Relationship Id="rId4" Type="http://schemas.microsoft.com/office/2007/relationships/hdphoto" Target="../media/hdphoto11.wdp"/><Relationship Id="rId9" Type="http://schemas.openxmlformats.org/officeDocument/2006/relationships/image" Target="../media/image73.png"/><Relationship Id="rId14" Type="http://schemas.microsoft.com/office/2007/relationships/hdphoto" Target="../media/hdphoto15.wdp"/><Relationship Id="rId22" Type="http://schemas.openxmlformats.org/officeDocument/2006/relationships/image" Target="../media/image77.png"/><Relationship Id="rId27" Type="http://schemas.openxmlformats.org/officeDocument/2006/relationships/image" Target="../media/image600.png"/><Relationship Id="rId30" Type="http://schemas.microsoft.com/office/2007/relationships/hdphoto" Target="../media/hdphoto13.wdp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85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4.png"/><Relationship Id="rId7" Type="http://schemas.openxmlformats.org/officeDocument/2006/relationships/image" Target="../media/image90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8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97.png"/><Relationship Id="rId7" Type="http://schemas.openxmlformats.org/officeDocument/2006/relationships/image" Target="../media/image4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9" Type="http://schemas.openxmlformats.org/officeDocument/2006/relationships/image" Target="../media/image9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98.png"/><Relationship Id="rId7" Type="http://schemas.openxmlformats.org/officeDocument/2006/relationships/image" Target="../media/image49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103.png"/><Relationship Id="rId5" Type="http://schemas.openxmlformats.org/officeDocument/2006/relationships/image" Target="../media/image100.png"/><Relationship Id="rId10" Type="http://schemas.openxmlformats.org/officeDocument/2006/relationships/image" Target="../media/image102.png"/><Relationship Id="rId4" Type="http://schemas.openxmlformats.org/officeDocument/2006/relationships/image" Target="../media/image99.png"/><Relationship Id="rId9" Type="http://schemas.openxmlformats.org/officeDocument/2006/relationships/image" Target="../media/image10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98.png"/><Relationship Id="rId7" Type="http://schemas.openxmlformats.org/officeDocument/2006/relationships/image" Target="../media/image49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9" Type="http://schemas.openxmlformats.org/officeDocument/2006/relationships/image" Target="../media/image10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48.png"/><Relationship Id="rId3" Type="http://schemas.openxmlformats.org/officeDocument/2006/relationships/image" Target="../media/image44.png"/><Relationship Id="rId7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7.png"/><Relationship Id="rId9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45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7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06.png"/><Relationship Id="rId7" Type="http://schemas.openxmlformats.org/officeDocument/2006/relationships/image" Target="../media/image49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7.png"/><Relationship Id="rId10" Type="http://schemas.openxmlformats.org/officeDocument/2006/relationships/image" Target="../media/image54.png"/><Relationship Id="rId4" Type="http://schemas.openxmlformats.org/officeDocument/2006/relationships/image" Target="../media/image45.png"/><Relationship Id="rId9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6.png"/><Relationship Id="rId7" Type="http://schemas.openxmlformats.org/officeDocument/2006/relationships/image" Target="../media/image45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10" Type="http://schemas.openxmlformats.org/officeDocument/2006/relationships/image" Target="../media/image104.png"/><Relationship Id="rId4" Type="http://schemas.openxmlformats.org/officeDocument/2006/relationships/image" Target="../media/image108.png"/><Relationship Id="rId9" Type="http://schemas.openxmlformats.org/officeDocument/2006/relationships/image" Target="../media/image11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06.png"/><Relationship Id="rId7" Type="http://schemas.openxmlformats.org/officeDocument/2006/relationships/image" Target="../media/image114.png"/><Relationship Id="rId12" Type="http://schemas.openxmlformats.org/officeDocument/2006/relationships/image" Target="../media/image104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111.png"/><Relationship Id="rId5" Type="http://schemas.openxmlformats.org/officeDocument/2006/relationships/image" Target="../media/image109.png"/><Relationship Id="rId10" Type="http://schemas.openxmlformats.org/officeDocument/2006/relationships/image" Target="../media/image107.png"/><Relationship Id="rId4" Type="http://schemas.openxmlformats.org/officeDocument/2006/relationships/image" Target="../media/image108.png"/><Relationship Id="rId9" Type="http://schemas.openxmlformats.org/officeDocument/2006/relationships/image" Target="../media/image45.png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26" Type="http://schemas.openxmlformats.org/officeDocument/2006/relationships/image" Target="../media/image139.png"/><Relationship Id="rId39" Type="http://schemas.openxmlformats.org/officeDocument/2006/relationships/image" Target="../media/image152.png"/><Relationship Id="rId21" Type="http://schemas.openxmlformats.org/officeDocument/2006/relationships/image" Target="../media/image134.png"/><Relationship Id="rId34" Type="http://schemas.openxmlformats.org/officeDocument/2006/relationships/image" Target="../media/image147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9.png"/><Relationship Id="rId20" Type="http://schemas.openxmlformats.org/officeDocument/2006/relationships/image" Target="../media/image133.png"/><Relationship Id="rId29" Type="http://schemas.openxmlformats.org/officeDocument/2006/relationships/image" Target="../media/image142.png"/><Relationship Id="rId41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24" Type="http://schemas.openxmlformats.org/officeDocument/2006/relationships/image" Target="../media/image137.png"/><Relationship Id="rId32" Type="http://schemas.openxmlformats.org/officeDocument/2006/relationships/image" Target="../media/image145.png"/><Relationship Id="rId37" Type="http://schemas.openxmlformats.org/officeDocument/2006/relationships/image" Target="../media/image150.png"/><Relationship Id="rId40" Type="http://schemas.openxmlformats.org/officeDocument/2006/relationships/image" Target="../media/image153.png"/><Relationship Id="rId5" Type="http://schemas.openxmlformats.org/officeDocument/2006/relationships/image" Target="../media/image118.png"/><Relationship Id="rId15" Type="http://schemas.openxmlformats.org/officeDocument/2006/relationships/image" Target="../media/image128.png"/><Relationship Id="rId23" Type="http://schemas.openxmlformats.org/officeDocument/2006/relationships/image" Target="../media/image136.png"/><Relationship Id="rId28" Type="http://schemas.openxmlformats.org/officeDocument/2006/relationships/image" Target="../media/image141.png"/><Relationship Id="rId36" Type="http://schemas.openxmlformats.org/officeDocument/2006/relationships/image" Target="../media/image149.png"/><Relationship Id="rId10" Type="http://schemas.openxmlformats.org/officeDocument/2006/relationships/image" Target="../media/image123.png"/><Relationship Id="rId19" Type="http://schemas.openxmlformats.org/officeDocument/2006/relationships/image" Target="../media/image132.png"/><Relationship Id="rId31" Type="http://schemas.openxmlformats.org/officeDocument/2006/relationships/image" Target="../media/image144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Relationship Id="rId22" Type="http://schemas.openxmlformats.org/officeDocument/2006/relationships/image" Target="../media/image135.png"/><Relationship Id="rId27" Type="http://schemas.openxmlformats.org/officeDocument/2006/relationships/image" Target="../media/image140.png"/><Relationship Id="rId30" Type="http://schemas.openxmlformats.org/officeDocument/2006/relationships/image" Target="../media/image143.png"/><Relationship Id="rId35" Type="http://schemas.openxmlformats.org/officeDocument/2006/relationships/image" Target="../media/image148.png"/><Relationship Id="rId8" Type="http://schemas.openxmlformats.org/officeDocument/2006/relationships/image" Target="../media/image121.png"/><Relationship Id="rId3" Type="http://schemas.openxmlformats.org/officeDocument/2006/relationships/image" Target="../media/image116.png"/><Relationship Id="rId12" Type="http://schemas.openxmlformats.org/officeDocument/2006/relationships/image" Target="../media/image125.png"/><Relationship Id="rId17" Type="http://schemas.openxmlformats.org/officeDocument/2006/relationships/image" Target="../media/image130.png"/><Relationship Id="rId25" Type="http://schemas.openxmlformats.org/officeDocument/2006/relationships/image" Target="../media/image138.png"/><Relationship Id="rId33" Type="http://schemas.openxmlformats.org/officeDocument/2006/relationships/image" Target="../media/image146.png"/><Relationship Id="rId38" Type="http://schemas.openxmlformats.org/officeDocument/2006/relationships/image" Target="../media/image151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microsoft.com/office/2007/relationships/hdphoto" Target="../media/hdphoto29.wdp"/><Relationship Id="rId7" Type="http://schemas.openxmlformats.org/officeDocument/2006/relationships/image" Target="../media/image159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10" Type="http://schemas.openxmlformats.org/officeDocument/2006/relationships/image" Target="../media/image162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96399-525D-8E65-1184-51423D8FE5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E2386-4083-9138-C58F-44FCF8B09F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5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75F8E0D-6B8B-1D6C-88F8-835F6EE2F84E}"/>
              </a:ext>
            </a:extLst>
          </p:cNvPr>
          <p:cNvSpPr/>
          <p:nvPr/>
        </p:nvSpPr>
        <p:spPr>
          <a:xfrm>
            <a:off x="1014984" y="896112"/>
            <a:ext cx="6647688" cy="3995928"/>
          </a:xfrm>
          <a:custGeom>
            <a:avLst/>
            <a:gdLst>
              <a:gd name="connsiteX0" fmla="*/ 0 w 6647688"/>
              <a:gd name="connsiteY0" fmla="*/ 0 h 3995928"/>
              <a:gd name="connsiteX1" fmla="*/ 731246 w 6647688"/>
              <a:gd name="connsiteY1" fmla="*/ 0 h 3995928"/>
              <a:gd name="connsiteX2" fmla="*/ 1528968 w 6647688"/>
              <a:gd name="connsiteY2" fmla="*/ 0 h 3995928"/>
              <a:gd name="connsiteX3" fmla="*/ 2060783 w 6647688"/>
              <a:gd name="connsiteY3" fmla="*/ 0 h 3995928"/>
              <a:gd name="connsiteX4" fmla="*/ 2792029 w 6647688"/>
              <a:gd name="connsiteY4" fmla="*/ 0 h 3995928"/>
              <a:gd name="connsiteX5" fmla="*/ 3323844 w 6647688"/>
              <a:gd name="connsiteY5" fmla="*/ 0 h 3995928"/>
              <a:gd name="connsiteX6" fmla="*/ 3988613 w 6647688"/>
              <a:gd name="connsiteY6" fmla="*/ 0 h 3995928"/>
              <a:gd name="connsiteX7" fmla="*/ 4719858 w 6647688"/>
              <a:gd name="connsiteY7" fmla="*/ 0 h 3995928"/>
              <a:gd name="connsiteX8" fmla="*/ 5185197 w 6647688"/>
              <a:gd name="connsiteY8" fmla="*/ 0 h 3995928"/>
              <a:gd name="connsiteX9" fmla="*/ 5650535 w 6647688"/>
              <a:gd name="connsiteY9" fmla="*/ 0 h 3995928"/>
              <a:gd name="connsiteX10" fmla="*/ 6647688 w 6647688"/>
              <a:gd name="connsiteY10" fmla="*/ 0 h 3995928"/>
              <a:gd name="connsiteX11" fmla="*/ 6647688 w 6647688"/>
              <a:gd name="connsiteY11" fmla="*/ 665988 h 3995928"/>
              <a:gd name="connsiteX12" fmla="*/ 6647688 w 6647688"/>
              <a:gd name="connsiteY12" fmla="*/ 1371935 h 3995928"/>
              <a:gd name="connsiteX13" fmla="*/ 6647688 w 6647688"/>
              <a:gd name="connsiteY13" fmla="*/ 1997964 h 3995928"/>
              <a:gd name="connsiteX14" fmla="*/ 6647688 w 6647688"/>
              <a:gd name="connsiteY14" fmla="*/ 2703911 h 3995928"/>
              <a:gd name="connsiteX15" fmla="*/ 6647688 w 6647688"/>
              <a:gd name="connsiteY15" fmla="*/ 3289981 h 3995928"/>
              <a:gd name="connsiteX16" fmla="*/ 6647688 w 6647688"/>
              <a:gd name="connsiteY16" fmla="*/ 3995928 h 3995928"/>
              <a:gd name="connsiteX17" fmla="*/ 6182350 w 6647688"/>
              <a:gd name="connsiteY17" fmla="*/ 3995928 h 3995928"/>
              <a:gd name="connsiteX18" fmla="*/ 5384627 w 6647688"/>
              <a:gd name="connsiteY18" fmla="*/ 3995928 h 3995928"/>
              <a:gd name="connsiteX19" fmla="*/ 4653382 w 6647688"/>
              <a:gd name="connsiteY19" fmla="*/ 3995928 h 3995928"/>
              <a:gd name="connsiteX20" fmla="*/ 3922136 w 6647688"/>
              <a:gd name="connsiteY20" fmla="*/ 3995928 h 3995928"/>
              <a:gd name="connsiteX21" fmla="*/ 3190890 w 6647688"/>
              <a:gd name="connsiteY21" fmla="*/ 3995928 h 3995928"/>
              <a:gd name="connsiteX22" fmla="*/ 2659075 w 6647688"/>
              <a:gd name="connsiteY22" fmla="*/ 3995928 h 3995928"/>
              <a:gd name="connsiteX23" fmla="*/ 1861353 w 6647688"/>
              <a:gd name="connsiteY23" fmla="*/ 3995928 h 3995928"/>
              <a:gd name="connsiteX24" fmla="*/ 1196584 w 6647688"/>
              <a:gd name="connsiteY24" fmla="*/ 3995928 h 3995928"/>
              <a:gd name="connsiteX25" fmla="*/ 731246 w 6647688"/>
              <a:gd name="connsiteY25" fmla="*/ 3995928 h 3995928"/>
              <a:gd name="connsiteX26" fmla="*/ 0 w 6647688"/>
              <a:gd name="connsiteY26" fmla="*/ 3995928 h 3995928"/>
              <a:gd name="connsiteX27" fmla="*/ 0 w 6647688"/>
              <a:gd name="connsiteY27" fmla="*/ 3369899 h 3995928"/>
              <a:gd name="connsiteX28" fmla="*/ 0 w 6647688"/>
              <a:gd name="connsiteY28" fmla="*/ 2703911 h 3995928"/>
              <a:gd name="connsiteX29" fmla="*/ 0 w 6647688"/>
              <a:gd name="connsiteY29" fmla="*/ 1958005 h 3995928"/>
              <a:gd name="connsiteX30" fmla="*/ 0 w 6647688"/>
              <a:gd name="connsiteY30" fmla="*/ 1212098 h 3995928"/>
              <a:gd name="connsiteX31" fmla="*/ 0 w 6647688"/>
              <a:gd name="connsiteY31" fmla="*/ 0 h 3995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647688" h="3995928" fill="none" extrusionOk="0">
                <a:moveTo>
                  <a:pt x="0" y="0"/>
                </a:moveTo>
                <a:cubicBezTo>
                  <a:pt x="204680" y="-19763"/>
                  <a:pt x="548261" y="32832"/>
                  <a:pt x="731246" y="0"/>
                </a:cubicBezTo>
                <a:cubicBezTo>
                  <a:pt x="914231" y="-32832"/>
                  <a:pt x="1229874" y="19550"/>
                  <a:pt x="1528968" y="0"/>
                </a:cubicBezTo>
                <a:cubicBezTo>
                  <a:pt x="1828062" y="-19550"/>
                  <a:pt x="1941970" y="22246"/>
                  <a:pt x="2060783" y="0"/>
                </a:cubicBezTo>
                <a:cubicBezTo>
                  <a:pt x="2179597" y="-22246"/>
                  <a:pt x="2585870" y="28426"/>
                  <a:pt x="2792029" y="0"/>
                </a:cubicBezTo>
                <a:cubicBezTo>
                  <a:pt x="2998188" y="-28426"/>
                  <a:pt x="3068968" y="25676"/>
                  <a:pt x="3323844" y="0"/>
                </a:cubicBezTo>
                <a:cubicBezTo>
                  <a:pt x="3578720" y="-25676"/>
                  <a:pt x="3703784" y="-7527"/>
                  <a:pt x="3988613" y="0"/>
                </a:cubicBezTo>
                <a:cubicBezTo>
                  <a:pt x="4273442" y="7527"/>
                  <a:pt x="4510099" y="-31815"/>
                  <a:pt x="4719858" y="0"/>
                </a:cubicBezTo>
                <a:cubicBezTo>
                  <a:pt x="4929617" y="31815"/>
                  <a:pt x="5017478" y="14581"/>
                  <a:pt x="5185197" y="0"/>
                </a:cubicBezTo>
                <a:cubicBezTo>
                  <a:pt x="5352916" y="-14581"/>
                  <a:pt x="5437247" y="5131"/>
                  <a:pt x="5650535" y="0"/>
                </a:cubicBezTo>
                <a:cubicBezTo>
                  <a:pt x="5863823" y="-5131"/>
                  <a:pt x="6339388" y="-2324"/>
                  <a:pt x="6647688" y="0"/>
                </a:cubicBezTo>
                <a:cubicBezTo>
                  <a:pt x="6655235" y="219030"/>
                  <a:pt x="6653326" y="333251"/>
                  <a:pt x="6647688" y="665988"/>
                </a:cubicBezTo>
                <a:cubicBezTo>
                  <a:pt x="6642050" y="998725"/>
                  <a:pt x="6615747" y="1176253"/>
                  <a:pt x="6647688" y="1371935"/>
                </a:cubicBezTo>
                <a:cubicBezTo>
                  <a:pt x="6679629" y="1567617"/>
                  <a:pt x="6656075" y="1698326"/>
                  <a:pt x="6647688" y="1997964"/>
                </a:cubicBezTo>
                <a:cubicBezTo>
                  <a:pt x="6639301" y="2297602"/>
                  <a:pt x="6670425" y="2511654"/>
                  <a:pt x="6647688" y="2703911"/>
                </a:cubicBezTo>
                <a:cubicBezTo>
                  <a:pt x="6624951" y="2896168"/>
                  <a:pt x="6663611" y="3044406"/>
                  <a:pt x="6647688" y="3289981"/>
                </a:cubicBezTo>
                <a:cubicBezTo>
                  <a:pt x="6631766" y="3535556"/>
                  <a:pt x="6620458" y="3789332"/>
                  <a:pt x="6647688" y="3995928"/>
                </a:cubicBezTo>
                <a:cubicBezTo>
                  <a:pt x="6498479" y="4003703"/>
                  <a:pt x="6401914" y="3973576"/>
                  <a:pt x="6182350" y="3995928"/>
                </a:cubicBezTo>
                <a:cubicBezTo>
                  <a:pt x="5962786" y="4018280"/>
                  <a:pt x="5650864" y="3979032"/>
                  <a:pt x="5384627" y="3995928"/>
                </a:cubicBezTo>
                <a:cubicBezTo>
                  <a:pt x="5118390" y="4012824"/>
                  <a:pt x="4898333" y="3995141"/>
                  <a:pt x="4653382" y="3995928"/>
                </a:cubicBezTo>
                <a:cubicBezTo>
                  <a:pt x="4408432" y="3996715"/>
                  <a:pt x="4143465" y="3994358"/>
                  <a:pt x="3922136" y="3995928"/>
                </a:cubicBezTo>
                <a:cubicBezTo>
                  <a:pt x="3700807" y="3997498"/>
                  <a:pt x="3444949" y="4032259"/>
                  <a:pt x="3190890" y="3995928"/>
                </a:cubicBezTo>
                <a:cubicBezTo>
                  <a:pt x="2936831" y="3959597"/>
                  <a:pt x="2841584" y="3994056"/>
                  <a:pt x="2659075" y="3995928"/>
                </a:cubicBezTo>
                <a:cubicBezTo>
                  <a:pt x="2476566" y="3997800"/>
                  <a:pt x="2076670" y="3962773"/>
                  <a:pt x="1861353" y="3995928"/>
                </a:cubicBezTo>
                <a:cubicBezTo>
                  <a:pt x="1646036" y="4029083"/>
                  <a:pt x="1401369" y="4010407"/>
                  <a:pt x="1196584" y="3995928"/>
                </a:cubicBezTo>
                <a:cubicBezTo>
                  <a:pt x="991799" y="3981449"/>
                  <a:pt x="959847" y="3984277"/>
                  <a:pt x="731246" y="3995928"/>
                </a:cubicBezTo>
                <a:cubicBezTo>
                  <a:pt x="502645" y="4007579"/>
                  <a:pt x="227491" y="4030380"/>
                  <a:pt x="0" y="3995928"/>
                </a:cubicBezTo>
                <a:cubicBezTo>
                  <a:pt x="25967" y="3750509"/>
                  <a:pt x="-12188" y="3539834"/>
                  <a:pt x="0" y="3369899"/>
                </a:cubicBezTo>
                <a:cubicBezTo>
                  <a:pt x="12188" y="3199964"/>
                  <a:pt x="-28221" y="3000314"/>
                  <a:pt x="0" y="2703911"/>
                </a:cubicBezTo>
                <a:cubicBezTo>
                  <a:pt x="28221" y="2407508"/>
                  <a:pt x="23339" y="2317555"/>
                  <a:pt x="0" y="1958005"/>
                </a:cubicBezTo>
                <a:cubicBezTo>
                  <a:pt x="-23339" y="1598455"/>
                  <a:pt x="4790" y="1379077"/>
                  <a:pt x="0" y="1212098"/>
                </a:cubicBezTo>
                <a:cubicBezTo>
                  <a:pt x="-4790" y="1045119"/>
                  <a:pt x="43866" y="463286"/>
                  <a:pt x="0" y="0"/>
                </a:cubicBezTo>
                <a:close/>
              </a:path>
              <a:path w="6647688" h="3995928" stroke="0" extrusionOk="0">
                <a:moveTo>
                  <a:pt x="0" y="0"/>
                </a:moveTo>
                <a:cubicBezTo>
                  <a:pt x="243045" y="-18893"/>
                  <a:pt x="375940" y="16832"/>
                  <a:pt x="598292" y="0"/>
                </a:cubicBezTo>
                <a:cubicBezTo>
                  <a:pt x="820644" y="-16832"/>
                  <a:pt x="890677" y="5972"/>
                  <a:pt x="1063630" y="0"/>
                </a:cubicBezTo>
                <a:cubicBezTo>
                  <a:pt x="1236583" y="-5972"/>
                  <a:pt x="1500603" y="-29009"/>
                  <a:pt x="1861353" y="0"/>
                </a:cubicBezTo>
                <a:cubicBezTo>
                  <a:pt x="2222103" y="29009"/>
                  <a:pt x="2293677" y="10301"/>
                  <a:pt x="2459645" y="0"/>
                </a:cubicBezTo>
                <a:cubicBezTo>
                  <a:pt x="2625613" y="-10301"/>
                  <a:pt x="2847884" y="-2735"/>
                  <a:pt x="3057936" y="0"/>
                </a:cubicBezTo>
                <a:cubicBezTo>
                  <a:pt x="3267988" y="2735"/>
                  <a:pt x="3573057" y="31439"/>
                  <a:pt x="3855659" y="0"/>
                </a:cubicBezTo>
                <a:cubicBezTo>
                  <a:pt x="4138261" y="-31439"/>
                  <a:pt x="4131202" y="-14374"/>
                  <a:pt x="4387474" y="0"/>
                </a:cubicBezTo>
                <a:cubicBezTo>
                  <a:pt x="4643746" y="14374"/>
                  <a:pt x="4920015" y="-15319"/>
                  <a:pt x="5185197" y="0"/>
                </a:cubicBezTo>
                <a:cubicBezTo>
                  <a:pt x="5450379" y="15319"/>
                  <a:pt x="5600756" y="29223"/>
                  <a:pt x="5982919" y="0"/>
                </a:cubicBezTo>
                <a:cubicBezTo>
                  <a:pt x="6365082" y="-29223"/>
                  <a:pt x="6326566" y="7097"/>
                  <a:pt x="6647688" y="0"/>
                </a:cubicBezTo>
                <a:cubicBezTo>
                  <a:pt x="6633104" y="273116"/>
                  <a:pt x="6634577" y="539090"/>
                  <a:pt x="6647688" y="745907"/>
                </a:cubicBezTo>
                <a:cubicBezTo>
                  <a:pt x="6660799" y="952724"/>
                  <a:pt x="6639076" y="1195706"/>
                  <a:pt x="6647688" y="1451854"/>
                </a:cubicBezTo>
                <a:cubicBezTo>
                  <a:pt x="6656300" y="1708002"/>
                  <a:pt x="6638154" y="1773163"/>
                  <a:pt x="6647688" y="1997964"/>
                </a:cubicBezTo>
                <a:cubicBezTo>
                  <a:pt x="6657223" y="2222765"/>
                  <a:pt x="6624016" y="2414177"/>
                  <a:pt x="6647688" y="2663952"/>
                </a:cubicBezTo>
                <a:cubicBezTo>
                  <a:pt x="6671360" y="2913727"/>
                  <a:pt x="6636105" y="3168810"/>
                  <a:pt x="6647688" y="3329940"/>
                </a:cubicBezTo>
                <a:cubicBezTo>
                  <a:pt x="6659271" y="3491070"/>
                  <a:pt x="6680760" y="3691908"/>
                  <a:pt x="6647688" y="3995928"/>
                </a:cubicBezTo>
                <a:cubicBezTo>
                  <a:pt x="6446210" y="3996676"/>
                  <a:pt x="6119011" y="3991485"/>
                  <a:pt x="5916442" y="3995928"/>
                </a:cubicBezTo>
                <a:cubicBezTo>
                  <a:pt x="5713873" y="4000371"/>
                  <a:pt x="5500306" y="3995606"/>
                  <a:pt x="5251674" y="3995928"/>
                </a:cubicBezTo>
                <a:cubicBezTo>
                  <a:pt x="5003042" y="3996250"/>
                  <a:pt x="4971653" y="3994119"/>
                  <a:pt x="4786335" y="3995928"/>
                </a:cubicBezTo>
                <a:cubicBezTo>
                  <a:pt x="4601017" y="3997737"/>
                  <a:pt x="4436436" y="4015974"/>
                  <a:pt x="4254520" y="3995928"/>
                </a:cubicBezTo>
                <a:cubicBezTo>
                  <a:pt x="4072604" y="3975882"/>
                  <a:pt x="3795521" y="3959171"/>
                  <a:pt x="3456798" y="3995928"/>
                </a:cubicBezTo>
                <a:cubicBezTo>
                  <a:pt x="3118075" y="4032685"/>
                  <a:pt x="3074379" y="4000848"/>
                  <a:pt x="2792029" y="3995928"/>
                </a:cubicBezTo>
                <a:cubicBezTo>
                  <a:pt x="2509679" y="3991008"/>
                  <a:pt x="2396560" y="3973215"/>
                  <a:pt x="2260214" y="3995928"/>
                </a:cubicBezTo>
                <a:cubicBezTo>
                  <a:pt x="2123868" y="4018641"/>
                  <a:pt x="1804073" y="4026175"/>
                  <a:pt x="1595445" y="3995928"/>
                </a:cubicBezTo>
                <a:cubicBezTo>
                  <a:pt x="1386817" y="3965681"/>
                  <a:pt x="1286961" y="3988316"/>
                  <a:pt x="1130107" y="3995928"/>
                </a:cubicBezTo>
                <a:cubicBezTo>
                  <a:pt x="973253" y="4003540"/>
                  <a:pt x="774207" y="4006005"/>
                  <a:pt x="664769" y="3995928"/>
                </a:cubicBezTo>
                <a:cubicBezTo>
                  <a:pt x="555331" y="3985851"/>
                  <a:pt x="242513" y="4007465"/>
                  <a:pt x="0" y="3995928"/>
                </a:cubicBezTo>
                <a:cubicBezTo>
                  <a:pt x="-22012" y="3731826"/>
                  <a:pt x="-6993" y="3537902"/>
                  <a:pt x="0" y="3409859"/>
                </a:cubicBezTo>
                <a:cubicBezTo>
                  <a:pt x="6993" y="3281816"/>
                  <a:pt x="-14199" y="3003535"/>
                  <a:pt x="0" y="2663952"/>
                </a:cubicBezTo>
                <a:cubicBezTo>
                  <a:pt x="14199" y="2324369"/>
                  <a:pt x="-21584" y="2240810"/>
                  <a:pt x="0" y="2037923"/>
                </a:cubicBezTo>
                <a:cubicBezTo>
                  <a:pt x="21584" y="1835036"/>
                  <a:pt x="21991" y="1762892"/>
                  <a:pt x="0" y="1491813"/>
                </a:cubicBezTo>
                <a:cubicBezTo>
                  <a:pt x="-21991" y="1220734"/>
                  <a:pt x="-15925" y="1055022"/>
                  <a:pt x="0" y="785866"/>
                </a:cubicBezTo>
                <a:cubicBezTo>
                  <a:pt x="15925" y="516710"/>
                  <a:pt x="-25640" y="364729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EC6201-A6DC-B555-BA39-D75E38A98EA6}"/>
              </a:ext>
            </a:extLst>
          </p:cNvPr>
          <p:cNvCxnSpPr>
            <a:cxnSpLocks/>
          </p:cNvCxnSpPr>
          <p:nvPr/>
        </p:nvCxnSpPr>
        <p:spPr>
          <a:xfrm>
            <a:off x="4817079" y="1628577"/>
            <a:ext cx="1790800" cy="749800"/>
          </a:xfrm>
          <a:prstGeom prst="straightConnector1">
            <a:avLst/>
          </a:prstGeom>
          <a:ln w="38100"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830138-EB88-8EDA-F0D4-F1A66D200B2B}"/>
              </a:ext>
            </a:extLst>
          </p:cNvPr>
          <p:cNvCxnSpPr>
            <a:cxnSpLocks/>
          </p:cNvCxnSpPr>
          <p:nvPr/>
        </p:nvCxnSpPr>
        <p:spPr>
          <a:xfrm flipH="1">
            <a:off x="2895415" y="1628577"/>
            <a:ext cx="1886897" cy="708705"/>
          </a:xfrm>
          <a:prstGeom prst="straightConnector1">
            <a:avLst/>
          </a:prstGeom>
          <a:ln w="38100"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8E9485A-10E9-B373-BC18-26DED0A865F2}"/>
                  </a:ext>
                </a:extLst>
              </p:cNvPr>
              <p:cNvSpPr/>
              <p:nvPr/>
            </p:nvSpPr>
            <p:spPr>
              <a:xfrm>
                <a:off x="3818519" y="1128874"/>
                <a:ext cx="2033641" cy="604204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&lt;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8E9485A-10E9-B373-BC18-26DED0A865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519" y="1128874"/>
                <a:ext cx="2033641" cy="60420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5BEF7D74-24D4-2E92-7DE6-E7BC3F29D06B}"/>
                  </a:ext>
                </a:extLst>
              </p:cNvPr>
              <p:cNvSpPr/>
              <p:nvPr/>
            </p:nvSpPr>
            <p:spPr>
              <a:xfrm>
                <a:off x="5937157" y="2404226"/>
                <a:ext cx="1398739" cy="604204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5BEF7D74-24D4-2E92-7DE6-E7BC3F29D0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157" y="2404226"/>
                <a:ext cx="1398739" cy="60420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CEE69C4-6739-842A-D50B-0DE9F0FD5E5C}"/>
                  </a:ext>
                </a:extLst>
              </p:cNvPr>
              <p:cNvSpPr/>
              <p:nvPr/>
            </p:nvSpPr>
            <p:spPr>
              <a:xfrm>
                <a:off x="1223557" y="3945834"/>
                <a:ext cx="1398739" cy="604204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1CEE69C4-6739-842A-D50B-0DE9F0FD5E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557" y="3945834"/>
                <a:ext cx="1398739" cy="60420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07ECFE13-CD98-FF21-4D2B-C9B9A87E0C4D}"/>
                  </a:ext>
                </a:extLst>
              </p:cNvPr>
              <p:cNvSpPr/>
              <p:nvPr/>
            </p:nvSpPr>
            <p:spPr>
              <a:xfrm>
                <a:off x="3087847" y="3945834"/>
                <a:ext cx="1398739" cy="604204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50000"/>
                    <a:lumOff val="50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07ECFE13-CD98-FF21-4D2B-C9B9A87E0C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847" y="3945834"/>
                <a:ext cx="1398739" cy="60420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50000"/>
                    <a:lumOff val="50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EA9015-93C9-27A6-9C73-F62F9892E2FF}"/>
              </a:ext>
            </a:extLst>
          </p:cNvPr>
          <p:cNvCxnSpPr>
            <a:cxnSpLocks/>
          </p:cNvCxnSpPr>
          <p:nvPr/>
        </p:nvCxnSpPr>
        <p:spPr>
          <a:xfrm flipH="1">
            <a:off x="1808104" y="2941487"/>
            <a:ext cx="1007024" cy="1015828"/>
          </a:xfrm>
          <a:prstGeom prst="straightConnector1">
            <a:avLst/>
          </a:prstGeom>
          <a:ln w="38100"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1D5513-95A9-D4F4-E535-C629B69D16A8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815128" y="2941487"/>
            <a:ext cx="972089" cy="1004347"/>
          </a:xfrm>
          <a:prstGeom prst="straightConnector1">
            <a:avLst/>
          </a:prstGeom>
          <a:ln w="38100">
            <a:tailEnd type="triangle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AE561D8A-9E9B-2A93-D254-C2BE852D8098}"/>
              </a:ext>
            </a:extLst>
          </p:cNvPr>
          <p:cNvSpPr/>
          <p:nvPr/>
        </p:nvSpPr>
        <p:spPr>
          <a:xfrm>
            <a:off x="3326742" y="1824868"/>
            <a:ext cx="699370" cy="210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YES</a:t>
            </a:r>
            <a:endParaRPr lang="en-US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165D22-95F1-358B-BD80-3DCF8332E079}"/>
              </a:ext>
            </a:extLst>
          </p:cNvPr>
          <p:cNvSpPr/>
          <p:nvPr/>
        </p:nvSpPr>
        <p:spPr>
          <a:xfrm>
            <a:off x="1744814" y="3248829"/>
            <a:ext cx="699370" cy="210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YES</a:t>
            </a:r>
            <a:endParaRPr lang="en-US" dirty="0">
              <a:ln w="0"/>
              <a:solidFill>
                <a:srgbClr val="00B0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B012E99-0FEE-9033-61CE-426386B662F7}"/>
              </a:ext>
            </a:extLst>
          </p:cNvPr>
          <p:cNvSpPr/>
          <p:nvPr/>
        </p:nvSpPr>
        <p:spPr>
          <a:xfrm>
            <a:off x="3119150" y="3338504"/>
            <a:ext cx="699370" cy="210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</a:t>
            </a:r>
            <a:endParaRPr lang="en-US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D4176C1-35F0-5FC8-51BA-B925C1DEF73C}"/>
              </a:ext>
            </a:extLst>
          </p:cNvPr>
          <p:cNvSpPr/>
          <p:nvPr/>
        </p:nvSpPr>
        <p:spPr>
          <a:xfrm>
            <a:off x="5740219" y="1880372"/>
            <a:ext cx="699370" cy="210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</a:t>
            </a:r>
            <a:endParaRPr lang="en-US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AE26E83-3F54-406D-C745-EEC88D6D5088}"/>
                  </a:ext>
                </a:extLst>
              </p:cNvPr>
              <p:cNvSpPr txBox="1"/>
              <p:nvPr/>
            </p:nvSpPr>
            <p:spPr>
              <a:xfrm>
                <a:off x="3938445" y="1169366"/>
                <a:ext cx="609414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AE26E83-3F54-406D-C745-EEC88D6D5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445" y="1169366"/>
                <a:ext cx="609414" cy="523220"/>
              </a:xfrm>
              <a:prstGeom prst="rect">
                <a:avLst/>
              </a:prstGeom>
              <a:blipFill>
                <a:blip r:embed="rId6"/>
                <a:stretch>
                  <a:fillRect l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7C2CF8B-7740-7F73-4A86-1A66FEC3DC64}"/>
                  </a:ext>
                </a:extLst>
              </p:cNvPr>
              <p:cNvSpPr txBox="1"/>
              <p:nvPr/>
            </p:nvSpPr>
            <p:spPr>
              <a:xfrm>
                <a:off x="5100840" y="1217548"/>
                <a:ext cx="609414" cy="47788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7C2CF8B-7740-7F73-4A86-1A66FEC3D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840" y="1217548"/>
                <a:ext cx="609414" cy="477888"/>
              </a:xfrm>
              <a:prstGeom prst="rect">
                <a:avLst/>
              </a:prstGeom>
              <a:blipFill>
                <a:blip r:embed="rId7"/>
                <a:stretch>
                  <a:fillRect l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ounded Rectangle 52">
                <a:extLst>
                  <a:ext uri="{FF2B5EF4-FFF2-40B4-BE49-F238E27FC236}">
                    <a16:creationId xmlns:a16="http://schemas.microsoft.com/office/drawing/2014/main" id="{BE4968BE-9905-2472-62B4-D26270659D44}"/>
                  </a:ext>
                </a:extLst>
              </p:cNvPr>
              <p:cNvSpPr/>
              <p:nvPr/>
            </p:nvSpPr>
            <p:spPr>
              <a:xfrm>
                <a:off x="1948482" y="2378377"/>
                <a:ext cx="1989963" cy="657697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&lt;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3" name="Rounded Rectangle 52">
                <a:extLst>
                  <a:ext uri="{FF2B5EF4-FFF2-40B4-BE49-F238E27FC236}">
                    <a16:creationId xmlns:a16="http://schemas.microsoft.com/office/drawing/2014/main" id="{BE4968BE-9905-2472-62B4-D26270659D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482" y="2378377"/>
                <a:ext cx="1989963" cy="657697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3B745AA-813D-7DAD-E6A7-DA77C6246594}"/>
                  </a:ext>
                </a:extLst>
              </p:cNvPr>
              <p:cNvSpPr txBox="1"/>
              <p:nvPr/>
            </p:nvSpPr>
            <p:spPr>
              <a:xfrm>
                <a:off x="2068408" y="2418870"/>
                <a:ext cx="609414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3B745AA-813D-7DAD-E6A7-DA77C62465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408" y="2418870"/>
                <a:ext cx="609414" cy="523220"/>
              </a:xfrm>
              <a:prstGeom prst="rect">
                <a:avLst/>
              </a:prstGeom>
              <a:blipFill>
                <a:blip r:embed="rId9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75FAC71-5226-D8DB-718C-00384B921868}"/>
                  </a:ext>
                </a:extLst>
              </p:cNvPr>
              <p:cNvSpPr txBox="1"/>
              <p:nvPr/>
            </p:nvSpPr>
            <p:spPr>
              <a:xfrm>
                <a:off x="3230803" y="2467052"/>
                <a:ext cx="609414" cy="47788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75FAC71-5226-D8DB-718C-00384B921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803" y="2467052"/>
                <a:ext cx="609414" cy="477888"/>
              </a:xfrm>
              <a:prstGeom prst="rect">
                <a:avLst/>
              </a:prstGeom>
              <a:blipFill>
                <a:blip r:embed="rId10"/>
                <a:stretch>
                  <a:fillRect l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8921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75F8E0D-6B8B-1D6C-88F8-835F6EE2F84E}"/>
              </a:ext>
            </a:extLst>
          </p:cNvPr>
          <p:cNvSpPr/>
          <p:nvPr/>
        </p:nvSpPr>
        <p:spPr>
          <a:xfrm>
            <a:off x="783771" y="1576251"/>
            <a:ext cx="7367452" cy="3422469"/>
          </a:xfrm>
          <a:custGeom>
            <a:avLst/>
            <a:gdLst>
              <a:gd name="connsiteX0" fmla="*/ 0 w 7367452"/>
              <a:gd name="connsiteY0" fmla="*/ 0 h 3422469"/>
              <a:gd name="connsiteX1" fmla="*/ 743443 w 7367452"/>
              <a:gd name="connsiteY1" fmla="*/ 0 h 3422469"/>
              <a:gd name="connsiteX2" fmla="*/ 1560560 w 7367452"/>
              <a:gd name="connsiteY2" fmla="*/ 0 h 3422469"/>
              <a:gd name="connsiteX3" fmla="*/ 2082980 w 7367452"/>
              <a:gd name="connsiteY3" fmla="*/ 0 h 3422469"/>
              <a:gd name="connsiteX4" fmla="*/ 2826422 w 7367452"/>
              <a:gd name="connsiteY4" fmla="*/ 0 h 3422469"/>
              <a:gd name="connsiteX5" fmla="*/ 3348842 w 7367452"/>
              <a:gd name="connsiteY5" fmla="*/ 0 h 3422469"/>
              <a:gd name="connsiteX6" fmla="*/ 4018610 w 7367452"/>
              <a:gd name="connsiteY6" fmla="*/ 0 h 3422469"/>
              <a:gd name="connsiteX7" fmla="*/ 4762053 w 7367452"/>
              <a:gd name="connsiteY7" fmla="*/ 0 h 3422469"/>
              <a:gd name="connsiteX8" fmla="*/ 5210798 w 7367452"/>
              <a:gd name="connsiteY8" fmla="*/ 0 h 3422469"/>
              <a:gd name="connsiteX9" fmla="*/ 5659543 w 7367452"/>
              <a:gd name="connsiteY9" fmla="*/ 0 h 3422469"/>
              <a:gd name="connsiteX10" fmla="*/ 6476660 w 7367452"/>
              <a:gd name="connsiteY10" fmla="*/ 0 h 3422469"/>
              <a:gd name="connsiteX11" fmla="*/ 7367452 w 7367452"/>
              <a:gd name="connsiteY11" fmla="*/ 0 h 3422469"/>
              <a:gd name="connsiteX12" fmla="*/ 7367452 w 7367452"/>
              <a:gd name="connsiteY12" fmla="*/ 581820 h 3422469"/>
              <a:gd name="connsiteX13" fmla="*/ 7367452 w 7367452"/>
              <a:gd name="connsiteY13" fmla="*/ 1232089 h 3422469"/>
              <a:gd name="connsiteX14" fmla="*/ 7367452 w 7367452"/>
              <a:gd name="connsiteY14" fmla="*/ 1950807 h 3422469"/>
              <a:gd name="connsiteX15" fmla="*/ 7367452 w 7367452"/>
              <a:gd name="connsiteY15" fmla="*/ 2566852 h 3422469"/>
              <a:gd name="connsiteX16" fmla="*/ 7367452 w 7367452"/>
              <a:gd name="connsiteY16" fmla="*/ 3422469 h 3422469"/>
              <a:gd name="connsiteX17" fmla="*/ 6918707 w 7367452"/>
              <a:gd name="connsiteY17" fmla="*/ 3422469 h 3422469"/>
              <a:gd name="connsiteX18" fmla="*/ 6101590 w 7367452"/>
              <a:gd name="connsiteY18" fmla="*/ 3422469 h 3422469"/>
              <a:gd name="connsiteX19" fmla="*/ 5358147 w 7367452"/>
              <a:gd name="connsiteY19" fmla="*/ 3422469 h 3422469"/>
              <a:gd name="connsiteX20" fmla="*/ 4614704 w 7367452"/>
              <a:gd name="connsiteY20" fmla="*/ 3422469 h 3422469"/>
              <a:gd name="connsiteX21" fmla="*/ 3871261 w 7367452"/>
              <a:gd name="connsiteY21" fmla="*/ 3422469 h 3422469"/>
              <a:gd name="connsiteX22" fmla="*/ 3348842 w 7367452"/>
              <a:gd name="connsiteY22" fmla="*/ 3422469 h 3422469"/>
              <a:gd name="connsiteX23" fmla="*/ 2531724 w 7367452"/>
              <a:gd name="connsiteY23" fmla="*/ 3422469 h 3422469"/>
              <a:gd name="connsiteX24" fmla="*/ 1861956 w 7367452"/>
              <a:gd name="connsiteY24" fmla="*/ 3422469 h 3422469"/>
              <a:gd name="connsiteX25" fmla="*/ 1413211 w 7367452"/>
              <a:gd name="connsiteY25" fmla="*/ 3422469 h 3422469"/>
              <a:gd name="connsiteX26" fmla="*/ 743443 w 7367452"/>
              <a:gd name="connsiteY26" fmla="*/ 3422469 h 3422469"/>
              <a:gd name="connsiteX27" fmla="*/ 0 w 7367452"/>
              <a:gd name="connsiteY27" fmla="*/ 3422469 h 3422469"/>
              <a:gd name="connsiteX28" fmla="*/ 0 w 7367452"/>
              <a:gd name="connsiteY28" fmla="*/ 2772200 h 3422469"/>
              <a:gd name="connsiteX29" fmla="*/ 0 w 7367452"/>
              <a:gd name="connsiteY29" fmla="*/ 2019257 h 3422469"/>
              <a:gd name="connsiteX30" fmla="*/ 0 w 7367452"/>
              <a:gd name="connsiteY30" fmla="*/ 1266314 h 3422469"/>
              <a:gd name="connsiteX31" fmla="*/ 0 w 7367452"/>
              <a:gd name="connsiteY31" fmla="*/ 0 h 3422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7367452" h="3422469" fill="none" extrusionOk="0">
                <a:moveTo>
                  <a:pt x="0" y="0"/>
                </a:moveTo>
                <a:cubicBezTo>
                  <a:pt x="288279" y="-34308"/>
                  <a:pt x="394254" y="-5088"/>
                  <a:pt x="743443" y="0"/>
                </a:cubicBezTo>
                <a:cubicBezTo>
                  <a:pt x="1092632" y="5088"/>
                  <a:pt x="1306709" y="18570"/>
                  <a:pt x="1560560" y="0"/>
                </a:cubicBezTo>
                <a:cubicBezTo>
                  <a:pt x="1814411" y="-18570"/>
                  <a:pt x="1860672" y="-5258"/>
                  <a:pt x="2082980" y="0"/>
                </a:cubicBezTo>
                <a:cubicBezTo>
                  <a:pt x="2305288" y="5258"/>
                  <a:pt x="2611371" y="-20781"/>
                  <a:pt x="2826422" y="0"/>
                </a:cubicBezTo>
                <a:cubicBezTo>
                  <a:pt x="3041473" y="20781"/>
                  <a:pt x="3182725" y="-338"/>
                  <a:pt x="3348842" y="0"/>
                </a:cubicBezTo>
                <a:cubicBezTo>
                  <a:pt x="3514959" y="338"/>
                  <a:pt x="3698783" y="-27998"/>
                  <a:pt x="4018610" y="0"/>
                </a:cubicBezTo>
                <a:cubicBezTo>
                  <a:pt x="4338437" y="27998"/>
                  <a:pt x="4448477" y="-18109"/>
                  <a:pt x="4762053" y="0"/>
                </a:cubicBezTo>
                <a:cubicBezTo>
                  <a:pt x="5075629" y="18109"/>
                  <a:pt x="4989648" y="15464"/>
                  <a:pt x="5210798" y="0"/>
                </a:cubicBezTo>
                <a:cubicBezTo>
                  <a:pt x="5431949" y="-15464"/>
                  <a:pt x="5544709" y="-19214"/>
                  <a:pt x="5659543" y="0"/>
                </a:cubicBezTo>
                <a:cubicBezTo>
                  <a:pt x="5774377" y="19214"/>
                  <a:pt x="6139075" y="-1170"/>
                  <a:pt x="6476660" y="0"/>
                </a:cubicBezTo>
                <a:cubicBezTo>
                  <a:pt x="6814245" y="1170"/>
                  <a:pt x="7061348" y="-35604"/>
                  <a:pt x="7367452" y="0"/>
                </a:cubicBezTo>
                <a:cubicBezTo>
                  <a:pt x="7358949" y="252043"/>
                  <a:pt x="7350820" y="418757"/>
                  <a:pt x="7367452" y="581820"/>
                </a:cubicBezTo>
                <a:cubicBezTo>
                  <a:pt x="7384084" y="744883"/>
                  <a:pt x="7355743" y="911062"/>
                  <a:pt x="7367452" y="1232089"/>
                </a:cubicBezTo>
                <a:cubicBezTo>
                  <a:pt x="7379161" y="1553116"/>
                  <a:pt x="7389981" y="1800697"/>
                  <a:pt x="7367452" y="1950807"/>
                </a:cubicBezTo>
                <a:cubicBezTo>
                  <a:pt x="7344923" y="2100917"/>
                  <a:pt x="7348898" y="2259812"/>
                  <a:pt x="7367452" y="2566852"/>
                </a:cubicBezTo>
                <a:cubicBezTo>
                  <a:pt x="7386006" y="2873892"/>
                  <a:pt x="7341911" y="3106814"/>
                  <a:pt x="7367452" y="3422469"/>
                </a:cubicBezTo>
                <a:cubicBezTo>
                  <a:pt x="7196755" y="3409587"/>
                  <a:pt x="7064685" y="3432918"/>
                  <a:pt x="6918707" y="3422469"/>
                </a:cubicBezTo>
                <a:cubicBezTo>
                  <a:pt x="6772730" y="3412020"/>
                  <a:pt x="6265140" y="3397585"/>
                  <a:pt x="6101590" y="3422469"/>
                </a:cubicBezTo>
                <a:cubicBezTo>
                  <a:pt x="5938040" y="3447353"/>
                  <a:pt x="5617122" y="3391671"/>
                  <a:pt x="5358147" y="3422469"/>
                </a:cubicBezTo>
                <a:cubicBezTo>
                  <a:pt x="5099172" y="3453267"/>
                  <a:pt x="4903588" y="3423503"/>
                  <a:pt x="4614704" y="3422469"/>
                </a:cubicBezTo>
                <a:cubicBezTo>
                  <a:pt x="4325820" y="3421435"/>
                  <a:pt x="4141005" y="3437959"/>
                  <a:pt x="3871261" y="3422469"/>
                </a:cubicBezTo>
                <a:cubicBezTo>
                  <a:pt x="3601517" y="3406979"/>
                  <a:pt x="3596111" y="3442049"/>
                  <a:pt x="3348842" y="3422469"/>
                </a:cubicBezTo>
                <a:cubicBezTo>
                  <a:pt x="3101573" y="3402889"/>
                  <a:pt x="2702844" y="3424138"/>
                  <a:pt x="2531724" y="3422469"/>
                </a:cubicBezTo>
                <a:cubicBezTo>
                  <a:pt x="2360604" y="3420800"/>
                  <a:pt x="2190307" y="3416270"/>
                  <a:pt x="1861956" y="3422469"/>
                </a:cubicBezTo>
                <a:cubicBezTo>
                  <a:pt x="1533605" y="3428668"/>
                  <a:pt x="1553090" y="3434164"/>
                  <a:pt x="1413211" y="3422469"/>
                </a:cubicBezTo>
                <a:cubicBezTo>
                  <a:pt x="1273332" y="3410774"/>
                  <a:pt x="960929" y="3413656"/>
                  <a:pt x="743443" y="3422469"/>
                </a:cubicBezTo>
                <a:cubicBezTo>
                  <a:pt x="525957" y="3431282"/>
                  <a:pt x="261216" y="3433095"/>
                  <a:pt x="0" y="3422469"/>
                </a:cubicBezTo>
                <a:cubicBezTo>
                  <a:pt x="8963" y="3272186"/>
                  <a:pt x="1478" y="3077650"/>
                  <a:pt x="0" y="2772200"/>
                </a:cubicBezTo>
                <a:cubicBezTo>
                  <a:pt x="-1478" y="2466750"/>
                  <a:pt x="27677" y="2374318"/>
                  <a:pt x="0" y="2019257"/>
                </a:cubicBezTo>
                <a:cubicBezTo>
                  <a:pt x="-27677" y="1664196"/>
                  <a:pt x="16894" y="1596496"/>
                  <a:pt x="0" y="1266314"/>
                </a:cubicBezTo>
                <a:cubicBezTo>
                  <a:pt x="-16894" y="936132"/>
                  <a:pt x="-21583" y="624189"/>
                  <a:pt x="0" y="0"/>
                </a:cubicBezTo>
                <a:close/>
              </a:path>
              <a:path w="7367452" h="3422469" stroke="0" extrusionOk="0">
                <a:moveTo>
                  <a:pt x="0" y="0"/>
                </a:moveTo>
                <a:cubicBezTo>
                  <a:pt x="176535" y="-10222"/>
                  <a:pt x="418628" y="-21244"/>
                  <a:pt x="596094" y="0"/>
                </a:cubicBezTo>
                <a:cubicBezTo>
                  <a:pt x="773560" y="21244"/>
                  <a:pt x="851898" y="14866"/>
                  <a:pt x="1044839" y="0"/>
                </a:cubicBezTo>
                <a:cubicBezTo>
                  <a:pt x="1237781" y="-14866"/>
                  <a:pt x="1538989" y="-38146"/>
                  <a:pt x="1861956" y="0"/>
                </a:cubicBezTo>
                <a:cubicBezTo>
                  <a:pt x="2184923" y="38146"/>
                  <a:pt x="2202186" y="-10074"/>
                  <a:pt x="2458050" y="0"/>
                </a:cubicBezTo>
                <a:cubicBezTo>
                  <a:pt x="2713914" y="10074"/>
                  <a:pt x="2840056" y="12874"/>
                  <a:pt x="3054144" y="0"/>
                </a:cubicBezTo>
                <a:cubicBezTo>
                  <a:pt x="3268232" y="-12874"/>
                  <a:pt x="3494624" y="29259"/>
                  <a:pt x="3871261" y="0"/>
                </a:cubicBezTo>
                <a:cubicBezTo>
                  <a:pt x="4247898" y="-29259"/>
                  <a:pt x="4166093" y="885"/>
                  <a:pt x="4393680" y="0"/>
                </a:cubicBezTo>
                <a:cubicBezTo>
                  <a:pt x="4621267" y="-885"/>
                  <a:pt x="4910751" y="-23206"/>
                  <a:pt x="5210798" y="0"/>
                </a:cubicBezTo>
                <a:cubicBezTo>
                  <a:pt x="5510845" y="23206"/>
                  <a:pt x="5764589" y="31980"/>
                  <a:pt x="6027915" y="0"/>
                </a:cubicBezTo>
                <a:cubicBezTo>
                  <a:pt x="6291241" y="-31980"/>
                  <a:pt x="6408142" y="-15954"/>
                  <a:pt x="6697684" y="0"/>
                </a:cubicBezTo>
                <a:cubicBezTo>
                  <a:pt x="6987226" y="15954"/>
                  <a:pt x="7095216" y="-20582"/>
                  <a:pt x="7367452" y="0"/>
                </a:cubicBezTo>
                <a:cubicBezTo>
                  <a:pt x="7372181" y="323564"/>
                  <a:pt x="7366166" y="402394"/>
                  <a:pt x="7367452" y="650269"/>
                </a:cubicBezTo>
                <a:cubicBezTo>
                  <a:pt x="7368738" y="898144"/>
                  <a:pt x="7388726" y="1047869"/>
                  <a:pt x="7367452" y="1232089"/>
                </a:cubicBezTo>
                <a:cubicBezTo>
                  <a:pt x="7346178" y="1416309"/>
                  <a:pt x="7400976" y="1685296"/>
                  <a:pt x="7367452" y="1916583"/>
                </a:cubicBezTo>
                <a:cubicBezTo>
                  <a:pt x="7333928" y="2147870"/>
                  <a:pt x="7342597" y="2343006"/>
                  <a:pt x="7367452" y="2601076"/>
                </a:cubicBezTo>
                <a:cubicBezTo>
                  <a:pt x="7392307" y="2859146"/>
                  <a:pt x="7363537" y="3143888"/>
                  <a:pt x="7367452" y="3422469"/>
                </a:cubicBezTo>
                <a:cubicBezTo>
                  <a:pt x="7004956" y="3396835"/>
                  <a:pt x="6847742" y="3417905"/>
                  <a:pt x="6624009" y="3422469"/>
                </a:cubicBezTo>
                <a:cubicBezTo>
                  <a:pt x="6400276" y="3427033"/>
                  <a:pt x="6113164" y="3395251"/>
                  <a:pt x="5954241" y="3422469"/>
                </a:cubicBezTo>
                <a:cubicBezTo>
                  <a:pt x="5795318" y="3449687"/>
                  <a:pt x="5717218" y="3436472"/>
                  <a:pt x="5505496" y="3422469"/>
                </a:cubicBezTo>
                <a:cubicBezTo>
                  <a:pt x="5293775" y="3408466"/>
                  <a:pt x="5139572" y="3427399"/>
                  <a:pt x="4983077" y="3422469"/>
                </a:cubicBezTo>
                <a:cubicBezTo>
                  <a:pt x="4826582" y="3417539"/>
                  <a:pt x="4335552" y="3460687"/>
                  <a:pt x="4165959" y="3422469"/>
                </a:cubicBezTo>
                <a:cubicBezTo>
                  <a:pt x="3996366" y="3384251"/>
                  <a:pt x="3743804" y="3397106"/>
                  <a:pt x="3496191" y="3422469"/>
                </a:cubicBezTo>
                <a:cubicBezTo>
                  <a:pt x="3248578" y="3447832"/>
                  <a:pt x="3223676" y="3433483"/>
                  <a:pt x="2973772" y="3422469"/>
                </a:cubicBezTo>
                <a:cubicBezTo>
                  <a:pt x="2723868" y="3411455"/>
                  <a:pt x="2571112" y="3434738"/>
                  <a:pt x="2304003" y="3422469"/>
                </a:cubicBezTo>
                <a:cubicBezTo>
                  <a:pt x="2036894" y="3410200"/>
                  <a:pt x="1958434" y="3422795"/>
                  <a:pt x="1855258" y="3422469"/>
                </a:cubicBezTo>
                <a:cubicBezTo>
                  <a:pt x="1752083" y="3422143"/>
                  <a:pt x="1602693" y="3408927"/>
                  <a:pt x="1406514" y="3422469"/>
                </a:cubicBezTo>
                <a:cubicBezTo>
                  <a:pt x="1210335" y="3436011"/>
                  <a:pt x="1029421" y="3395576"/>
                  <a:pt x="736745" y="3422469"/>
                </a:cubicBezTo>
                <a:cubicBezTo>
                  <a:pt x="444069" y="3449362"/>
                  <a:pt x="182848" y="3439101"/>
                  <a:pt x="0" y="3422469"/>
                </a:cubicBezTo>
                <a:cubicBezTo>
                  <a:pt x="-12817" y="3093483"/>
                  <a:pt x="-19444" y="2876810"/>
                  <a:pt x="0" y="2703751"/>
                </a:cubicBezTo>
                <a:cubicBezTo>
                  <a:pt x="19444" y="2530692"/>
                  <a:pt x="-10149" y="2313744"/>
                  <a:pt x="0" y="2053481"/>
                </a:cubicBezTo>
                <a:cubicBezTo>
                  <a:pt x="10149" y="1793218"/>
                  <a:pt x="14398" y="1615040"/>
                  <a:pt x="0" y="1471662"/>
                </a:cubicBezTo>
                <a:cubicBezTo>
                  <a:pt x="-14398" y="1328284"/>
                  <a:pt x="2896" y="899855"/>
                  <a:pt x="0" y="752943"/>
                </a:cubicBezTo>
                <a:cubicBezTo>
                  <a:pt x="-2896" y="606031"/>
                  <a:pt x="13500" y="266843"/>
                  <a:pt x="0" y="0"/>
                </a:cubicBez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8C07DAE-4DF5-B2FA-9E43-69C224E8BE78}"/>
              </a:ext>
            </a:extLst>
          </p:cNvPr>
          <p:cNvGrpSpPr/>
          <p:nvPr/>
        </p:nvGrpSpPr>
        <p:grpSpPr>
          <a:xfrm>
            <a:off x="2089767" y="2700693"/>
            <a:ext cx="2626042" cy="1425289"/>
            <a:chOff x="1223557" y="3124749"/>
            <a:chExt cx="2626042" cy="14252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ounded Rectangle 6">
                  <a:extLst>
                    <a:ext uri="{FF2B5EF4-FFF2-40B4-BE49-F238E27FC236}">
                      <a16:creationId xmlns:a16="http://schemas.microsoft.com/office/drawing/2014/main" id="{1CEE69C4-6739-842A-D50B-0DE9F0FD5E5C}"/>
                    </a:ext>
                  </a:extLst>
                </p:cNvPr>
                <p:cNvSpPr/>
                <p:nvPr/>
              </p:nvSpPr>
              <p:spPr>
                <a:xfrm>
                  <a:off x="1223557" y="3124749"/>
                  <a:ext cx="2626042" cy="1425289"/>
                </a:xfrm>
                <a:prstGeom prst="roundRect">
                  <a:avLst/>
                </a:prstGeom>
                <a:solidFill>
                  <a:srgbClr val="E67862"/>
                </a:solidFill>
                <a:ln>
                  <a:solidFill>
                    <a:schemeClr val="bg1"/>
                  </a:solidFill>
                </a:ln>
                <a:effectLst>
                  <a:glow rad="1397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" name="Rounded Rectangle 6">
                  <a:extLst>
                    <a:ext uri="{FF2B5EF4-FFF2-40B4-BE49-F238E27FC236}">
                      <a16:creationId xmlns:a16="http://schemas.microsoft.com/office/drawing/2014/main" id="{1CEE69C4-6739-842A-D50B-0DE9F0FD5E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3557" y="3124749"/>
                  <a:ext cx="2626042" cy="1425289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397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ounded Rectangle 8">
                  <a:extLst>
                    <a:ext uri="{FF2B5EF4-FFF2-40B4-BE49-F238E27FC236}">
                      <a16:creationId xmlns:a16="http://schemas.microsoft.com/office/drawing/2014/main" id="{38039FB5-AB8D-23CD-32D7-ADD045D2278D}"/>
                    </a:ext>
                  </a:extLst>
                </p:cNvPr>
                <p:cNvSpPr/>
                <p:nvPr/>
              </p:nvSpPr>
              <p:spPr>
                <a:xfrm>
                  <a:off x="1849087" y="3303855"/>
                  <a:ext cx="1477655" cy="515692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&lt;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" name="Rounded Rectangle 8">
                  <a:extLst>
                    <a:ext uri="{FF2B5EF4-FFF2-40B4-BE49-F238E27FC236}">
                      <a16:creationId xmlns:a16="http://schemas.microsoft.com/office/drawing/2014/main" id="{38039FB5-AB8D-23CD-32D7-ADD045D227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9087" y="3303855"/>
                  <a:ext cx="1477655" cy="515692"/>
                </a:xfrm>
                <a:prstGeom prst="roundRect">
                  <a:avLst/>
                </a:prstGeom>
                <a:blipFill>
                  <a:blip r:embed="rId4"/>
                  <a:stretch>
                    <a:fillRect b="-1695"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0A2C2A5-E301-3D3F-A94E-1C93E54B8BB6}"/>
                    </a:ext>
                  </a:extLst>
                </p:cNvPr>
                <p:cNvSpPr txBox="1"/>
                <p:nvPr/>
              </p:nvSpPr>
              <p:spPr>
                <a:xfrm>
                  <a:off x="1999163" y="3380891"/>
                  <a:ext cx="452523" cy="39164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0A2C2A5-E301-3D3F-A94E-1C93E54B8B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9163" y="3380891"/>
                  <a:ext cx="452523" cy="391646"/>
                </a:xfrm>
                <a:prstGeom prst="rect">
                  <a:avLst/>
                </a:prstGeom>
                <a:blipFill>
                  <a:blip r:embed="rId5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2D0F65C-6C1A-73DE-9CE7-D374CEF782B1}"/>
                    </a:ext>
                  </a:extLst>
                </p:cNvPr>
                <p:cNvSpPr txBox="1"/>
                <p:nvPr/>
              </p:nvSpPr>
              <p:spPr>
                <a:xfrm>
                  <a:off x="2817471" y="3380891"/>
                  <a:ext cx="452523" cy="349326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en-US" sz="16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2D0F65C-6C1A-73DE-9CE7-D374CEF78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7471" y="3380891"/>
                  <a:ext cx="452523" cy="34932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FD57E05-280B-104C-8803-ABF7886E807C}"/>
              </a:ext>
            </a:extLst>
          </p:cNvPr>
          <p:cNvGrpSpPr/>
          <p:nvPr/>
        </p:nvGrpSpPr>
        <p:grpSpPr>
          <a:xfrm>
            <a:off x="4957819" y="2686786"/>
            <a:ext cx="2810227" cy="1439196"/>
            <a:chOff x="4390768" y="3110842"/>
            <a:chExt cx="3061592" cy="14391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ounded Rectangle 7">
                  <a:extLst>
                    <a:ext uri="{FF2B5EF4-FFF2-40B4-BE49-F238E27FC236}">
                      <a16:creationId xmlns:a16="http://schemas.microsoft.com/office/drawing/2014/main" id="{07ECFE13-CD98-FF21-4D2B-C9B9A87E0C4D}"/>
                    </a:ext>
                  </a:extLst>
                </p:cNvPr>
                <p:cNvSpPr/>
                <p:nvPr/>
              </p:nvSpPr>
              <p:spPr>
                <a:xfrm>
                  <a:off x="4390768" y="3110842"/>
                  <a:ext cx="3061592" cy="1439196"/>
                </a:xfrm>
                <a:prstGeom prst="roundRect">
                  <a:avLst/>
                </a:prstGeom>
                <a:solidFill>
                  <a:srgbClr val="80D375"/>
                </a:solidFill>
                <a:ln>
                  <a:solidFill>
                    <a:schemeClr val="bg1"/>
                  </a:solidFill>
                </a:ln>
                <a:effectLst>
                  <a:glow rad="139700">
                    <a:schemeClr val="bg2">
                      <a:lumMod val="2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3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Rounded Rectangle 7">
                  <a:extLst>
                    <a:ext uri="{FF2B5EF4-FFF2-40B4-BE49-F238E27FC236}">
                      <a16:creationId xmlns:a16="http://schemas.microsoft.com/office/drawing/2014/main" id="{07ECFE13-CD98-FF21-4D2B-C9B9A87E0C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0768" y="3110842"/>
                  <a:ext cx="3061592" cy="1439196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39700">
                    <a:schemeClr val="bg2">
                      <a:lumMod val="25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E95938E9-0625-35D5-4E17-0D641AB3001D}"/>
                    </a:ext>
                  </a:extLst>
                </p:cNvPr>
                <p:cNvSpPr/>
                <p:nvPr/>
              </p:nvSpPr>
              <p:spPr>
                <a:xfrm>
                  <a:off x="5100840" y="3275931"/>
                  <a:ext cx="1507039" cy="515692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≥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E95938E9-0625-35D5-4E17-0D641AB300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0840" y="3275931"/>
                  <a:ext cx="1507039" cy="515692"/>
                </a:xfrm>
                <a:prstGeom prst="roundRect">
                  <a:avLst/>
                </a:prstGeom>
                <a:blipFill>
                  <a:blip r:embed="rId8"/>
                  <a:stretch>
                    <a:fillRect b="-1724"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A73AE00-6532-FBA2-8DB5-BFD86BBBBF79}"/>
                    </a:ext>
                  </a:extLst>
                </p:cNvPr>
                <p:cNvSpPr txBox="1"/>
                <p:nvPr/>
              </p:nvSpPr>
              <p:spPr>
                <a:xfrm>
                  <a:off x="5263408" y="3352967"/>
                  <a:ext cx="452523" cy="39164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A73AE00-6532-FBA2-8DB5-BFD86BBBBF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3408" y="3352967"/>
                  <a:ext cx="452523" cy="391646"/>
                </a:xfrm>
                <a:prstGeom prst="rect">
                  <a:avLst/>
                </a:prstGeom>
                <a:blipFill>
                  <a:blip r:embed="rId9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39D9930-3741-FE6E-3556-EC271FB78A8E}"/>
                    </a:ext>
                  </a:extLst>
                </p:cNvPr>
                <p:cNvSpPr txBox="1"/>
                <p:nvPr/>
              </p:nvSpPr>
              <p:spPr>
                <a:xfrm>
                  <a:off x="6081716" y="3352967"/>
                  <a:ext cx="452523" cy="349326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en-US" sz="16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39D9930-3741-FE6E-3556-EC271FB78A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1716" y="3352967"/>
                  <a:ext cx="452523" cy="34932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C34732B8-B146-DC0F-C391-6E99C3665653}"/>
                  </a:ext>
                </a:extLst>
              </p:cNvPr>
              <p:cNvSpPr/>
              <p:nvPr/>
            </p:nvSpPr>
            <p:spPr>
              <a:xfrm>
                <a:off x="1068714" y="1841862"/>
                <a:ext cx="6795126" cy="513604"/>
              </a:xfrm>
              <a:prstGeom prst="roundRect">
                <a:avLst/>
              </a:prstGeom>
              <a:solidFill>
                <a:srgbClr val="FFF9BD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32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C34732B8-B146-DC0F-C391-6E99C36656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14" y="1841862"/>
                <a:ext cx="6795126" cy="513604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87C475B2-47BF-2241-244A-546786D5598A}"/>
                  </a:ext>
                </a:extLst>
              </p:cNvPr>
              <p:cNvSpPr/>
              <p:nvPr/>
            </p:nvSpPr>
            <p:spPr>
              <a:xfrm rot="16200000">
                <a:off x="237273" y="3306473"/>
                <a:ext cx="2267087" cy="60420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=1 , …, 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,        </a:t>
                </a:r>
                <a:endParaRPr lang="en-US" sz="2800" dirty="0"/>
              </a:p>
            </p:txBody>
          </p:sp>
        </mc:Choice>
        <mc:Fallback xmlns="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87C475B2-47BF-2241-244A-546786D559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37273" y="3306473"/>
                <a:ext cx="2267087" cy="604204"/>
              </a:xfrm>
              <a:prstGeom prst="roundRect">
                <a:avLst/>
              </a:prstGeom>
              <a:blipFill>
                <a:blip r:embed="rId12"/>
                <a:stretch>
                  <a:fillRect t="-24873" r="-1515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318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75F8E0D-6B8B-1D6C-88F8-835F6EE2F84E}"/>
              </a:ext>
            </a:extLst>
          </p:cNvPr>
          <p:cNvSpPr/>
          <p:nvPr/>
        </p:nvSpPr>
        <p:spPr>
          <a:xfrm>
            <a:off x="783771" y="1576251"/>
            <a:ext cx="7367452" cy="3422469"/>
          </a:xfrm>
          <a:custGeom>
            <a:avLst/>
            <a:gdLst>
              <a:gd name="connsiteX0" fmla="*/ 0 w 7367452"/>
              <a:gd name="connsiteY0" fmla="*/ 0 h 3422469"/>
              <a:gd name="connsiteX1" fmla="*/ 743443 w 7367452"/>
              <a:gd name="connsiteY1" fmla="*/ 0 h 3422469"/>
              <a:gd name="connsiteX2" fmla="*/ 1560560 w 7367452"/>
              <a:gd name="connsiteY2" fmla="*/ 0 h 3422469"/>
              <a:gd name="connsiteX3" fmla="*/ 2082980 w 7367452"/>
              <a:gd name="connsiteY3" fmla="*/ 0 h 3422469"/>
              <a:gd name="connsiteX4" fmla="*/ 2826422 w 7367452"/>
              <a:gd name="connsiteY4" fmla="*/ 0 h 3422469"/>
              <a:gd name="connsiteX5" fmla="*/ 3348842 w 7367452"/>
              <a:gd name="connsiteY5" fmla="*/ 0 h 3422469"/>
              <a:gd name="connsiteX6" fmla="*/ 4018610 w 7367452"/>
              <a:gd name="connsiteY6" fmla="*/ 0 h 3422469"/>
              <a:gd name="connsiteX7" fmla="*/ 4762053 w 7367452"/>
              <a:gd name="connsiteY7" fmla="*/ 0 h 3422469"/>
              <a:gd name="connsiteX8" fmla="*/ 5210798 w 7367452"/>
              <a:gd name="connsiteY8" fmla="*/ 0 h 3422469"/>
              <a:gd name="connsiteX9" fmla="*/ 5659543 w 7367452"/>
              <a:gd name="connsiteY9" fmla="*/ 0 h 3422469"/>
              <a:gd name="connsiteX10" fmla="*/ 6476660 w 7367452"/>
              <a:gd name="connsiteY10" fmla="*/ 0 h 3422469"/>
              <a:gd name="connsiteX11" fmla="*/ 7367452 w 7367452"/>
              <a:gd name="connsiteY11" fmla="*/ 0 h 3422469"/>
              <a:gd name="connsiteX12" fmla="*/ 7367452 w 7367452"/>
              <a:gd name="connsiteY12" fmla="*/ 581820 h 3422469"/>
              <a:gd name="connsiteX13" fmla="*/ 7367452 w 7367452"/>
              <a:gd name="connsiteY13" fmla="*/ 1232089 h 3422469"/>
              <a:gd name="connsiteX14" fmla="*/ 7367452 w 7367452"/>
              <a:gd name="connsiteY14" fmla="*/ 1950807 h 3422469"/>
              <a:gd name="connsiteX15" fmla="*/ 7367452 w 7367452"/>
              <a:gd name="connsiteY15" fmla="*/ 2566852 h 3422469"/>
              <a:gd name="connsiteX16" fmla="*/ 7367452 w 7367452"/>
              <a:gd name="connsiteY16" fmla="*/ 3422469 h 3422469"/>
              <a:gd name="connsiteX17" fmla="*/ 6918707 w 7367452"/>
              <a:gd name="connsiteY17" fmla="*/ 3422469 h 3422469"/>
              <a:gd name="connsiteX18" fmla="*/ 6101590 w 7367452"/>
              <a:gd name="connsiteY18" fmla="*/ 3422469 h 3422469"/>
              <a:gd name="connsiteX19" fmla="*/ 5358147 w 7367452"/>
              <a:gd name="connsiteY19" fmla="*/ 3422469 h 3422469"/>
              <a:gd name="connsiteX20" fmla="*/ 4614704 w 7367452"/>
              <a:gd name="connsiteY20" fmla="*/ 3422469 h 3422469"/>
              <a:gd name="connsiteX21" fmla="*/ 3871261 w 7367452"/>
              <a:gd name="connsiteY21" fmla="*/ 3422469 h 3422469"/>
              <a:gd name="connsiteX22" fmla="*/ 3348842 w 7367452"/>
              <a:gd name="connsiteY22" fmla="*/ 3422469 h 3422469"/>
              <a:gd name="connsiteX23" fmla="*/ 2531724 w 7367452"/>
              <a:gd name="connsiteY23" fmla="*/ 3422469 h 3422469"/>
              <a:gd name="connsiteX24" fmla="*/ 1861956 w 7367452"/>
              <a:gd name="connsiteY24" fmla="*/ 3422469 h 3422469"/>
              <a:gd name="connsiteX25" fmla="*/ 1413211 w 7367452"/>
              <a:gd name="connsiteY25" fmla="*/ 3422469 h 3422469"/>
              <a:gd name="connsiteX26" fmla="*/ 743443 w 7367452"/>
              <a:gd name="connsiteY26" fmla="*/ 3422469 h 3422469"/>
              <a:gd name="connsiteX27" fmla="*/ 0 w 7367452"/>
              <a:gd name="connsiteY27" fmla="*/ 3422469 h 3422469"/>
              <a:gd name="connsiteX28" fmla="*/ 0 w 7367452"/>
              <a:gd name="connsiteY28" fmla="*/ 2772200 h 3422469"/>
              <a:gd name="connsiteX29" fmla="*/ 0 w 7367452"/>
              <a:gd name="connsiteY29" fmla="*/ 2019257 h 3422469"/>
              <a:gd name="connsiteX30" fmla="*/ 0 w 7367452"/>
              <a:gd name="connsiteY30" fmla="*/ 1266314 h 3422469"/>
              <a:gd name="connsiteX31" fmla="*/ 0 w 7367452"/>
              <a:gd name="connsiteY31" fmla="*/ 0 h 3422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7367452" h="3422469" fill="none" extrusionOk="0">
                <a:moveTo>
                  <a:pt x="0" y="0"/>
                </a:moveTo>
                <a:cubicBezTo>
                  <a:pt x="288279" y="-34308"/>
                  <a:pt x="394254" y="-5088"/>
                  <a:pt x="743443" y="0"/>
                </a:cubicBezTo>
                <a:cubicBezTo>
                  <a:pt x="1092632" y="5088"/>
                  <a:pt x="1306709" y="18570"/>
                  <a:pt x="1560560" y="0"/>
                </a:cubicBezTo>
                <a:cubicBezTo>
                  <a:pt x="1814411" y="-18570"/>
                  <a:pt x="1860672" y="-5258"/>
                  <a:pt x="2082980" y="0"/>
                </a:cubicBezTo>
                <a:cubicBezTo>
                  <a:pt x="2305288" y="5258"/>
                  <a:pt x="2611371" y="-20781"/>
                  <a:pt x="2826422" y="0"/>
                </a:cubicBezTo>
                <a:cubicBezTo>
                  <a:pt x="3041473" y="20781"/>
                  <a:pt x="3182725" y="-338"/>
                  <a:pt x="3348842" y="0"/>
                </a:cubicBezTo>
                <a:cubicBezTo>
                  <a:pt x="3514959" y="338"/>
                  <a:pt x="3698783" y="-27998"/>
                  <a:pt x="4018610" y="0"/>
                </a:cubicBezTo>
                <a:cubicBezTo>
                  <a:pt x="4338437" y="27998"/>
                  <a:pt x="4448477" y="-18109"/>
                  <a:pt x="4762053" y="0"/>
                </a:cubicBezTo>
                <a:cubicBezTo>
                  <a:pt x="5075629" y="18109"/>
                  <a:pt x="4989648" y="15464"/>
                  <a:pt x="5210798" y="0"/>
                </a:cubicBezTo>
                <a:cubicBezTo>
                  <a:pt x="5431949" y="-15464"/>
                  <a:pt x="5544709" y="-19214"/>
                  <a:pt x="5659543" y="0"/>
                </a:cubicBezTo>
                <a:cubicBezTo>
                  <a:pt x="5774377" y="19214"/>
                  <a:pt x="6139075" y="-1170"/>
                  <a:pt x="6476660" y="0"/>
                </a:cubicBezTo>
                <a:cubicBezTo>
                  <a:pt x="6814245" y="1170"/>
                  <a:pt x="7061348" y="-35604"/>
                  <a:pt x="7367452" y="0"/>
                </a:cubicBezTo>
                <a:cubicBezTo>
                  <a:pt x="7358949" y="252043"/>
                  <a:pt x="7350820" y="418757"/>
                  <a:pt x="7367452" y="581820"/>
                </a:cubicBezTo>
                <a:cubicBezTo>
                  <a:pt x="7384084" y="744883"/>
                  <a:pt x="7355743" y="911062"/>
                  <a:pt x="7367452" y="1232089"/>
                </a:cubicBezTo>
                <a:cubicBezTo>
                  <a:pt x="7379161" y="1553116"/>
                  <a:pt x="7389981" y="1800697"/>
                  <a:pt x="7367452" y="1950807"/>
                </a:cubicBezTo>
                <a:cubicBezTo>
                  <a:pt x="7344923" y="2100917"/>
                  <a:pt x="7348898" y="2259812"/>
                  <a:pt x="7367452" y="2566852"/>
                </a:cubicBezTo>
                <a:cubicBezTo>
                  <a:pt x="7386006" y="2873892"/>
                  <a:pt x="7341911" y="3106814"/>
                  <a:pt x="7367452" y="3422469"/>
                </a:cubicBezTo>
                <a:cubicBezTo>
                  <a:pt x="7196755" y="3409587"/>
                  <a:pt x="7064685" y="3432918"/>
                  <a:pt x="6918707" y="3422469"/>
                </a:cubicBezTo>
                <a:cubicBezTo>
                  <a:pt x="6772730" y="3412020"/>
                  <a:pt x="6265140" y="3397585"/>
                  <a:pt x="6101590" y="3422469"/>
                </a:cubicBezTo>
                <a:cubicBezTo>
                  <a:pt x="5938040" y="3447353"/>
                  <a:pt x="5617122" y="3391671"/>
                  <a:pt x="5358147" y="3422469"/>
                </a:cubicBezTo>
                <a:cubicBezTo>
                  <a:pt x="5099172" y="3453267"/>
                  <a:pt x="4903588" y="3423503"/>
                  <a:pt x="4614704" y="3422469"/>
                </a:cubicBezTo>
                <a:cubicBezTo>
                  <a:pt x="4325820" y="3421435"/>
                  <a:pt x="4141005" y="3437959"/>
                  <a:pt x="3871261" y="3422469"/>
                </a:cubicBezTo>
                <a:cubicBezTo>
                  <a:pt x="3601517" y="3406979"/>
                  <a:pt x="3596111" y="3442049"/>
                  <a:pt x="3348842" y="3422469"/>
                </a:cubicBezTo>
                <a:cubicBezTo>
                  <a:pt x="3101573" y="3402889"/>
                  <a:pt x="2702844" y="3424138"/>
                  <a:pt x="2531724" y="3422469"/>
                </a:cubicBezTo>
                <a:cubicBezTo>
                  <a:pt x="2360604" y="3420800"/>
                  <a:pt x="2190307" y="3416270"/>
                  <a:pt x="1861956" y="3422469"/>
                </a:cubicBezTo>
                <a:cubicBezTo>
                  <a:pt x="1533605" y="3428668"/>
                  <a:pt x="1553090" y="3434164"/>
                  <a:pt x="1413211" y="3422469"/>
                </a:cubicBezTo>
                <a:cubicBezTo>
                  <a:pt x="1273332" y="3410774"/>
                  <a:pt x="960929" y="3413656"/>
                  <a:pt x="743443" y="3422469"/>
                </a:cubicBezTo>
                <a:cubicBezTo>
                  <a:pt x="525957" y="3431282"/>
                  <a:pt x="261216" y="3433095"/>
                  <a:pt x="0" y="3422469"/>
                </a:cubicBezTo>
                <a:cubicBezTo>
                  <a:pt x="8963" y="3272186"/>
                  <a:pt x="1478" y="3077650"/>
                  <a:pt x="0" y="2772200"/>
                </a:cubicBezTo>
                <a:cubicBezTo>
                  <a:pt x="-1478" y="2466750"/>
                  <a:pt x="27677" y="2374318"/>
                  <a:pt x="0" y="2019257"/>
                </a:cubicBezTo>
                <a:cubicBezTo>
                  <a:pt x="-27677" y="1664196"/>
                  <a:pt x="16894" y="1596496"/>
                  <a:pt x="0" y="1266314"/>
                </a:cubicBezTo>
                <a:cubicBezTo>
                  <a:pt x="-16894" y="936132"/>
                  <a:pt x="-21583" y="624189"/>
                  <a:pt x="0" y="0"/>
                </a:cubicBezTo>
                <a:close/>
              </a:path>
              <a:path w="7367452" h="3422469" stroke="0" extrusionOk="0">
                <a:moveTo>
                  <a:pt x="0" y="0"/>
                </a:moveTo>
                <a:cubicBezTo>
                  <a:pt x="176535" y="-10222"/>
                  <a:pt x="418628" y="-21244"/>
                  <a:pt x="596094" y="0"/>
                </a:cubicBezTo>
                <a:cubicBezTo>
                  <a:pt x="773560" y="21244"/>
                  <a:pt x="851898" y="14866"/>
                  <a:pt x="1044839" y="0"/>
                </a:cubicBezTo>
                <a:cubicBezTo>
                  <a:pt x="1237781" y="-14866"/>
                  <a:pt x="1538989" y="-38146"/>
                  <a:pt x="1861956" y="0"/>
                </a:cubicBezTo>
                <a:cubicBezTo>
                  <a:pt x="2184923" y="38146"/>
                  <a:pt x="2202186" y="-10074"/>
                  <a:pt x="2458050" y="0"/>
                </a:cubicBezTo>
                <a:cubicBezTo>
                  <a:pt x="2713914" y="10074"/>
                  <a:pt x="2840056" y="12874"/>
                  <a:pt x="3054144" y="0"/>
                </a:cubicBezTo>
                <a:cubicBezTo>
                  <a:pt x="3268232" y="-12874"/>
                  <a:pt x="3494624" y="29259"/>
                  <a:pt x="3871261" y="0"/>
                </a:cubicBezTo>
                <a:cubicBezTo>
                  <a:pt x="4247898" y="-29259"/>
                  <a:pt x="4166093" y="885"/>
                  <a:pt x="4393680" y="0"/>
                </a:cubicBezTo>
                <a:cubicBezTo>
                  <a:pt x="4621267" y="-885"/>
                  <a:pt x="4910751" y="-23206"/>
                  <a:pt x="5210798" y="0"/>
                </a:cubicBezTo>
                <a:cubicBezTo>
                  <a:pt x="5510845" y="23206"/>
                  <a:pt x="5764589" y="31980"/>
                  <a:pt x="6027915" y="0"/>
                </a:cubicBezTo>
                <a:cubicBezTo>
                  <a:pt x="6291241" y="-31980"/>
                  <a:pt x="6408142" y="-15954"/>
                  <a:pt x="6697684" y="0"/>
                </a:cubicBezTo>
                <a:cubicBezTo>
                  <a:pt x="6987226" y="15954"/>
                  <a:pt x="7095216" y="-20582"/>
                  <a:pt x="7367452" y="0"/>
                </a:cubicBezTo>
                <a:cubicBezTo>
                  <a:pt x="7372181" y="323564"/>
                  <a:pt x="7366166" y="402394"/>
                  <a:pt x="7367452" y="650269"/>
                </a:cubicBezTo>
                <a:cubicBezTo>
                  <a:pt x="7368738" y="898144"/>
                  <a:pt x="7388726" y="1047869"/>
                  <a:pt x="7367452" y="1232089"/>
                </a:cubicBezTo>
                <a:cubicBezTo>
                  <a:pt x="7346178" y="1416309"/>
                  <a:pt x="7400976" y="1685296"/>
                  <a:pt x="7367452" y="1916583"/>
                </a:cubicBezTo>
                <a:cubicBezTo>
                  <a:pt x="7333928" y="2147870"/>
                  <a:pt x="7342597" y="2343006"/>
                  <a:pt x="7367452" y="2601076"/>
                </a:cubicBezTo>
                <a:cubicBezTo>
                  <a:pt x="7392307" y="2859146"/>
                  <a:pt x="7363537" y="3143888"/>
                  <a:pt x="7367452" y="3422469"/>
                </a:cubicBezTo>
                <a:cubicBezTo>
                  <a:pt x="7004956" y="3396835"/>
                  <a:pt x="6847742" y="3417905"/>
                  <a:pt x="6624009" y="3422469"/>
                </a:cubicBezTo>
                <a:cubicBezTo>
                  <a:pt x="6400276" y="3427033"/>
                  <a:pt x="6113164" y="3395251"/>
                  <a:pt x="5954241" y="3422469"/>
                </a:cubicBezTo>
                <a:cubicBezTo>
                  <a:pt x="5795318" y="3449687"/>
                  <a:pt x="5717218" y="3436472"/>
                  <a:pt x="5505496" y="3422469"/>
                </a:cubicBezTo>
                <a:cubicBezTo>
                  <a:pt x="5293775" y="3408466"/>
                  <a:pt x="5139572" y="3427399"/>
                  <a:pt x="4983077" y="3422469"/>
                </a:cubicBezTo>
                <a:cubicBezTo>
                  <a:pt x="4826582" y="3417539"/>
                  <a:pt x="4335552" y="3460687"/>
                  <a:pt x="4165959" y="3422469"/>
                </a:cubicBezTo>
                <a:cubicBezTo>
                  <a:pt x="3996366" y="3384251"/>
                  <a:pt x="3743804" y="3397106"/>
                  <a:pt x="3496191" y="3422469"/>
                </a:cubicBezTo>
                <a:cubicBezTo>
                  <a:pt x="3248578" y="3447832"/>
                  <a:pt x="3223676" y="3433483"/>
                  <a:pt x="2973772" y="3422469"/>
                </a:cubicBezTo>
                <a:cubicBezTo>
                  <a:pt x="2723868" y="3411455"/>
                  <a:pt x="2571112" y="3434738"/>
                  <a:pt x="2304003" y="3422469"/>
                </a:cubicBezTo>
                <a:cubicBezTo>
                  <a:pt x="2036894" y="3410200"/>
                  <a:pt x="1958434" y="3422795"/>
                  <a:pt x="1855258" y="3422469"/>
                </a:cubicBezTo>
                <a:cubicBezTo>
                  <a:pt x="1752083" y="3422143"/>
                  <a:pt x="1602693" y="3408927"/>
                  <a:pt x="1406514" y="3422469"/>
                </a:cubicBezTo>
                <a:cubicBezTo>
                  <a:pt x="1210335" y="3436011"/>
                  <a:pt x="1029421" y="3395576"/>
                  <a:pt x="736745" y="3422469"/>
                </a:cubicBezTo>
                <a:cubicBezTo>
                  <a:pt x="444069" y="3449362"/>
                  <a:pt x="182848" y="3439101"/>
                  <a:pt x="0" y="3422469"/>
                </a:cubicBezTo>
                <a:cubicBezTo>
                  <a:pt x="-12817" y="3093483"/>
                  <a:pt x="-19444" y="2876810"/>
                  <a:pt x="0" y="2703751"/>
                </a:cubicBezTo>
                <a:cubicBezTo>
                  <a:pt x="19444" y="2530692"/>
                  <a:pt x="-10149" y="2313744"/>
                  <a:pt x="0" y="2053481"/>
                </a:cubicBezTo>
                <a:cubicBezTo>
                  <a:pt x="10149" y="1793218"/>
                  <a:pt x="14398" y="1615040"/>
                  <a:pt x="0" y="1471662"/>
                </a:cubicBezTo>
                <a:cubicBezTo>
                  <a:pt x="-14398" y="1328284"/>
                  <a:pt x="2896" y="899855"/>
                  <a:pt x="0" y="752943"/>
                </a:cubicBezTo>
                <a:cubicBezTo>
                  <a:pt x="-2896" y="606031"/>
                  <a:pt x="13500" y="266843"/>
                  <a:pt x="0" y="0"/>
                </a:cubicBez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8C07DAE-4DF5-B2FA-9E43-69C224E8BE78}"/>
              </a:ext>
            </a:extLst>
          </p:cNvPr>
          <p:cNvGrpSpPr/>
          <p:nvPr/>
        </p:nvGrpSpPr>
        <p:grpSpPr>
          <a:xfrm>
            <a:off x="2089767" y="2700693"/>
            <a:ext cx="2626042" cy="1425289"/>
            <a:chOff x="1223557" y="3124749"/>
            <a:chExt cx="2626042" cy="14252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ounded Rectangle 6">
                  <a:extLst>
                    <a:ext uri="{FF2B5EF4-FFF2-40B4-BE49-F238E27FC236}">
                      <a16:creationId xmlns:a16="http://schemas.microsoft.com/office/drawing/2014/main" id="{1CEE69C4-6739-842A-D50B-0DE9F0FD5E5C}"/>
                    </a:ext>
                  </a:extLst>
                </p:cNvPr>
                <p:cNvSpPr/>
                <p:nvPr/>
              </p:nvSpPr>
              <p:spPr>
                <a:xfrm>
                  <a:off x="1223557" y="3124749"/>
                  <a:ext cx="2626042" cy="1425289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397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" name="Rounded Rectangle 6">
                  <a:extLst>
                    <a:ext uri="{FF2B5EF4-FFF2-40B4-BE49-F238E27FC236}">
                      <a16:creationId xmlns:a16="http://schemas.microsoft.com/office/drawing/2014/main" id="{1CEE69C4-6739-842A-D50B-0DE9F0FD5E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3557" y="3124749"/>
                  <a:ext cx="2626042" cy="1425289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397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ounded Rectangle 8">
                  <a:extLst>
                    <a:ext uri="{FF2B5EF4-FFF2-40B4-BE49-F238E27FC236}">
                      <a16:creationId xmlns:a16="http://schemas.microsoft.com/office/drawing/2014/main" id="{38039FB5-AB8D-23CD-32D7-ADD045D2278D}"/>
                    </a:ext>
                  </a:extLst>
                </p:cNvPr>
                <p:cNvSpPr/>
                <p:nvPr/>
              </p:nvSpPr>
              <p:spPr>
                <a:xfrm>
                  <a:off x="1849087" y="3303855"/>
                  <a:ext cx="1477655" cy="515692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&lt;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" name="Rounded Rectangle 8">
                  <a:extLst>
                    <a:ext uri="{FF2B5EF4-FFF2-40B4-BE49-F238E27FC236}">
                      <a16:creationId xmlns:a16="http://schemas.microsoft.com/office/drawing/2014/main" id="{38039FB5-AB8D-23CD-32D7-ADD045D227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9087" y="3303855"/>
                  <a:ext cx="1477655" cy="515692"/>
                </a:xfrm>
                <a:prstGeom prst="roundRect">
                  <a:avLst/>
                </a:prstGeom>
                <a:blipFill>
                  <a:blip r:embed="rId4"/>
                  <a:stretch>
                    <a:fillRect b="-1695"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0A2C2A5-E301-3D3F-A94E-1C93E54B8BB6}"/>
                    </a:ext>
                  </a:extLst>
                </p:cNvPr>
                <p:cNvSpPr txBox="1"/>
                <p:nvPr/>
              </p:nvSpPr>
              <p:spPr>
                <a:xfrm>
                  <a:off x="1999163" y="3380891"/>
                  <a:ext cx="452523" cy="39164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0A2C2A5-E301-3D3F-A94E-1C93E54B8B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9163" y="3380891"/>
                  <a:ext cx="452523" cy="391646"/>
                </a:xfrm>
                <a:prstGeom prst="rect">
                  <a:avLst/>
                </a:prstGeom>
                <a:blipFill>
                  <a:blip r:embed="rId5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2D0F65C-6C1A-73DE-9CE7-D374CEF782B1}"/>
                    </a:ext>
                  </a:extLst>
                </p:cNvPr>
                <p:cNvSpPr txBox="1"/>
                <p:nvPr/>
              </p:nvSpPr>
              <p:spPr>
                <a:xfrm>
                  <a:off x="2817471" y="3380891"/>
                  <a:ext cx="452523" cy="349326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en-US" sz="16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2D0F65C-6C1A-73DE-9CE7-D374CEF78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7471" y="3380891"/>
                  <a:ext cx="452523" cy="34932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FD57E05-280B-104C-8803-ABF7886E807C}"/>
              </a:ext>
            </a:extLst>
          </p:cNvPr>
          <p:cNvGrpSpPr/>
          <p:nvPr/>
        </p:nvGrpSpPr>
        <p:grpSpPr>
          <a:xfrm>
            <a:off x="4957819" y="2686786"/>
            <a:ext cx="2810227" cy="1439196"/>
            <a:chOff x="4390768" y="3110842"/>
            <a:chExt cx="3061592" cy="14391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ounded Rectangle 7">
                  <a:extLst>
                    <a:ext uri="{FF2B5EF4-FFF2-40B4-BE49-F238E27FC236}">
                      <a16:creationId xmlns:a16="http://schemas.microsoft.com/office/drawing/2014/main" id="{07ECFE13-CD98-FF21-4D2B-C9B9A87E0C4D}"/>
                    </a:ext>
                  </a:extLst>
                </p:cNvPr>
                <p:cNvSpPr/>
                <p:nvPr/>
              </p:nvSpPr>
              <p:spPr>
                <a:xfrm>
                  <a:off x="4390768" y="3110842"/>
                  <a:ext cx="3061592" cy="1439196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39700">
                    <a:schemeClr val="bg2">
                      <a:lumMod val="2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32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sz="3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Rounded Rectangle 7">
                  <a:extLst>
                    <a:ext uri="{FF2B5EF4-FFF2-40B4-BE49-F238E27FC236}">
                      <a16:creationId xmlns:a16="http://schemas.microsoft.com/office/drawing/2014/main" id="{07ECFE13-CD98-FF21-4D2B-C9B9A87E0C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0768" y="3110842"/>
                  <a:ext cx="3061592" cy="1439196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39700">
                    <a:schemeClr val="bg2">
                      <a:lumMod val="25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E95938E9-0625-35D5-4E17-0D641AB3001D}"/>
                    </a:ext>
                  </a:extLst>
                </p:cNvPr>
                <p:cNvSpPr/>
                <p:nvPr/>
              </p:nvSpPr>
              <p:spPr>
                <a:xfrm>
                  <a:off x="5100840" y="3275931"/>
                  <a:ext cx="1507039" cy="515692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≥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E95938E9-0625-35D5-4E17-0D641AB3001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0840" y="3275931"/>
                  <a:ext cx="1507039" cy="515692"/>
                </a:xfrm>
                <a:prstGeom prst="roundRect">
                  <a:avLst/>
                </a:prstGeom>
                <a:blipFill>
                  <a:blip r:embed="rId8"/>
                  <a:stretch>
                    <a:fillRect b="-1724"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A73AE00-6532-FBA2-8DB5-BFD86BBBBF79}"/>
                    </a:ext>
                  </a:extLst>
                </p:cNvPr>
                <p:cNvSpPr txBox="1"/>
                <p:nvPr/>
              </p:nvSpPr>
              <p:spPr>
                <a:xfrm>
                  <a:off x="5263408" y="3352967"/>
                  <a:ext cx="452523" cy="39164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A73AE00-6532-FBA2-8DB5-BFD86BBBBF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3408" y="3352967"/>
                  <a:ext cx="452523" cy="391646"/>
                </a:xfrm>
                <a:prstGeom prst="rect">
                  <a:avLst/>
                </a:prstGeom>
                <a:blipFill>
                  <a:blip r:embed="rId9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39D9930-3741-FE6E-3556-EC271FB78A8E}"/>
                    </a:ext>
                  </a:extLst>
                </p:cNvPr>
                <p:cNvSpPr txBox="1"/>
                <p:nvPr/>
              </p:nvSpPr>
              <p:spPr>
                <a:xfrm>
                  <a:off x="6081716" y="3352967"/>
                  <a:ext cx="452523" cy="349326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en-US" sz="1600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39D9930-3741-FE6E-3556-EC271FB78A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1716" y="3352967"/>
                  <a:ext cx="452523" cy="34932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C34732B8-B146-DC0F-C391-6E99C3665653}"/>
                  </a:ext>
                </a:extLst>
              </p:cNvPr>
              <p:cNvSpPr/>
              <p:nvPr/>
            </p:nvSpPr>
            <p:spPr>
              <a:xfrm>
                <a:off x="1068714" y="1744539"/>
                <a:ext cx="6795126" cy="641161"/>
              </a:xfrm>
              <a:prstGeom prst="roundRect">
                <a:avLst/>
              </a:prstGeom>
              <a:solidFill>
                <a:srgbClr val="FFFD75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∈{                                           </m:t>
                      </m:r>
                      <m:r>
                        <a:rPr lang="en-US" sz="3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   }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C34732B8-B146-DC0F-C391-6E99C36656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14" y="1744539"/>
                <a:ext cx="6795126" cy="641161"/>
              </a:xfrm>
              <a:prstGeom prst="roundRect">
                <a:avLst/>
              </a:prstGeom>
              <a:blipFill>
                <a:blip r:embed="rId11"/>
                <a:stretch>
                  <a:fillRect b="-7246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87C475B2-47BF-2241-244A-546786D5598A}"/>
                  </a:ext>
                </a:extLst>
              </p:cNvPr>
              <p:cNvSpPr/>
              <p:nvPr/>
            </p:nvSpPr>
            <p:spPr>
              <a:xfrm rot="16200000">
                <a:off x="237273" y="3306473"/>
                <a:ext cx="2267087" cy="60420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=1 , …, 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       </a:t>
                </a:r>
                <a:endParaRPr lang="en-US" sz="2800" dirty="0"/>
              </a:p>
            </p:txBody>
          </p:sp>
        </mc:Choice>
        <mc:Fallback xmlns="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87C475B2-47BF-2241-244A-546786D559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37273" y="3306473"/>
                <a:ext cx="2267087" cy="604204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C56449-1C60-0101-39C9-E7F7F3E54C49}"/>
                  </a:ext>
                </a:extLst>
              </p:cNvPr>
              <p:cNvSpPr txBox="1"/>
              <p:nvPr/>
            </p:nvSpPr>
            <p:spPr>
              <a:xfrm>
                <a:off x="2121234" y="1902087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C56449-1C60-0101-39C9-E7F7F3E54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234" y="1902087"/>
                <a:ext cx="1043674" cy="35836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2B848E-557A-9644-8EFA-346354821BBF}"/>
                  </a:ext>
                </a:extLst>
              </p:cNvPr>
              <p:cNvSpPr txBox="1"/>
              <p:nvPr/>
            </p:nvSpPr>
            <p:spPr>
              <a:xfrm>
                <a:off x="4831293" y="1954960"/>
                <a:ext cx="1180042" cy="27699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⋯⋯⋯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2B848E-557A-9644-8EFA-346354821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1293" y="1954960"/>
                <a:ext cx="1180042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3F06C5-68D0-E8B4-A095-F923E4896435}"/>
                  </a:ext>
                </a:extLst>
              </p:cNvPr>
              <p:cNvSpPr txBox="1"/>
              <p:nvPr/>
            </p:nvSpPr>
            <p:spPr>
              <a:xfrm>
                <a:off x="3317896" y="1914275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3F06C5-68D0-E8B4-A095-F923E4896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896" y="1914275"/>
                <a:ext cx="1043674" cy="35836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9CAE0A-46F4-EDAF-C50E-64A29A14E09D}"/>
                  </a:ext>
                </a:extLst>
              </p:cNvPr>
              <p:cNvSpPr txBox="1"/>
              <p:nvPr/>
            </p:nvSpPr>
            <p:spPr>
              <a:xfrm>
                <a:off x="6195784" y="1922560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9CAE0A-46F4-EDAF-C50E-64A29A14E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5784" y="1922560"/>
                <a:ext cx="1043674" cy="35836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3542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75F8E0D-6B8B-1D6C-88F8-835F6EE2F84E}"/>
              </a:ext>
            </a:extLst>
          </p:cNvPr>
          <p:cNvSpPr/>
          <p:nvPr/>
        </p:nvSpPr>
        <p:spPr>
          <a:xfrm>
            <a:off x="581114" y="1350236"/>
            <a:ext cx="7725398" cy="3879790"/>
          </a:xfrm>
          <a:custGeom>
            <a:avLst/>
            <a:gdLst>
              <a:gd name="connsiteX0" fmla="*/ 0 w 7725398"/>
              <a:gd name="connsiteY0" fmla="*/ 0 h 3879790"/>
              <a:gd name="connsiteX1" fmla="*/ 566529 w 7725398"/>
              <a:gd name="connsiteY1" fmla="*/ 0 h 3879790"/>
              <a:gd name="connsiteX2" fmla="*/ 1287566 w 7725398"/>
              <a:gd name="connsiteY2" fmla="*/ 0 h 3879790"/>
              <a:gd name="connsiteX3" fmla="*/ 1776842 w 7725398"/>
              <a:gd name="connsiteY3" fmla="*/ 0 h 3879790"/>
              <a:gd name="connsiteX4" fmla="*/ 2420625 w 7725398"/>
              <a:gd name="connsiteY4" fmla="*/ 0 h 3879790"/>
              <a:gd name="connsiteX5" fmla="*/ 3141662 w 7725398"/>
              <a:gd name="connsiteY5" fmla="*/ 0 h 3879790"/>
              <a:gd name="connsiteX6" fmla="*/ 3553683 w 7725398"/>
              <a:gd name="connsiteY6" fmla="*/ 0 h 3879790"/>
              <a:gd name="connsiteX7" fmla="*/ 3965704 w 7725398"/>
              <a:gd name="connsiteY7" fmla="*/ 0 h 3879790"/>
              <a:gd name="connsiteX8" fmla="*/ 4763995 w 7725398"/>
              <a:gd name="connsiteY8" fmla="*/ 0 h 3879790"/>
              <a:gd name="connsiteX9" fmla="*/ 5407779 w 7725398"/>
              <a:gd name="connsiteY9" fmla="*/ 0 h 3879790"/>
              <a:gd name="connsiteX10" fmla="*/ 5819800 w 7725398"/>
              <a:gd name="connsiteY10" fmla="*/ 0 h 3879790"/>
              <a:gd name="connsiteX11" fmla="*/ 6463583 w 7725398"/>
              <a:gd name="connsiteY11" fmla="*/ 0 h 3879790"/>
              <a:gd name="connsiteX12" fmla="*/ 7725398 w 7725398"/>
              <a:gd name="connsiteY12" fmla="*/ 0 h 3879790"/>
              <a:gd name="connsiteX13" fmla="*/ 7725398 w 7725398"/>
              <a:gd name="connsiteY13" fmla="*/ 607834 h 3879790"/>
              <a:gd name="connsiteX14" fmla="*/ 7725398 w 7725398"/>
              <a:gd name="connsiteY14" fmla="*/ 1254465 h 3879790"/>
              <a:gd name="connsiteX15" fmla="*/ 7725398 w 7725398"/>
              <a:gd name="connsiteY15" fmla="*/ 1784703 h 3879790"/>
              <a:gd name="connsiteX16" fmla="*/ 7725398 w 7725398"/>
              <a:gd name="connsiteY16" fmla="*/ 2508931 h 3879790"/>
              <a:gd name="connsiteX17" fmla="*/ 7725398 w 7725398"/>
              <a:gd name="connsiteY17" fmla="*/ 3155563 h 3879790"/>
              <a:gd name="connsiteX18" fmla="*/ 7725398 w 7725398"/>
              <a:gd name="connsiteY18" fmla="*/ 3879790 h 3879790"/>
              <a:gd name="connsiteX19" fmla="*/ 7158869 w 7725398"/>
              <a:gd name="connsiteY19" fmla="*/ 3879790 h 3879790"/>
              <a:gd name="connsiteX20" fmla="*/ 6669594 w 7725398"/>
              <a:gd name="connsiteY20" fmla="*/ 3879790 h 3879790"/>
              <a:gd name="connsiteX21" fmla="*/ 5871302 w 7725398"/>
              <a:gd name="connsiteY21" fmla="*/ 3879790 h 3879790"/>
              <a:gd name="connsiteX22" fmla="*/ 5227519 w 7725398"/>
              <a:gd name="connsiteY22" fmla="*/ 3879790 h 3879790"/>
              <a:gd name="connsiteX23" fmla="*/ 4815498 w 7725398"/>
              <a:gd name="connsiteY23" fmla="*/ 3879790 h 3879790"/>
              <a:gd name="connsiteX24" fmla="*/ 4171715 w 7725398"/>
              <a:gd name="connsiteY24" fmla="*/ 3879790 h 3879790"/>
              <a:gd name="connsiteX25" fmla="*/ 3605186 w 7725398"/>
              <a:gd name="connsiteY25" fmla="*/ 3879790 h 3879790"/>
              <a:gd name="connsiteX26" fmla="*/ 3038657 w 7725398"/>
              <a:gd name="connsiteY26" fmla="*/ 3879790 h 3879790"/>
              <a:gd name="connsiteX27" fmla="*/ 2472127 w 7725398"/>
              <a:gd name="connsiteY27" fmla="*/ 3879790 h 3879790"/>
              <a:gd name="connsiteX28" fmla="*/ 1905598 w 7725398"/>
              <a:gd name="connsiteY28" fmla="*/ 3879790 h 3879790"/>
              <a:gd name="connsiteX29" fmla="*/ 1184561 w 7725398"/>
              <a:gd name="connsiteY29" fmla="*/ 3879790 h 3879790"/>
              <a:gd name="connsiteX30" fmla="*/ 0 w 7725398"/>
              <a:gd name="connsiteY30" fmla="*/ 3879790 h 3879790"/>
              <a:gd name="connsiteX31" fmla="*/ 0 w 7725398"/>
              <a:gd name="connsiteY31" fmla="*/ 3349552 h 3879790"/>
              <a:gd name="connsiteX32" fmla="*/ 0 w 7725398"/>
              <a:gd name="connsiteY32" fmla="*/ 2741718 h 3879790"/>
              <a:gd name="connsiteX33" fmla="*/ 0 w 7725398"/>
              <a:gd name="connsiteY33" fmla="*/ 2056289 h 3879790"/>
              <a:gd name="connsiteX34" fmla="*/ 0 w 7725398"/>
              <a:gd name="connsiteY34" fmla="*/ 1332061 h 3879790"/>
              <a:gd name="connsiteX35" fmla="*/ 0 w 7725398"/>
              <a:gd name="connsiteY35" fmla="*/ 801823 h 3879790"/>
              <a:gd name="connsiteX36" fmla="*/ 0 w 7725398"/>
              <a:gd name="connsiteY36" fmla="*/ 0 h 38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725398" h="3879790" fill="none" extrusionOk="0">
                <a:moveTo>
                  <a:pt x="0" y="0"/>
                </a:moveTo>
                <a:cubicBezTo>
                  <a:pt x="155188" y="-5899"/>
                  <a:pt x="326180" y="-9113"/>
                  <a:pt x="566529" y="0"/>
                </a:cubicBezTo>
                <a:cubicBezTo>
                  <a:pt x="806878" y="9113"/>
                  <a:pt x="1081026" y="-17820"/>
                  <a:pt x="1287566" y="0"/>
                </a:cubicBezTo>
                <a:cubicBezTo>
                  <a:pt x="1494106" y="17820"/>
                  <a:pt x="1662468" y="-14958"/>
                  <a:pt x="1776842" y="0"/>
                </a:cubicBezTo>
                <a:cubicBezTo>
                  <a:pt x="1891216" y="14958"/>
                  <a:pt x="2247040" y="24386"/>
                  <a:pt x="2420625" y="0"/>
                </a:cubicBezTo>
                <a:cubicBezTo>
                  <a:pt x="2594210" y="-24386"/>
                  <a:pt x="2804018" y="-12668"/>
                  <a:pt x="3141662" y="0"/>
                </a:cubicBezTo>
                <a:cubicBezTo>
                  <a:pt x="3479306" y="12668"/>
                  <a:pt x="3424425" y="1895"/>
                  <a:pt x="3553683" y="0"/>
                </a:cubicBezTo>
                <a:cubicBezTo>
                  <a:pt x="3682941" y="-1895"/>
                  <a:pt x="3880300" y="-10352"/>
                  <a:pt x="3965704" y="0"/>
                </a:cubicBezTo>
                <a:cubicBezTo>
                  <a:pt x="4051108" y="10352"/>
                  <a:pt x="4520786" y="-22380"/>
                  <a:pt x="4763995" y="0"/>
                </a:cubicBezTo>
                <a:cubicBezTo>
                  <a:pt x="5007204" y="22380"/>
                  <a:pt x="5128466" y="-25531"/>
                  <a:pt x="5407779" y="0"/>
                </a:cubicBezTo>
                <a:cubicBezTo>
                  <a:pt x="5687092" y="25531"/>
                  <a:pt x="5620512" y="14638"/>
                  <a:pt x="5819800" y="0"/>
                </a:cubicBezTo>
                <a:cubicBezTo>
                  <a:pt x="6019088" y="-14638"/>
                  <a:pt x="6276648" y="-21393"/>
                  <a:pt x="6463583" y="0"/>
                </a:cubicBezTo>
                <a:cubicBezTo>
                  <a:pt x="6650518" y="21393"/>
                  <a:pt x="7361675" y="-43224"/>
                  <a:pt x="7725398" y="0"/>
                </a:cubicBezTo>
                <a:cubicBezTo>
                  <a:pt x="7751970" y="258940"/>
                  <a:pt x="7736074" y="397993"/>
                  <a:pt x="7725398" y="607834"/>
                </a:cubicBezTo>
                <a:cubicBezTo>
                  <a:pt x="7714722" y="817675"/>
                  <a:pt x="7737809" y="977346"/>
                  <a:pt x="7725398" y="1254465"/>
                </a:cubicBezTo>
                <a:cubicBezTo>
                  <a:pt x="7712987" y="1531584"/>
                  <a:pt x="7731703" y="1559502"/>
                  <a:pt x="7725398" y="1784703"/>
                </a:cubicBezTo>
                <a:cubicBezTo>
                  <a:pt x="7719093" y="2009904"/>
                  <a:pt x="7694232" y="2271550"/>
                  <a:pt x="7725398" y="2508931"/>
                </a:cubicBezTo>
                <a:cubicBezTo>
                  <a:pt x="7756564" y="2746312"/>
                  <a:pt x="7702112" y="2976064"/>
                  <a:pt x="7725398" y="3155563"/>
                </a:cubicBezTo>
                <a:cubicBezTo>
                  <a:pt x="7748684" y="3335062"/>
                  <a:pt x="7735548" y="3703055"/>
                  <a:pt x="7725398" y="3879790"/>
                </a:cubicBezTo>
                <a:cubicBezTo>
                  <a:pt x="7487487" y="3905072"/>
                  <a:pt x="7298570" y="3907927"/>
                  <a:pt x="7158869" y="3879790"/>
                </a:cubicBezTo>
                <a:cubicBezTo>
                  <a:pt x="7019168" y="3851653"/>
                  <a:pt x="6768617" y="3890732"/>
                  <a:pt x="6669594" y="3879790"/>
                </a:cubicBezTo>
                <a:cubicBezTo>
                  <a:pt x="6570572" y="3868848"/>
                  <a:pt x="6051399" y="3915708"/>
                  <a:pt x="5871302" y="3879790"/>
                </a:cubicBezTo>
                <a:cubicBezTo>
                  <a:pt x="5691205" y="3843872"/>
                  <a:pt x="5508871" y="3865348"/>
                  <a:pt x="5227519" y="3879790"/>
                </a:cubicBezTo>
                <a:cubicBezTo>
                  <a:pt x="4946167" y="3894232"/>
                  <a:pt x="4949560" y="3859952"/>
                  <a:pt x="4815498" y="3879790"/>
                </a:cubicBezTo>
                <a:cubicBezTo>
                  <a:pt x="4681436" y="3899628"/>
                  <a:pt x="4432729" y="3900196"/>
                  <a:pt x="4171715" y="3879790"/>
                </a:cubicBezTo>
                <a:cubicBezTo>
                  <a:pt x="3910701" y="3859384"/>
                  <a:pt x="3854104" y="3855682"/>
                  <a:pt x="3605186" y="3879790"/>
                </a:cubicBezTo>
                <a:cubicBezTo>
                  <a:pt x="3356268" y="3903898"/>
                  <a:pt x="3290929" y="3884184"/>
                  <a:pt x="3038657" y="3879790"/>
                </a:cubicBezTo>
                <a:cubicBezTo>
                  <a:pt x="2786385" y="3875396"/>
                  <a:pt x="2599880" y="3858095"/>
                  <a:pt x="2472127" y="3879790"/>
                </a:cubicBezTo>
                <a:cubicBezTo>
                  <a:pt x="2344374" y="3901486"/>
                  <a:pt x="2143656" y="3892695"/>
                  <a:pt x="1905598" y="3879790"/>
                </a:cubicBezTo>
                <a:cubicBezTo>
                  <a:pt x="1667540" y="3866885"/>
                  <a:pt x="1451073" y="3860068"/>
                  <a:pt x="1184561" y="3879790"/>
                </a:cubicBezTo>
                <a:cubicBezTo>
                  <a:pt x="918049" y="3899512"/>
                  <a:pt x="550580" y="3839738"/>
                  <a:pt x="0" y="3879790"/>
                </a:cubicBezTo>
                <a:cubicBezTo>
                  <a:pt x="25570" y="3748634"/>
                  <a:pt x="1789" y="3534375"/>
                  <a:pt x="0" y="3349552"/>
                </a:cubicBezTo>
                <a:cubicBezTo>
                  <a:pt x="-1789" y="3164729"/>
                  <a:pt x="-7240" y="3003950"/>
                  <a:pt x="0" y="2741718"/>
                </a:cubicBezTo>
                <a:cubicBezTo>
                  <a:pt x="7240" y="2479486"/>
                  <a:pt x="-3352" y="2359528"/>
                  <a:pt x="0" y="2056289"/>
                </a:cubicBezTo>
                <a:cubicBezTo>
                  <a:pt x="3352" y="1753050"/>
                  <a:pt x="32179" y="1529567"/>
                  <a:pt x="0" y="1332061"/>
                </a:cubicBezTo>
                <a:cubicBezTo>
                  <a:pt x="-32179" y="1134555"/>
                  <a:pt x="-9129" y="926857"/>
                  <a:pt x="0" y="801823"/>
                </a:cubicBezTo>
                <a:cubicBezTo>
                  <a:pt x="9129" y="676789"/>
                  <a:pt x="18848" y="161079"/>
                  <a:pt x="0" y="0"/>
                </a:cubicBezTo>
                <a:close/>
              </a:path>
              <a:path w="7725398" h="3879790" stroke="0" extrusionOk="0">
                <a:moveTo>
                  <a:pt x="0" y="0"/>
                </a:moveTo>
                <a:cubicBezTo>
                  <a:pt x="187793" y="-26441"/>
                  <a:pt x="442973" y="23219"/>
                  <a:pt x="566529" y="0"/>
                </a:cubicBezTo>
                <a:cubicBezTo>
                  <a:pt x="690085" y="-23219"/>
                  <a:pt x="825049" y="19133"/>
                  <a:pt x="978550" y="0"/>
                </a:cubicBezTo>
                <a:cubicBezTo>
                  <a:pt x="1132051" y="-19133"/>
                  <a:pt x="1521453" y="24118"/>
                  <a:pt x="1776842" y="0"/>
                </a:cubicBezTo>
                <a:cubicBezTo>
                  <a:pt x="2032231" y="-24118"/>
                  <a:pt x="2093522" y="10741"/>
                  <a:pt x="2343371" y="0"/>
                </a:cubicBezTo>
                <a:cubicBezTo>
                  <a:pt x="2593220" y="-10741"/>
                  <a:pt x="2716318" y="22657"/>
                  <a:pt x="2909900" y="0"/>
                </a:cubicBezTo>
                <a:cubicBezTo>
                  <a:pt x="3103482" y="-22657"/>
                  <a:pt x="3462874" y="22521"/>
                  <a:pt x="3708191" y="0"/>
                </a:cubicBezTo>
                <a:cubicBezTo>
                  <a:pt x="3953508" y="-22521"/>
                  <a:pt x="3970235" y="21911"/>
                  <a:pt x="4197466" y="0"/>
                </a:cubicBezTo>
                <a:cubicBezTo>
                  <a:pt x="4424697" y="-21911"/>
                  <a:pt x="4628150" y="37956"/>
                  <a:pt x="4995757" y="0"/>
                </a:cubicBezTo>
                <a:cubicBezTo>
                  <a:pt x="5363364" y="-37956"/>
                  <a:pt x="5429568" y="-241"/>
                  <a:pt x="5794049" y="0"/>
                </a:cubicBezTo>
                <a:cubicBezTo>
                  <a:pt x="6158530" y="241"/>
                  <a:pt x="6266530" y="18962"/>
                  <a:pt x="6437832" y="0"/>
                </a:cubicBezTo>
                <a:cubicBezTo>
                  <a:pt x="6609134" y="-18962"/>
                  <a:pt x="7134869" y="43325"/>
                  <a:pt x="7725398" y="0"/>
                </a:cubicBezTo>
                <a:cubicBezTo>
                  <a:pt x="7719304" y="264583"/>
                  <a:pt x="7712325" y="348407"/>
                  <a:pt x="7725398" y="607834"/>
                </a:cubicBezTo>
                <a:cubicBezTo>
                  <a:pt x="7738471" y="867261"/>
                  <a:pt x="7726017" y="964745"/>
                  <a:pt x="7725398" y="1138072"/>
                </a:cubicBezTo>
                <a:cubicBezTo>
                  <a:pt x="7724779" y="1311399"/>
                  <a:pt x="7707689" y="1650068"/>
                  <a:pt x="7725398" y="1784703"/>
                </a:cubicBezTo>
                <a:cubicBezTo>
                  <a:pt x="7743107" y="1919338"/>
                  <a:pt x="7701774" y="2248227"/>
                  <a:pt x="7725398" y="2431335"/>
                </a:cubicBezTo>
                <a:cubicBezTo>
                  <a:pt x="7749022" y="2614443"/>
                  <a:pt x="7696131" y="2763595"/>
                  <a:pt x="7725398" y="3077967"/>
                </a:cubicBezTo>
                <a:cubicBezTo>
                  <a:pt x="7754665" y="3392339"/>
                  <a:pt x="7758501" y="3582085"/>
                  <a:pt x="7725398" y="3879790"/>
                </a:cubicBezTo>
                <a:cubicBezTo>
                  <a:pt x="7541061" y="3868394"/>
                  <a:pt x="7304905" y="3850290"/>
                  <a:pt x="7004361" y="3879790"/>
                </a:cubicBezTo>
                <a:cubicBezTo>
                  <a:pt x="6703817" y="3909290"/>
                  <a:pt x="6696790" y="3863791"/>
                  <a:pt x="6592340" y="3879790"/>
                </a:cubicBezTo>
                <a:cubicBezTo>
                  <a:pt x="6487890" y="3895789"/>
                  <a:pt x="6306891" y="3880801"/>
                  <a:pt x="6103064" y="3879790"/>
                </a:cubicBezTo>
                <a:cubicBezTo>
                  <a:pt x="5899237" y="3878779"/>
                  <a:pt x="5597384" y="3917145"/>
                  <a:pt x="5304773" y="3879790"/>
                </a:cubicBezTo>
                <a:cubicBezTo>
                  <a:pt x="5012162" y="3842435"/>
                  <a:pt x="4836672" y="3865586"/>
                  <a:pt x="4660990" y="3879790"/>
                </a:cubicBezTo>
                <a:cubicBezTo>
                  <a:pt x="4485308" y="3893994"/>
                  <a:pt x="4272075" y="3900258"/>
                  <a:pt x="4171715" y="3879790"/>
                </a:cubicBezTo>
                <a:cubicBezTo>
                  <a:pt x="4071356" y="3859322"/>
                  <a:pt x="3755334" y="3857113"/>
                  <a:pt x="3527932" y="3879790"/>
                </a:cubicBezTo>
                <a:cubicBezTo>
                  <a:pt x="3300530" y="3902467"/>
                  <a:pt x="3318419" y="3879359"/>
                  <a:pt x="3115911" y="3879790"/>
                </a:cubicBezTo>
                <a:cubicBezTo>
                  <a:pt x="2913403" y="3880221"/>
                  <a:pt x="2883949" y="3889820"/>
                  <a:pt x="2703889" y="3879790"/>
                </a:cubicBezTo>
                <a:cubicBezTo>
                  <a:pt x="2523829" y="3869760"/>
                  <a:pt x="2227640" y="3887975"/>
                  <a:pt x="2060106" y="3879790"/>
                </a:cubicBezTo>
                <a:cubicBezTo>
                  <a:pt x="1892572" y="3871605"/>
                  <a:pt x="1687049" y="3894357"/>
                  <a:pt x="1570831" y="3879790"/>
                </a:cubicBezTo>
                <a:cubicBezTo>
                  <a:pt x="1454614" y="3865223"/>
                  <a:pt x="1099168" y="3867054"/>
                  <a:pt x="849794" y="3879790"/>
                </a:cubicBezTo>
                <a:cubicBezTo>
                  <a:pt x="600420" y="3892526"/>
                  <a:pt x="315753" y="3908103"/>
                  <a:pt x="0" y="3879790"/>
                </a:cubicBezTo>
                <a:cubicBezTo>
                  <a:pt x="19372" y="3609211"/>
                  <a:pt x="-13955" y="3352443"/>
                  <a:pt x="0" y="3194360"/>
                </a:cubicBezTo>
                <a:cubicBezTo>
                  <a:pt x="13955" y="3036277"/>
                  <a:pt x="18905" y="2668638"/>
                  <a:pt x="0" y="2508931"/>
                </a:cubicBezTo>
                <a:cubicBezTo>
                  <a:pt x="-18905" y="2349224"/>
                  <a:pt x="19331" y="2072247"/>
                  <a:pt x="0" y="1939895"/>
                </a:cubicBezTo>
                <a:cubicBezTo>
                  <a:pt x="-19331" y="1807543"/>
                  <a:pt x="-972" y="1566680"/>
                  <a:pt x="0" y="1254465"/>
                </a:cubicBezTo>
                <a:cubicBezTo>
                  <a:pt x="972" y="942250"/>
                  <a:pt x="62613" y="261999"/>
                  <a:pt x="0" y="0"/>
                </a:cubicBezTo>
                <a:close/>
              </a:path>
            </a:pathLst>
          </a:custGeom>
          <a:blipFill>
            <a:blip r:embed="rId3"/>
            <a:tile tx="0" ty="0" sx="100000" sy="100000" flip="none" algn="tl"/>
          </a:blip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C34732B8-B146-DC0F-C391-6E99C3665653}"/>
                  </a:ext>
                </a:extLst>
              </p:cNvPr>
              <p:cNvSpPr/>
              <p:nvPr/>
            </p:nvSpPr>
            <p:spPr>
              <a:xfrm>
                <a:off x="815719" y="1594811"/>
                <a:ext cx="7109082" cy="562911"/>
              </a:xfrm>
              <a:prstGeom prst="roundRect">
                <a:avLst/>
              </a:prstGeom>
              <a:solidFill>
                <a:srgbClr val="FFFD75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∈{                                           </m:t>
                      </m:r>
                      <m:r>
                        <a:rPr lang="en-US" sz="3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   }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C34732B8-B146-DC0F-C391-6E99C36656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19" y="1594811"/>
                <a:ext cx="7109082" cy="562911"/>
              </a:xfrm>
              <a:prstGeom prst="roundRect">
                <a:avLst/>
              </a:prstGeom>
              <a:blipFill>
                <a:blip r:embed="rId4"/>
                <a:stretch>
                  <a:fillRect b="-12903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87C475B2-47BF-2241-244A-546786D5598A}"/>
                  </a:ext>
                </a:extLst>
              </p:cNvPr>
              <p:cNvSpPr/>
              <p:nvPr/>
            </p:nvSpPr>
            <p:spPr>
              <a:xfrm rot="16200000">
                <a:off x="-188822" y="3487731"/>
                <a:ext cx="2513828" cy="50474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=1 , …, 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       </a:t>
                </a:r>
                <a:endParaRPr lang="en-US" sz="2800" dirty="0"/>
              </a:p>
            </p:txBody>
          </p:sp>
        </mc:Choice>
        <mc:Fallback xmlns="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87C475B2-47BF-2241-244A-546786D559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88822" y="3487731"/>
                <a:ext cx="2513828" cy="504746"/>
              </a:xfrm>
              <a:prstGeom prst="roundRect">
                <a:avLst/>
              </a:prstGeom>
              <a:blipFill>
                <a:blip r:embed="rId5"/>
                <a:stretch>
                  <a:fillRect r="-1724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C56449-1C60-0101-39C9-E7F7F3E54C49}"/>
                  </a:ext>
                </a:extLst>
              </p:cNvPr>
              <p:cNvSpPr txBox="1"/>
              <p:nvPr/>
            </p:nvSpPr>
            <p:spPr>
              <a:xfrm>
                <a:off x="2121234" y="1696553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C56449-1C60-0101-39C9-E7F7F3E54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234" y="1696553"/>
                <a:ext cx="1043674" cy="3583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2B848E-557A-9644-8EFA-346354821BBF}"/>
                  </a:ext>
                </a:extLst>
              </p:cNvPr>
              <p:cNvSpPr txBox="1"/>
              <p:nvPr/>
            </p:nvSpPr>
            <p:spPr>
              <a:xfrm>
                <a:off x="4737246" y="1758791"/>
                <a:ext cx="1180042" cy="27699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⋯⋯⋯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2B848E-557A-9644-8EFA-346354821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246" y="1758791"/>
                <a:ext cx="118004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3F06C5-68D0-E8B4-A095-F923E4896435}"/>
                  </a:ext>
                </a:extLst>
              </p:cNvPr>
              <p:cNvSpPr txBox="1"/>
              <p:nvPr/>
            </p:nvSpPr>
            <p:spPr>
              <a:xfrm>
                <a:off x="3317616" y="1708963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3F06C5-68D0-E8B4-A095-F923E4896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616" y="1708963"/>
                <a:ext cx="1043674" cy="3583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9CAE0A-46F4-EDAF-C50E-64A29A14E09D}"/>
                  </a:ext>
                </a:extLst>
              </p:cNvPr>
              <p:cNvSpPr txBox="1"/>
              <p:nvPr/>
            </p:nvSpPr>
            <p:spPr>
              <a:xfrm>
                <a:off x="6151893" y="1703128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9CAE0A-46F4-EDAF-C50E-64A29A14E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893" y="1703128"/>
                <a:ext cx="1043674" cy="3583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29A40A-E744-B624-9416-A1B0B0A69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141884"/>
              </p:ext>
            </p:extLst>
          </p:nvPr>
        </p:nvGraphicFramePr>
        <p:xfrm>
          <a:off x="1509215" y="2340372"/>
          <a:ext cx="6356768" cy="263908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33793">
                  <a:extLst>
                    <a:ext uri="{9D8B030D-6E8A-4147-A177-3AD203B41FA5}">
                      <a16:colId xmlns:a16="http://schemas.microsoft.com/office/drawing/2014/main" val="3980504908"/>
                    </a:ext>
                  </a:extLst>
                </a:gridCol>
                <a:gridCol w="1113420">
                  <a:extLst>
                    <a:ext uri="{9D8B030D-6E8A-4147-A177-3AD203B41FA5}">
                      <a16:colId xmlns:a16="http://schemas.microsoft.com/office/drawing/2014/main" val="3560750470"/>
                    </a:ext>
                  </a:extLst>
                </a:gridCol>
                <a:gridCol w="1181939">
                  <a:extLst>
                    <a:ext uri="{9D8B030D-6E8A-4147-A177-3AD203B41FA5}">
                      <a16:colId xmlns:a16="http://schemas.microsoft.com/office/drawing/2014/main" val="1023949154"/>
                    </a:ext>
                  </a:extLst>
                </a:gridCol>
                <a:gridCol w="1079161">
                  <a:extLst>
                    <a:ext uri="{9D8B030D-6E8A-4147-A177-3AD203B41FA5}">
                      <a16:colId xmlns:a16="http://schemas.microsoft.com/office/drawing/2014/main" val="3699071661"/>
                    </a:ext>
                  </a:extLst>
                </a:gridCol>
                <a:gridCol w="1113420">
                  <a:extLst>
                    <a:ext uri="{9D8B030D-6E8A-4147-A177-3AD203B41FA5}">
                      <a16:colId xmlns:a16="http://schemas.microsoft.com/office/drawing/2014/main" val="3695187582"/>
                    </a:ext>
                  </a:extLst>
                </a:gridCol>
                <a:gridCol w="1235035">
                  <a:extLst>
                    <a:ext uri="{9D8B030D-6E8A-4147-A177-3AD203B41FA5}">
                      <a16:colId xmlns:a16="http://schemas.microsoft.com/office/drawing/2014/main" val="2418733614"/>
                    </a:ext>
                  </a:extLst>
                </a:gridCol>
              </a:tblGrid>
              <a:tr h="3883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798402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78019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487644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018728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96359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235A6BC-9DE1-8571-14DC-6986C1FF661A}"/>
              </a:ext>
            </a:extLst>
          </p:cNvPr>
          <p:cNvSpPr/>
          <p:nvPr/>
        </p:nvSpPr>
        <p:spPr>
          <a:xfrm>
            <a:off x="1509215" y="2729065"/>
            <a:ext cx="612019" cy="2250772"/>
          </a:xfrm>
          <a:prstGeom prst="rect">
            <a:avLst/>
          </a:prstGeom>
          <a:solidFill>
            <a:srgbClr val="8F51DB">
              <a:alpha val="29804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3241D2-45AD-E5C3-B67A-9190798C31AE}"/>
              </a:ext>
            </a:extLst>
          </p:cNvPr>
          <p:cNvSpPr txBox="1"/>
          <p:nvPr/>
        </p:nvSpPr>
        <p:spPr>
          <a:xfrm>
            <a:off x="1561823" y="2899343"/>
            <a:ext cx="504746" cy="307777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dirty="0"/>
              <a:t>j=1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FD8AD6-0FC5-5C9C-9846-37AA0A82D02F}"/>
              </a:ext>
            </a:extLst>
          </p:cNvPr>
          <p:cNvSpPr txBox="1"/>
          <p:nvPr/>
        </p:nvSpPr>
        <p:spPr>
          <a:xfrm>
            <a:off x="1556883" y="3506678"/>
            <a:ext cx="504746" cy="307777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dirty="0"/>
              <a:t>j=2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98F4F4-B465-0AFF-897E-E6A33EADEBF4}"/>
                  </a:ext>
                </a:extLst>
              </p:cNvPr>
              <p:cNvSpPr txBox="1"/>
              <p:nvPr/>
            </p:nvSpPr>
            <p:spPr>
              <a:xfrm>
                <a:off x="1667690" y="4069589"/>
                <a:ext cx="283132" cy="30777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98F4F4-B465-0AFF-897E-E6A33EADE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690" y="4069589"/>
                <a:ext cx="283132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DA11C9B9-14FD-52D1-1BCD-369A1C3ED1F9}"/>
              </a:ext>
            </a:extLst>
          </p:cNvPr>
          <p:cNvSpPr txBox="1"/>
          <p:nvPr/>
        </p:nvSpPr>
        <p:spPr>
          <a:xfrm>
            <a:off x="1561823" y="4579857"/>
            <a:ext cx="504746" cy="307777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dirty="0"/>
              <a:t>j=p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E66F17-A54B-5CF6-527D-50CA6D6449FE}"/>
              </a:ext>
            </a:extLst>
          </p:cNvPr>
          <p:cNvSpPr/>
          <p:nvPr/>
        </p:nvSpPr>
        <p:spPr>
          <a:xfrm rot="16200000">
            <a:off x="4823800" y="-337673"/>
            <a:ext cx="366069" cy="5718300"/>
          </a:xfrm>
          <a:prstGeom prst="rect">
            <a:avLst/>
          </a:prstGeom>
          <a:solidFill>
            <a:srgbClr val="FFFF00">
              <a:alpha val="69020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D333C5-DE98-4475-C833-DE619EA7BF50}"/>
              </a:ext>
            </a:extLst>
          </p:cNvPr>
          <p:cNvSpPr txBox="1"/>
          <p:nvPr/>
        </p:nvSpPr>
        <p:spPr>
          <a:xfrm>
            <a:off x="2382289" y="2389359"/>
            <a:ext cx="504746" cy="261610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i=</a:t>
            </a:r>
            <a:r>
              <a:rPr lang="en-US" sz="11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A38545-AB57-0E9B-1536-50AA49450A60}"/>
              </a:ext>
            </a:extLst>
          </p:cNvPr>
          <p:cNvSpPr txBox="1"/>
          <p:nvPr/>
        </p:nvSpPr>
        <p:spPr>
          <a:xfrm>
            <a:off x="3576847" y="2389359"/>
            <a:ext cx="504746" cy="261610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i=</a:t>
            </a:r>
            <a:r>
              <a:rPr lang="en-US" sz="11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886018-0FC3-1B63-985F-18913529CF0A}"/>
              </a:ext>
            </a:extLst>
          </p:cNvPr>
          <p:cNvSpPr txBox="1"/>
          <p:nvPr/>
        </p:nvSpPr>
        <p:spPr>
          <a:xfrm>
            <a:off x="5752221" y="2389359"/>
            <a:ext cx="504746" cy="261610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i=</a:t>
            </a:r>
            <a:r>
              <a:rPr lang="en-US" sz="1100" dirty="0">
                <a:solidFill>
                  <a:srgbClr val="FF0000"/>
                </a:solidFill>
              </a:rPr>
              <a:t>n-1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9034AB-3A54-3F2F-A96F-0E8704E7D6D1}"/>
              </a:ext>
            </a:extLst>
          </p:cNvPr>
          <p:cNvSpPr txBox="1"/>
          <p:nvPr/>
        </p:nvSpPr>
        <p:spPr>
          <a:xfrm>
            <a:off x="6996316" y="2376780"/>
            <a:ext cx="504746" cy="261610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i=</a:t>
            </a:r>
            <a:r>
              <a:rPr lang="en-US" sz="1100" dirty="0">
                <a:solidFill>
                  <a:srgbClr val="FF0000"/>
                </a:solidFill>
              </a:rPr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5E9D648-1A7B-86AB-030E-A0FCE320BC1F}"/>
                  </a:ext>
                </a:extLst>
              </p:cNvPr>
              <p:cNvSpPr txBox="1"/>
              <p:nvPr/>
            </p:nvSpPr>
            <p:spPr>
              <a:xfrm>
                <a:off x="4480560" y="3904488"/>
                <a:ext cx="987552" cy="46166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5E9D648-1A7B-86AB-030E-A0FCE320B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0" y="3904488"/>
                <a:ext cx="987552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2805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D6C3A6-62D6-0A31-DAAF-6D8661441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59AE8BD-AD99-EE73-196C-24194533C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825344"/>
              </p:ext>
            </p:extLst>
          </p:nvPr>
        </p:nvGraphicFramePr>
        <p:xfrm>
          <a:off x="525517" y="174543"/>
          <a:ext cx="6216210" cy="2352675"/>
        </p:xfrm>
        <a:graphic>
          <a:graphicData uri="http://schemas.openxmlformats.org/drawingml/2006/table">
            <a:tbl>
              <a:tblPr/>
              <a:tblGrid>
                <a:gridCol w="690690">
                  <a:extLst>
                    <a:ext uri="{9D8B030D-6E8A-4147-A177-3AD203B41FA5}">
                      <a16:colId xmlns:a16="http://schemas.microsoft.com/office/drawing/2014/main" val="2662853941"/>
                    </a:ext>
                  </a:extLst>
                </a:gridCol>
                <a:gridCol w="690690">
                  <a:extLst>
                    <a:ext uri="{9D8B030D-6E8A-4147-A177-3AD203B41FA5}">
                      <a16:colId xmlns:a16="http://schemas.microsoft.com/office/drawing/2014/main" val="216679712"/>
                    </a:ext>
                  </a:extLst>
                </a:gridCol>
                <a:gridCol w="690690">
                  <a:extLst>
                    <a:ext uri="{9D8B030D-6E8A-4147-A177-3AD203B41FA5}">
                      <a16:colId xmlns:a16="http://schemas.microsoft.com/office/drawing/2014/main" val="3768259428"/>
                    </a:ext>
                  </a:extLst>
                </a:gridCol>
                <a:gridCol w="690690">
                  <a:extLst>
                    <a:ext uri="{9D8B030D-6E8A-4147-A177-3AD203B41FA5}">
                      <a16:colId xmlns:a16="http://schemas.microsoft.com/office/drawing/2014/main" val="25076841"/>
                    </a:ext>
                  </a:extLst>
                </a:gridCol>
                <a:gridCol w="690690">
                  <a:extLst>
                    <a:ext uri="{9D8B030D-6E8A-4147-A177-3AD203B41FA5}">
                      <a16:colId xmlns:a16="http://schemas.microsoft.com/office/drawing/2014/main" val="93720253"/>
                    </a:ext>
                  </a:extLst>
                </a:gridCol>
                <a:gridCol w="690690">
                  <a:extLst>
                    <a:ext uri="{9D8B030D-6E8A-4147-A177-3AD203B41FA5}">
                      <a16:colId xmlns:a16="http://schemas.microsoft.com/office/drawing/2014/main" val="1315466904"/>
                    </a:ext>
                  </a:extLst>
                </a:gridCol>
                <a:gridCol w="690690">
                  <a:extLst>
                    <a:ext uri="{9D8B030D-6E8A-4147-A177-3AD203B41FA5}">
                      <a16:colId xmlns:a16="http://schemas.microsoft.com/office/drawing/2014/main" val="151845989"/>
                    </a:ext>
                  </a:extLst>
                </a:gridCol>
                <a:gridCol w="690690">
                  <a:extLst>
                    <a:ext uri="{9D8B030D-6E8A-4147-A177-3AD203B41FA5}">
                      <a16:colId xmlns:a16="http://schemas.microsoft.com/office/drawing/2014/main" val="2864779117"/>
                    </a:ext>
                  </a:extLst>
                </a:gridCol>
                <a:gridCol w="690690">
                  <a:extLst>
                    <a:ext uri="{9D8B030D-6E8A-4147-A177-3AD203B41FA5}">
                      <a16:colId xmlns:a16="http://schemas.microsoft.com/office/drawing/2014/main" val="1892130350"/>
                    </a:ext>
                  </a:extLst>
                </a:gridCol>
              </a:tblGrid>
              <a:tr h="227343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489260"/>
                  </a:ext>
                </a:extLst>
              </a:tr>
              <a:tr h="2747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994546"/>
                  </a:ext>
                </a:extLst>
              </a:tr>
              <a:tr h="2747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816434"/>
                  </a:ext>
                </a:extLst>
              </a:tr>
              <a:tr h="2747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DC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196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179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160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188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208234"/>
                  </a:ext>
                </a:extLst>
              </a:tr>
              <a:tr h="2747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737217"/>
                  </a:ext>
                </a:extLst>
              </a:tr>
              <a:tr h="2747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132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117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096720"/>
                  </a:ext>
                </a:extLst>
              </a:tr>
              <a:tr h="2747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506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537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528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540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521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505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504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523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246362"/>
                  </a:ext>
                </a:extLst>
              </a:tr>
            </a:tbl>
          </a:graphicData>
        </a:graphic>
      </p:graphicFrame>
      <p:pic>
        <p:nvPicPr>
          <p:cNvPr id="18" name="Picture 17" descr="A screenshot of a math game&#10;&#10;Description automatically generated">
            <a:extLst>
              <a:ext uri="{FF2B5EF4-FFF2-40B4-BE49-F238E27FC236}">
                <a16:creationId xmlns:a16="http://schemas.microsoft.com/office/drawing/2014/main" id="{62446450-E3CA-59D9-57D6-54CE8DD6B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56" y="2992131"/>
            <a:ext cx="6584731" cy="341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169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62138-470A-315B-111F-ECE6041F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DF9E319-144A-41E8-57AA-EAE081CA53CF}"/>
              </a:ext>
            </a:extLst>
          </p:cNvPr>
          <p:cNvSpPr/>
          <p:nvPr/>
        </p:nvSpPr>
        <p:spPr>
          <a:xfrm>
            <a:off x="581114" y="1350236"/>
            <a:ext cx="7725398" cy="3879790"/>
          </a:xfrm>
          <a:custGeom>
            <a:avLst/>
            <a:gdLst>
              <a:gd name="connsiteX0" fmla="*/ 0 w 7725398"/>
              <a:gd name="connsiteY0" fmla="*/ 0 h 3879790"/>
              <a:gd name="connsiteX1" fmla="*/ 566529 w 7725398"/>
              <a:gd name="connsiteY1" fmla="*/ 0 h 3879790"/>
              <a:gd name="connsiteX2" fmla="*/ 1287566 w 7725398"/>
              <a:gd name="connsiteY2" fmla="*/ 0 h 3879790"/>
              <a:gd name="connsiteX3" fmla="*/ 1776842 w 7725398"/>
              <a:gd name="connsiteY3" fmla="*/ 0 h 3879790"/>
              <a:gd name="connsiteX4" fmla="*/ 2420625 w 7725398"/>
              <a:gd name="connsiteY4" fmla="*/ 0 h 3879790"/>
              <a:gd name="connsiteX5" fmla="*/ 3141662 w 7725398"/>
              <a:gd name="connsiteY5" fmla="*/ 0 h 3879790"/>
              <a:gd name="connsiteX6" fmla="*/ 3553683 w 7725398"/>
              <a:gd name="connsiteY6" fmla="*/ 0 h 3879790"/>
              <a:gd name="connsiteX7" fmla="*/ 3965704 w 7725398"/>
              <a:gd name="connsiteY7" fmla="*/ 0 h 3879790"/>
              <a:gd name="connsiteX8" fmla="*/ 4763995 w 7725398"/>
              <a:gd name="connsiteY8" fmla="*/ 0 h 3879790"/>
              <a:gd name="connsiteX9" fmla="*/ 5407779 w 7725398"/>
              <a:gd name="connsiteY9" fmla="*/ 0 h 3879790"/>
              <a:gd name="connsiteX10" fmla="*/ 5819800 w 7725398"/>
              <a:gd name="connsiteY10" fmla="*/ 0 h 3879790"/>
              <a:gd name="connsiteX11" fmla="*/ 6463583 w 7725398"/>
              <a:gd name="connsiteY11" fmla="*/ 0 h 3879790"/>
              <a:gd name="connsiteX12" fmla="*/ 7725398 w 7725398"/>
              <a:gd name="connsiteY12" fmla="*/ 0 h 3879790"/>
              <a:gd name="connsiteX13" fmla="*/ 7725398 w 7725398"/>
              <a:gd name="connsiteY13" fmla="*/ 607834 h 3879790"/>
              <a:gd name="connsiteX14" fmla="*/ 7725398 w 7725398"/>
              <a:gd name="connsiteY14" fmla="*/ 1254465 h 3879790"/>
              <a:gd name="connsiteX15" fmla="*/ 7725398 w 7725398"/>
              <a:gd name="connsiteY15" fmla="*/ 1784703 h 3879790"/>
              <a:gd name="connsiteX16" fmla="*/ 7725398 w 7725398"/>
              <a:gd name="connsiteY16" fmla="*/ 2508931 h 3879790"/>
              <a:gd name="connsiteX17" fmla="*/ 7725398 w 7725398"/>
              <a:gd name="connsiteY17" fmla="*/ 3155563 h 3879790"/>
              <a:gd name="connsiteX18" fmla="*/ 7725398 w 7725398"/>
              <a:gd name="connsiteY18" fmla="*/ 3879790 h 3879790"/>
              <a:gd name="connsiteX19" fmla="*/ 7158869 w 7725398"/>
              <a:gd name="connsiteY19" fmla="*/ 3879790 h 3879790"/>
              <a:gd name="connsiteX20" fmla="*/ 6669594 w 7725398"/>
              <a:gd name="connsiteY20" fmla="*/ 3879790 h 3879790"/>
              <a:gd name="connsiteX21" fmla="*/ 5871302 w 7725398"/>
              <a:gd name="connsiteY21" fmla="*/ 3879790 h 3879790"/>
              <a:gd name="connsiteX22" fmla="*/ 5227519 w 7725398"/>
              <a:gd name="connsiteY22" fmla="*/ 3879790 h 3879790"/>
              <a:gd name="connsiteX23" fmla="*/ 4815498 w 7725398"/>
              <a:gd name="connsiteY23" fmla="*/ 3879790 h 3879790"/>
              <a:gd name="connsiteX24" fmla="*/ 4171715 w 7725398"/>
              <a:gd name="connsiteY24" fmla="*/ 3879790 h 3879790"/>
              <a:gd name="connsiteX25" fmla="*/ 3605186 w 7725398"/>
              <a:gd name="connsiteY25" fmla="*/ 3879790 h 3879790"/>
              <a:gd name="connsiteX26" fmla="*/ 3038657 w 7725398"/>
              <a:gd name="connsiteY26" fmla="*/ 3879790 h 3879790"/>
              <a:gd name="connsiteX27" fmla="*/ 2472127 w 7725398"/>
              <a:gd name="connsiteY27" fmla="*/ 3879790 h 3879790"/>
              <a:gd name="connsiteX28" fmla="*/ 1905598 w 7725398"/>
              <a:gd name="connsiteY28" fmla="*/ 3879790 h 3879790"/>
              <a:gd name="connsiteX29" fmla="*/ 1184561 w 7725398"/>
              <a:gd name="connsiteY29" fmla="*/ 3879790 h 3879790"/>
              <a:gd name="connsiteX30" fmla="*/ 0 w 7725398"/>
              <a:gd name="connsiteY30" fmla="*/ 3879790 h 3879790"/>
              <a:gd name="connsiteX31" fmla="*/ 0 w 7725398"/>
              <a:gd name="connsiteY31" fmla="*/ 3349552 h 3879790"/>
              <a:gd name="connsiteX32" fmla="*/ 0 w 7725398"/>
              <a:gd name="connsiteY32" fmla="*/ 2741718 h 3879790"/>
              <a:gd name="connsiteX33" fmla="*/ 0 w 7725398"/>
              <a:gd name="connsiteY33" fmla="*/ 2056289 h 3879790"/>
              <a:gd name="connsiteX34" fmla="*/ 0 w 7725398"/>
              <a:gd name="connsiteY34" fmla="*/ 1332061 h 3879790"/>
              <a:gd name="connsiteX35" fmla="*/ 0 w 7725398"/>
              <a:gd name="connsiteY35" fmla="*/ 801823 h 3879790"/>
              <a:gd name="connsiteX36" fmla="*/ 0 w 7725398"/>
              <a:gd name="connsiteY36" fmla="*/ 0 h 38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725398" h="3879790" fill="none" extrusionOk="0">
                <a:moveTo>
                  <a:pt x="0" y="0"/>
                </a:moveTo>
                <a:cubicBezTo>
                  <a:pt x="155188" y="-5899"/>
                  <a:pt x="326180" y="-9113"/>
                  <a:pt x="566529" y="0"/>
                </a:cubicBezTo>
                <a:cubicBezTo>
                  <a:pt x="806878" y="9113"/>
                  <a:pt x="1081026" y="-17820"/>
                  <a:pt x="1287566" y="0"/>
                </a:cubicBezTo>
                <a:cubicBezTo>
                  <a:pt x="1494106" y="17820"/>
                  <a:pt x="1662468" y="-14958"/>
                  <a:pt x="1776842" y="0"/>
                </a:cubicBezTo>
                <a:cubicBezTo>
                  <a:pt x="1891216" y="14958"/>
                  <a:pt x="2247040" y="24386"/>
                  <a:pt x="2420625" y="0"/>
                </a:cubicBezTo>
                <a:cubicBezTo>
                  <a:pt x="2594210" y="-24386"/>
                  <a:pt x="2804018" y="-12668"/>
                  <a:pt x="3141662" y="0"/>
                </a:cubicBezTo>
                <a:cubicBezTo>
                  <a:pt x="3479306" y="12668"/>
                  <a:pt x="3424425" y="1895"/>
                  <a:pt x="3553683" y="0"/>
                </a:cubicBezTo>
                <a:cubicBezTo>
                  <a:pt x="3682941" y="-1895"/>
                  <a:pt x="3880300" y="-10352"/>
                  <a:pt x="3965704" y="0"/>
                </a:cubicBezTo>
                <a:cubicBezTo>
                  <a:pt x="4051108" y="10352"/>
                  <a:pt x="4520786" y="-22380"/>
                  <a:pt x="4763995" y="0"/>
                </a:cubicBezTo>
                <a:cubicBezTo>
                  <a:pt x="5007204" y="22380"/>
                  <a:pt x="5128466" y="-25531"/>
                  <a:pt x="5407779" y="0"/>
                </a:cubicBezTo>
                <a:cubicBezTo>
                  <a:pt x="5687092" y="25531"/>
                  <a:pt x="5620512" y="14638"/>
                  <a:pt x="5819800" y="0"/>
                </a:cubicBezTo>
                <a:cubicBezTo>
                  <a:pt x="6019088" y="-14638"/>
                  <a:pt x="6276648" y="-21393"/>
                  <a:pt x="6463583" y="0"/>
                </a:cubicBezTo>
                <a:cubicBezTo>
                  <a:pt x="6650518" y="21393"/>
                  <a:pt x="7361675" y="-43224"/>
                  <a:pt x="7725398" y="0"/>
                </a:cubicBezTo>
                <a:cubicBezTo>
                  <a:pt x="7751970" y="258940"/>
                  <a:pt x="7736074" y="397993"/>
                  <a:pt x="7725398" y="607834"/>
                </a:cubicBezTo>
                <a:cubicBezTo>
                  <a:pt x="7714722" y="817675"/>
                  <a:pt x="7737809" y="977346"/>
                  <a:pt x="7725398" y="1254465"/>
                </a:cubicBezTo>
                <a:cubicBezTo>
                  <a:pt x="7712987" y="1531584"/>
                  <a:pt x="7731703" y="1559502"/>
                  <a:pt x="7725398" y="1784703"/>
                </a:cubicBezTo>
                <a:cubicBezTo>
                  <a:pt x="7719093" y="2009904"/>
                  <a:pt x="7694232" y="2271550"/>
                  <a:pt x="7725398" y="2508931"/>
                </a:cubicBezTo>
                <a:cubicBezTo>
                  <a:pt x="7756564" y="2746312"/>
                  <a:pt x="7702112" y="2976064"/>
                  <a:pt x="7725398" y="3155563"/>
                </a:cubicBezTo>
                <a:cubicBezTo>
                  <a:pt x="7748684" y="3335062"/>
                  <a:pt x="7735548" y="3703055"/>
                  <a:pt x="7725398" y="3879790"/>
                </a:cubicBezTo>
                <a:cubicBezTo>
                  <a:pt x="7487487" y="3905072"/>
                  <a:pt x="7298570" y="3907927"/>
                  <a:pt x="7158869" y="3879790"/>
                </a:cubicBezTo>
                <a:cubicBezTo>
                  <a:pt x="7019168" y="3851653"/>
                  <a:pt x="6768617" y="3890732"/>
                  <a:pt x="6669594" y="3879790"/>
                </a:cubicBezTo>
                <a:cubicBezTo>
                  <a:pt x="6570572" y="3868848"/>
                  <a:pt x="6051399" y="3915708"/>
                  <a:pt x="5871302" y="3879790"/>
                </a:cubicBezTo>
                <a:cubicBezTo>
                  <a:pt x="5691205" y="3843872"/>
                  <a:pt x="5508871" y="3865348"/>
                  <a:pt x="5227519" y="3879790"/>
                </a:cubicBezTo>
                <a:cubicBezTo>
                  <a:pt x="4946167" y="3894232"/>
                  <a:pt x="4949560" y="3859952"/>
                  <a:pt x="4815498" y="3879790"/>
                </a:cubicBezTo>
                <a:cubicBezTo>
                  <a:pt x="4681436" y="3899628"/>
                  <a:pt x="4432729" y="3900196"/>
                  <a:pt x="4171715" y="3879790"/>
                </a:cubicBezTo>
                <a:cubicBezTo>
                  <a:pt x="3910701" y="3859384"/>
                  <a:pt x="3854104" y="3855682"/>
                  <a:pt x="3605186" y="3879790"/>
                </a:cubicBezTo>
                <a:cubicBezTo>
                  <a:pt x="3356268" y="3903898"/>
                  <a:pt x="3290929" y="3884184"/>
                  <a:pt x="3038657" y="3879790"/>
                </a:cubicBezTo>
                <a:cubicBezTo>
                  <a:pt x="2786385" y="3875396"/>
                  <a:pt x="2599880" y="3858095"/>
                  <a:pt x="2472127" y="3879790"/>
                </a:cubicBezTo>
                <a:cubicBezTo>
                  <a:pt x="2344374" y="3901486"/>
                  <a:pt x="2143656" y="3892695"/>
                  <a:pt x="1905598" y="3879790"/>
                </a:cubicBezTo>
                <a:cubicBezTo>
                  <a:pt x="1667540" y="3866885"/>
                  <a:pt x="1451073" y="3860068"/>
                  <a:pt x="1184561" y="3879790"/>
                </a:cubicBezTo>
                <a:cubicBezTo>
                  <a:pt x="918049" y="3899512"/>
                  <a:pt x="550580" y="3839738"/>
                  <a:pt x="0" y="3879790"/>
                </a:cubicBezTo>
                <a:cubicBezTo>
                  <a:pt x="25570" y="3748634"/>
                  <a:pt x="1789" y="3534375"/>
                  <a:pt x="0" y="3349552"/>
                </a:cubicBezTo>
                <a:cubicBezTo>
                  <a:pt x="-1789" y="3164729"/>
                  <a:pt x="-7240" y="3003950"/>
                  <a:pt x="0" y="2741718"/>
                </a:cubicBezTo>
                <a:cubicBezTo>
                  <a:pt x="7240" y="2479486"/>
                  <a:pt x="-3352" y="2359528"/>
                  <a:pt x="0" y="2056289"/>
                </a:cubicBezTo>
                <a:cubicBezTo>
                  <a:pt x="3352" y="1753050"/>
                  <a:pt x="32179" y="1529567"/>
                  <a:pt x="0" y="1332061"/>
                </a:cubicBezTo>
                <a:cubicBezTo>
                  <a:pt x="-32179" y="1134555"/>
                  <a:pt x="-9129" y="926857"/>
                  <a:pt x="0" y="801823"/>
                </a:cubicBezTo>
                <a:cubicBezTo>
                  <a:pt x="9129" y="676789"/>
                  <a:pt x="18848" y="161079"/>
                  <a:pt x="0" y="0"/>
                </a:cubicBezTo>
                <a:close/>
              </a:path>
              <a:path w="7725398" h="3879790" stroke="0" extrusionOk="0">
                <a:moveTo>
                  <a:pt x="0" y="0"/>
                </a:moveTo>
                <a:cubicBezTo>
                  <a:pt x="187793" y="-26441"/>
                  <a:pt x="442973" y="23219"/>
                  <a:pt x="566529" y="0"/>
                </a:cubicBezTo>
                <a:cubicBezTo>
                  <a:pt x="690085" y="-23219"/>
                  <a:pt x="825049" y="19133"/>
                  <a:pt x="978550" y="0"/>
                </a:cubicBezTo>
                <a:cubicBezTo>
                  <a:pt x="1132051" y="-19133"/>
                  <a:pt x="1521453" y="24118"/>
                  <a:pt x="1776842" y="0"/>
                </a:cubicBezTo>
                <a:cubicBezTo>
                  <a:pt x="2032231" y="-24118"/>
                  <a:pt x="2093522" y="10741"/>
                  <a:pt x="2343371" y="0"/>
                </a:cubicBezTo>
                <a:cubicBezTo>
                  <a:pt x="2593220" y="-10741"/>
                  <a:pt x="2716318" y="22657"/>
                  <a:pt x="2909900" y="0"/>
                </a:cubicBezTo>
                <a:cubicBezTo>
                  <a:pt x="3103482" y="-22657"/>
                  <a:pt x="3462874" y="22521"/>
                  <a:pt x="3708191" y="0"/>
                </a:cubicBezTo>
                <a:cubicBezTo>
                  <a:pt x="3953508" y="-22521"/>
                  <a:pt x="3970235" y="21911"/>
                  <a:pt x="4197466" y="0"/>
                </a:cubicBezTo>
                <a:cubicBezTo>
                  <a:pt x="4424697" y="-21911"/>
                  <a:pt x="4628150" y="37956"/>
                  <a:pt x="4995757" y="0"/>
                </a:cubicBezTo>
                <a:cubicBezTo>
                  <a:pt x="5363364" y="-37956"/>
                  <a:pt x="5429568" y="-241"/>
                  <a:pt x="5794049" y="0"/>
                </a:cubicBezTo>
                <a:cubicBezTo>
                  <a:pt x="6158530" y="241"/>
                  <a:pt x="6266530" y="18962"/>
                  <a:pt x="6437832" y="0"/>
                </a:cubicBezTo>
                <a:cubicBezTo>
                  <a:pt x="6609134" y="-18962"/>
                  <a:pt x="7134869" y="43325"/>
                  <a:pt x="7725398" y="0"/>
                </a:cubicBezTo>
                <a:cubicBezTo>
                  <a:pt x="7719304" y="264583"/>
                  <a:pt x="7712325" y="348407"/>
                  <a:pt x="7725398" y="607834"/>
                </a:cubicBezTo>
                <a:cubicBezTo>
                  <a:pt x="7738471" y="867261"/>
                  <a:pt x="7726017" y="964745"/>
                  <a:pt x="7725398" y="1138072"/>
                </a:cubicBezTo>
                <a:cubicBezTo>
                  <a:pt x="7724779" y="1311399"/>
                  <a:pt x="7707689" y="1650068"/>
                  <a:pt x="7725398" y="1784703"/>
                </a:cubicBezTo>
                <a:cubicBezTo>
                  <a:pt x="7743107" y="1919338"/>
                  <a:pt x="7701774" y="2248227"/>
                  <a:pt x="7725398" y="2431335"/>
                </a:cubicBezTo>
                <a:cubicBezTo>
                  <a:pt x="7749022" y="2614443"/>
                  <a:pt x="7696131" y="2763595"/>
                  <a:pt x="7725398" y="3077967"/>
                </a:cubicBezTo>
                <a:cubicBezTo>
                  <a:pt x="7754665" y="3392339"/>
                  <a:pt x="7758501" y="3582085"/>
                  <a:pt x="7725398" y="3879790"/>
                </a:cubicBezTo>
                <a:cubicBezTo>
                  <a:pt x="7541061" y="3868394"/>
                  <a:pt x="7304905" y="3850290"/>
                  <a:pt x="7004361" y="3879790"/>
                </a:cubicBezTo>
                <a:cubicBezTo>
                  <a:pt x="6703817" y="3909290"/>
                  <a:pt x="6696790" y="3863791"/>
                  <a:pt x="6592340" y="3879790"/>
                </a:cubicBezTo>
                <a:cubicBezTo>
                  <a:pt x="6487890" y="3895789"/>
                  <a:pt x="6306891" y="3880801"/>
                  <a:pt x="6103064" y="3879790"/>
                </a:cubicBezTo>
                <a:cubicBezTo>
                  <a:pt x="5899237" y="3878779"/>
                  <a:pt x="5597384" y="3917145"/>
                  <a:pt x="5304773" y="3879790"/>
                </a:cubicBezTo>
                <a:cubicBezTo>
                  <a:pt x="5012162" y="3842435"/>
                  <a:pt x="4836672" y="3865586"/>
                  <a:pt x="4660990" y="3879790"/>
                </a:cubicBezTo>
                <a:cubicBezTo>
                  <a:pt x="4485308" y="3893994"/>
                  <a:pt x="4272075" y="3900258"/>
                  <a:pt x="4171715" y="3879790"/>
                </a:cubicBezTo>
                <a:cubicBezTo>
                  <a:pt x="4071356" y="3859322"/>
                  <a:pt x="3755334" y="3857113"/>
                  <a:pt x="3527932" y="3879790"/>
                </a:cubicBezTo>
                <a:cubicBezTo>
                  <a:pt x="3300530" y="3902467"/>
                  <a:pt x="3318419" y="3879359"/>
                  <a:pt x="3115911" y="3879790"/>
                </a:cubicBezTo>
                <a:cubicBezTo>
                  <a:pt x="2913403" y="3880221"/>
                  <a:pt x="2883949" y="3889820"/>
                  <a:pt x="2703889" y="3879790"/>
                </a:cubicBezTo>
                <a:cubicBezTo>
                  <a:pt x="2523829" y="3869760"/>
                  <a:pt x="2227640" y="3887975"/>
                  <a:pt x="2060106" y="3879790"/>
                </a:cubicBezTo>
                <a:cubicBezTo>
                  <a:pt x="1892572" y="3871605"/>
                  <a:pt x="1687049" y="3894357"/>
                  <a:pt x="1570831" y="3879790"/>
                </a:cubicBezTo>
                <a:cubicBezTo>
                  <a:pt x="1454614" y="3865223"/>
                  <a:pt x="1099168" y="3867054"/>
                  <a:pt x="849794" y="3879790"/>
                </a:cubicBezTo>
                <a:cubicBezTo>
                  <a:pt x="600420" y="3892526"/>
                  <a:pt x="315753" y="3908103"/>
                  <a:pt x="0" y="3879790"/>
                </a:cubicBezTo>
                <a:cubicBezTo>
                  <a:pt x="19372" y="3609211"/>
                  <a:pt x="-13955" y="3352443"/>
                  <a:pt x="0" y="3194360"/>
                </a:cubicBezTo>
                <a:cubicBezTo>
                  <a:pt x="13955" y="3036277"/>
                  <a:pt x="18905" y="2668638"/>
                  <a:pt x="0" y="2508931"/>
                </a:cubicBezTo>
                <a:cubicBezTo>
                  <a:pt x="-18905" y="2349224"/>
                  <a:pt x="19331" y="2072247"/>
                  <a:pt x="0" y="1939895"/>
                </a:cubicBezTo>
                <a:cubicBezTo>
                  <a:pt x="-19331" y="1807543"/>
                  <a:pt x="-972" y="1566680"/>
                  <a:pt x="0" y="1254465"/>
                </a:cubicBezTo>
                <a:cubicBezTo>
                  <a:pt x="972" y="942250"/>
                  <a:pt x="62613" y="261999"/>
                  <a:pt x="0" y="0"/>
                </a:cubicBezTo>
                <a:close/>
              </a:path>
            </a:pathLst>
          </a:custGeom>
          <a:blipFill>
            <a:blip r:embed="rId3"/>
            <a:tile tx="0" ty="0" sx="100000" sy="100000" flip="none" algn="tl"/>
          </a:blip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CA8AF147-A5A1-410E-F4A9-BFE6A1FC3152}"/>
                  </a:ext>
                </a:extLst>
              </p:cNvPr>
              <p:cNvSpPr/>
              <p:nvPr/>
            </p:nvSpPr>
            <p:spPr>
              <a:xfrm>
                <a:off x="815719" y="1594811"/>
                <a:ext cx="7109082" cy="562911"/>
              </a:xfrm>
              <a:prstGeom prst="roundRect">
                <a:avLst/>
              </a:prstGeom>
              <a:solidFill>
                <a:srgbClr val="FFFD75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∈{                                               </m:t>
                      </m:r>
                      <m:r>
                        <a:rPr lang="en-US" sz="3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}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CA8AF147-A5A1-410E-F4A9-BFE6A1FC31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19" y="1594811"/>
                <a:ext cx="7109082" cy="562911"/>
              </a:xfrm>
              <a:prstGeom prst="roundRect">
                <a:avLst/>
              </a:prstGeom>
              <a:blipFill>
                <a:blip r:embed="rId4"/>
                <a:stretch>
                  <a:fillRect b="-12903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517A239D-F7FE-9DD8-8B60-0E49E98BFD46}"/>
                  </a:ext>
                </a:extLst>
              </p:cNvPr>
              <p:cNvSpPr/>
              <p:nvPr/>
            </p:nvSpPr>
            <p:spPr>
              <a:xfrm rot="16200000">
                <a:off x="-188822" y="3487731"/>
                <a:ext cx="2513828" cy="50474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=1 , …, 8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       </a:t>
                </a:r>
                <a:endParaRPr lang="en-US" sz="2800" dirty="0"/>
              </a:p>
            </p:txBody>
          </p:sp>
        </mc:Choice>
        <mc:Fallback xmlns="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517A239D-F7FE-9DD8-8B60-0E49E98BFD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88822" y="3487731"/>
                <a:ext cx="2513828" cy="504746"/>
              </a:xfrm>
              <a:prstGeom prst="roundRect">
                <a:avLst/>
              </a:prstGeom>
              <a:blipFill>
                <a:blip r:embed="rId5"/>
                <a:stretch>
                  <a:fillRect r="-1724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7523E9-9392-48AA-84F6-BA1DA6995809}"/>
                  </a:ext>
                </a:extLst>
              </p:cNvPr>
              <p:cNvSpPr txBox="1"/>
              <p:nvPr/>
            </p:nvSpPr>
            <p:spPr>
              <a:xfrm>
                <a:off x="2121234" y="1696553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7523E9-9392-48AA-84F6-BA1DA6995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234" y="1696553"/>
                <a:ext cx="1043674" cy="3583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6C8A0D-05F4-84EF-7EF7-2822F2CA78A1}"/>
                  </a:ext>
                </a:extLst>
              </p:cNvPr>
              <p:cNvSpPr txBox="1"/>
              <p:nvPr/>
            </p:nvSpPr>
            <p:spPr>
              <a:xfrm>
                <a:off x="4737246" y="1758791"/>
                <a:ext cx="1180042" cy="27699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⋯⋯⋯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6C8A0D-05F4-84EF-7EF7-2822F2CA7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246" y="1758791"/>
                <a:ext cx="118004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96A65F-AE1D-36D4-8ECC-10AEBDA632C5}"/>
                  </a:ext>
                </a:extLst>
              </p:cNvPr>
              <p:cNvSpPr txBox="1"/>
              <p:nvPr/>
            </p:nvSpPr>
            <p:spPr>
              <a:xfrm>
                <a:off x="3317616" y="1708963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96A65F-AE1D-36D4-8ECC-10AEBDA63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616" y="1708963"/>
                <a:ext cx="1043674" cy="3583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7C0DC6-FA6E-FC9C-E9C2-F87BA3CACDFF}"/>
                  </a:ext>
                </a:extLst>
              </p:cNvPr>
              <p:cNvSpPr txBox="1"/>
              <p:nvPr/>
            </p:nvSpPr>
            <p:spPr>
              <a:xfrm>
                <a:off x="6151893" y="1703128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7C0DC6-FA6E-FC9C-E9C2-F87BA3CAC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893" y="1703128"/>
                <a:ext cx="1043674" cy="3583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B33AB3-EC20-001A-B608-F5D11DB6EC17}"/>
              </a:ext>
            </a:extLst>
          </p:cNvPr>
          <p:cNvGraphicFramePr>
            <a:graphicFrameLocks noGrp="1"/>
          </p:cNvGraphicFramePr>
          <p:nvPr/>
        </p:nvGraphicFramePr>
        <p:xfrm>
          <a:off x="1509215" y="2340372"/>
          <a:ext cx="6356768" cy="263908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33793">
                  <a:extLst>
                    <a:ext uri="{9D8B030D-6E8A-4147-A177-3AD203B41FA5}">
                      <a16:colId xmlns:a16="http://schemas.microsoft.com/office/drawing/2014/main" val="3980504908"/>
                    </a:ext>
                  </a:extLst>
                </a:gridCol>
                <a:gridCol w="1113420">
                  <a:extLst>
                    <a:ext uri="{9D8B030D-6E8A-4147-A177-3AD203B41FA5}">
                      <a16:colId xmlns:a16="http://schemas.microsoft.com/office/drawing/2014/main" val="3560750470"/>
                    </a:ext>
                  </a:extLst>
                </a:gridCol>
                <a:gridCol w="1181939">
                  <a:extLst>
                    <a:ext uri="{9D8B030D-6E8A-4147-A177-3AD203B41FA5}">
                      <a16:colId xmlns:a16="http://schemas.microsoft.com/office/drawing/2014/main" val="1023949154"/>
                    </a:ext>
                  </a:extLst>
                </a:gridCol>
                <a:gridCol w="1079161">
                  <a:extLst>
                    <a:ext uri="{9D8B030D-6E8A-4147-A177-3AD203B41FA5}">
                      <a16:colId xmlns:a16="http://schemas.microsoft.com/office/drawing/2014/main" val="3699071661"/>
                    </a:ext>
                  </a:extLst>
                </a:gridCol>
                <a:gridCol w="1113420">
                  <a:extLst>
                    <a:ext uri="{9D8B030D-6E8A-4147-A177-3AD203B41FA5}">
                      <a16:colId xmlns:a16="http://schemas.microsoft.com/office/drawing/2014/main" val="3695187582"/>
                    </a:ext>
                  </a:extLst>
                </a:gridCol>
                <a:gridCol w="1235035">
                  <a:extLst>
                    <a:ext uri="{9D8B030D-6E8A-4147-A177-3AD203B41FA5}">
                      <a16:colId xmlns:a16="http://schemas.microsoft.com/office/drawing/2014/main" val="2418733614"/>
                    </a:ext>
                  </a:extLst>
                </a:gridCol>
              </a:tblGrid>
              <a:tr h="3883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798402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78019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487644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018728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963596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C3B61784-7593-BEF0-2B84-B5AFC28E8DA8}"/>
              </a:ext>
            </a:extLst>
          </p:cNvPr>
          <p:cNvSpPr/>
          <p:nvPr/>
        </p:nvSpPr>
        <p:spPr>
          <a:xfrm rot="16200000">
            <a:off x="4823800" y="-337673"/>
            <a:ext cx="366069" cy="5718300"/>
          </a:xfrm>
          <a:prstGeom prst="rect">
            <a:avLst/>
          </a:prstGeom>
          <a:solidFill>
            <a:srgbClr val="FFFF00">
              <a:alpha val="69020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06CB776-DD3B-45FA-E7C4-9E18934C0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936012"/>
              </p:ext>
            </p:extLst>
          </p:nvPr>
        </p:nvGraphicFramePr>
        <p:xfrm>
          <a:off x="1555069" y="2321702"/>
          <a:ext cx="6310917" cy="2639082"/>
        </p:xfrm>
        <a:graphic>
          <a:graphicData uri="http://schemas.openxmlformats.org/drawingml/2006/table">
            <a:tbl>
              <a:tblPr/>
              <a:tblGrid>
                <a:gridCol w="701213">
                  <a:extLst>
                    <a:ext uri="{9D8B030D-6E8A-4147-A177-3AD203B41FA5}">
                      <a16:colId xmlns:a16="http://schemas.microsoft.com/office/drawing/2014/main" val="4225383029"/>
                    </a:ext>
                  </a:extLst>
                </a:gridCol>
                <a:gridCol w="701213">
                  <a:extLst>
                    <a:ext uri="{9D8B030D-6E8A-4147-A177-3AD203B41FA5}">
                      <a16:colId xmlns:a16="http://schemas.microsoft.com/office/drawing/2014/main" val="2835990146"/>
                    </a:ext>
                  </a:extLst>
                </a:gridCol>
                <a:gridCol w="701213">
                  <a:extLst>
                    <a:ext uri="{9D8B030D-6E8A-4147-A177-3AD203B41FA5}">
                      <a16:colId xmlns:a16="http://schemas.microsoft.com/office/drawing/2014/main" val="3727544220"/>
                    </a:ext>
                  </a:extLst>
                </a:gridCol>
                <a:gridCol w="701213">
                  <a:extLst>
                    <a:ext uri="{9D8B030D-6E8A-4147-A177-3AD203B41FA5}">
                      <a16:colId xmlns:a16="http://schemas.microsoft.com/office/drawing/2014/main" val="554170331"/>
                    </a:ext>
                  </a:extLst>
                </a:gridCol>
                <a:gridCol w="701213">
                  <a:extLst>
                    <a:ext uri="{9D8B030D-6E8A-4147-A177-3AD203B41FA5}">
                      <a16:colId xmlns:a16="http://schemas.microsoft.com/office/drawing/2014/main" val="1184440078"/>
                    </a:ext>
                  </a:extLst>
                </a:gridCol>
                <a:gridCol w="701213">
                  <a:extLst>
                    <a:ext uri="{9D8B030D-6E8A-4147-A177-3AD203B41FA5}">
                      <a16:colId xmlns:a16="http://schemas.microsoft.com/office/drawing/2014/main" val="3206552352"/>
                    </a:ext>
                  </a:extLst>
                </a:gridCol>
                <a:gridCol w="701213">
                  <a:extLst>
                    <a:ext uri="{9D8B030D-6E8A-4147-A177-3AD203B41FA5}">
                      <a16:colId xmlns:a16="http://schemas.microsoft.com/office/drawing/2014/main" val="911768675"/>
                    </a:ext>
                  </a:extLst>
                </a:gridCol>
                <a:gridCol w="701213">
                  <a:extLst>
                    <a:ext uri="{9D8B030D-6E8A-4147-A177-3AD203B41FA5}">
                      <a16:colId xmlns:a16="http://schemas.microsoft.com/office/drawing/2014/main" val="4211819927"/>
                    </a:ext>
                  </a:extLst>
                </a:gridCol>
                <a:gridCol w="701213">
                  <a:extLst>
                    <a:ext uri="{9D8B030D-6E8A-4147-A177-3AD203B41FA5}">
                      <a16:colId xmlns:a16="http://schemas.microsoft.com/office/drawing/2014/main" val="4080213867"/>
                    </a:ext>
                  </a:extLst>
                </a:gridCol>
              </a:tblGrid>
              <a:tr h="4398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959702"/>
                  </a:ext>
                </a:extLst>
              </a:tr>
              <a:tr h="4398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934257"/>
                  </a:ext>
                </a:extLst>
              </a:tr>
              <a:tr h="4398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346919"/>
                  </a:ext>
                </a:extLst>
              </a:tr>
              <a:tr h="4398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271366"/>
                  </a:ext>
                </a:extLst>
              </a:tr>
              <a:tr h="4398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359971"/>
                  </a:ext>
                </a:extLst>
              </a:tr>
              <a:tr h="4398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156626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C85198DD-6939-9C4E-F5B3-51123C332A62}"/>
              </a:ext>
            </a:extLst>
          </p:cNvPr>
          <p:cNvSpPr/>
          <p:nvPr/>
        </p:nvSpPr>
        <p:spPr>
          <a:xfrm>
            <a:off x="1509212" y="2336129"/>
            <a:ext cx="739354" cy="2641395"/>
          </a:xfrm>
          <a:prstGeom prst="rect">
            <a:avLst/>
          </a:prstGeom>
          <a:solidFill>
            <a:srgbClr val="8F51DB">
              <a:alpha val="29804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C98CEA-F309-D149-608C-9BCA7FE5FAD3}"/>
              </a:ext>
            </a:extLst>
          </p:cNvPr>
          <p:cNvSpPr/>
          <p:nvPr/>
        </p:nvSpPr>
        <p:spPr>
          <a:xfrm rot="16200000">
            <a:off x="4479559" y="-648646"/>
            <a:ext cx="416077" cy="6356771"/>
          </a:xfrm>
          <a:prstGeom prst="rect">
            <a:avLst/>
          </a:prstGeom>
          <a:solidFill>
            <a:srgbClr val="FFFF00">
              <a:alpha val="45098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7130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D84B5-D9AB-143E-A9C3-67925DF91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E028EC5-9261-392E-C940-A6D5D0C029FC}"/>
              </a:ext>
            </a:extLst>
          </p:cNvPr>
          <p:cNvSpPr/>
          <p:nvPr/>
        </p:nvSpPr>
        <p:spPr>
          <a:xfrm>
            <a:off x="581114" y="1350236"/>
            <a:ext cx="7725398" cy="3879790"/>
          </a:xfrm>
          <a:custGeom>
            <a:avLst/>
            <a:gdLst>
              <a:gd name="connsiteX0" fmla="*/ 0 w 7725398"/>
              <a:gd name="connsiteY0" fmla="*/ 0 h 3879790"/>
              <a:gd name="connsiteX1" fmla="*/ 566529 w 7725398"/>
              <a:gd name="connsiteY1" fmla="*/ 0 h 3879790"/>
              <a:gd name="connsiteX2" fmla="*/ 1287566 w 7725398"/>
              <a:gd name="connsiteY2" fmla="*/ 0 h 3879790"/>
              <a:gd name="connsiteX3" fmla="*/ 1776842 w 7725398"/>
              <a:gd name="connsiteY3" fmla="*/ 0 h 3879790"/>
              <a:gd name="connsiteX4" fmla="*/ 2420625 w 7725398"/>
              <a:gd name="connsiteY4" fmla="*/ 0 h 3879790"/>
              <a:gd name="connsiteX5" fmla="*/ 3141662 w 7725398"/>
              <a:gd name="connsiteY5" fmla="*/ 0 h 3879790"/>
              <a:gd name="connsiteX6" fmla="*/ 3553683 w 7725398"/>
              <a:gd name="connsiteY6" fmla="*/ 0 h 3879790"/>
              <a:gd name="connsiteX7" fmla="*/ 3965704 w 7725398"/>
              <a:gd name="connsiteY7" fmla="*/ 0 h 3879790"/>
              <a:gd name="connsiteX8" fmla="*/ 4763995 w 7725398"/>
              <a:gd name="connsiteY8" fmla="*/ 0 h 3879790"/>
              <a:gd name="connsiteX9" fmla="*/ 5407779 w 7725398"/>
              <a:gd name="connsiteY9" fmla="*/ 0 h 3879790"/>
              <a:gd name="connsiteX10" fmla="*/ 5819800 w 7725398"/>
              <a:gd name="connsiteY10" fmla="*/ 0 h 3879790"/>
              <a:gd name="connsiteX11" fmla="*/ 6463583 w 7725398"/>
              <a:gd name="connsiteY11" fmla="*/ 0 h 3879790"/>
              <a:gd name="connsiteX12" fmla="*/ 7725398 w 7725398"/>
              <a:gd name="connsiteY12" fmla="*/ 0 h 3879790"/>
              <a:gd name="connsiteX13" fmla="*/ 7725398 w 7725398"/>
              <a:gd name="connsiteY13" fmla="*/ 607834 h 3879790"/>
              <a:gd name="connsiteX14" fmla="*/ 7725398 w 7725398"/>
              <a:gd name="connsiteY14" fmla="*/ 1254465 h 3879790"/>
              <a:gd name="connsiteX15" fmla="*/ 7725398 w 7725398"/>
              <a:gd name="connsiteY15" fmla="*/ 1784703 h 3879790"/>
              <a:gd name="connsiteX16" fmla="*/ 7725398 w 7725398"/>
              <a:gd name="connsiteY16" fmla="*/ 2508931 h 3879790"/>
              <a:gd name="connsiteX17" fmla="*/ 7725398 w 7725398"/>
              <a:gd name="connsiteY17" fmla="*/ 3155563 h 3879790"/>
              <a:gd name="connsiteX18" fmla="*/ 7725398 w 7725398"/>
              <a:gd name="connsiteY18" fmla="*/ 3879790 h 3879790"/>
              <a:gd name="connsiteX19" fmla="*/ 7158869 w 7725398"/>
              <a:gd name="connsiteY19" fmla="*/ 3879790 h 3879790"/>
              <a:gd name="connsiteX20" fmla="*/ 6669594 w 7725398"/>
              <a:gd name="connsiteY20" fmla="*/ 3879790 h 3879790"/>
              <a:gd name="connsiteX21" fmla="*/ 5871302 w 7725398"/>
              <a:gd name="connsiteY21" fmla="*/ 3879790 h 3879790"/>
              <a:gd name="connsiteX22" fmla="*/ 5227519 w 7725398"/>
              <a:gd name="connsiteY22" fmla="*/ 3879790 h 3879790"/>
              <a:gd name="connsiteX23" fmla="*/ 4815498 w 7725398"/>
              <a:gd name="connsiteY23" fmla="*/ 3879790 h 3879790"/>
              <a:gd name="connsiteX24" fmla="*/ 4171715 w 7725398"/>
              <a:gd name="connsiteY24" fmla="*/ 3879790 h 3879790"/>
              <a:gd name="connsiteX25" fmla="*/ 3605186 w 7725398"/>
              <a:gd name="connsiteY25" fmla="*/ 3879790 h 3879790"/>
              <a:gd name="connsiteX26" fmla="*/ 3038657 w 7725398"/>
              <a:gd name="connsiteY26" fmla="*/ 3879790 h 3879790"/>
              <a:gd name="connsiteX27" fmla="*/ 2472127 w 7725398"/>
              <a:gd name="connsiteY27" fmla="*/ 3879790 h 3879790"/>
              <a:gd name="connsiteX28" fmla="*/ 1905598 w 7725398"/>
              <a:gd name="connsiteY28" fmla="*/ 3879790 h 3879790"/>
              <a:gd name="connsiteX29" fmla="*/ 1184561 w 7725398"/>
              <a:gd name="connsiteY29" fmla="*/ 3879790 h 3879790"/>
              <a:gd name="connsiteX30" fmla="*/ 0 w 7725398"/>
              <a:gd name="connsiteY30" fmla="*/ 3879790 h 3879790"/>
              <a:gd name="connsiteX31" fmla="*/ 0 w 7725398"/>
              <a:gd name="connsiteY31" fmla="*/ 3349552 h 3879790"/>
              <a:gd name="connsiteX32" fmla="*/ 0 w 7725398"/>
              <a:gd name="connsiteY32" fmla="*/ 2741718 h 3879790"/>
              <a:gd name="connsiteX33" fmla="*/ 0 w 7725398"/>
              <a:gd name="connsiteY33" fmla="*/ 2056289 h 3879790"/>
              <a:gd name="connsiteX34" fmla="*/ 0 w 7725398"/>
              <a:gd name="connsiteY34" fmla="*/ 1332061 h 3879790"/>
              <a:gd name="connsiteX35" fmla="*/ 0 w 7725398"/>
              <a:gd name="connsiteY35" fmla="*/ 801823 h 3879790"/>
              <a:gd name="connsiteX36" fmla="*/ 0 w 7725398"/>
              <a:gd name="connsiteY36" fmla="*/ 0 h 38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725398" h="3879790" fill="none" extrusionOk="0">
                <a:moveTo>
                  <a:pt x="0" y="0"/>
                </a:moveTo>
                <a:cubicBezTo>
                  <a:pt x="155188" y="-5899"/>
                  <a:pt x="326180" y="-9113"/>
                  <a:pt x="566529" y="0"/>
                </a:cubicBezTo>
                <a:cubicBezTo>
                  <a:pt x="806878" y="9113"/>
                  <a:pt x="1081026" y="-17820"/>
                  <a:pt x="1287566" y="0"/>
                </a:cubicBezTo>
                <a:cubicBezTo>
                  <a:pt x="1494106" y="17820"/>
                  <a:pt x="1662468" y="-14958"/>
                  <a:pt x="1776842" y="0"/>
                </a:cubicBezTo>
                <a:cubicBezTo>
                  <a:pt x="1891216" y="14958"/>
                  <a:pt x="2247040" y="24386"/>
                  <a:pt x="2420625" y="0"/>
                </a:cubicBezTo>
                <a:cubicBezTo>
                  <a:pt x="2594210" y="-24386"/>
                  <a:pt x="2804018" y="-12668"/>
                  <a:pt x="3141662" y="0"/>
                </a:cubicBezTo>
                <a:cubicBezTo>
                  <a:pt x="3479306" y="12668"/>
                  <a:pt x="3424425" y="1895"/>
                  <a:pt x="3553683" y="0"/>
                </a:cubicBezTo>
                <a:cubicBezTo>
                  <a:pt x="3682941" y="-1895"/>
                  <a:pt x="3880300" y="-10352"/>
                  <a:pt x="3965704" y="0"/>
                </a:cubicBezTo>
                <a:cubicBezTo>
                  <a:pt x="4051108" y="10352"/>
                  <a:pt x="4520786" y="-22380"/>
                  <a:pt x="4763995" y="0"/>
                </a:cubicBezTo>
                <a:cubicBezTo>
                  <a:pt x="5007204" y="22380"/>
                  <a:pt x="5128466" y="-25531"/>
                  <a:pt x="5407779" y="0"/>
                </a:cubicBezTo>
                <a:cubicBezTo>
                  <a:pt x="5687092" y="25531"/>
                  <a:pt x="5620512" y="14638"/>
                  <a:pt x="5819800" y="0"/>
                </a:cubicBezTo>
                <a:cubicBezTo>
                  <a:pt x="6019088" y="-14638"/>
                  <a:pt x="6276648" y="-21393"/>
                  <a:pt x="6463583" y="0"/>
                </a:cubicBezTo>
                <a:cubicBezTo>
                  <a:pt x="6650518" y="21393"/>
                  <a:pt x="7361675" y="-43224"/>
                  <a:pt x="7725398" y="0"/>
                </a:cubicBezTo>
                <a:cubicBezTo>
                  <a:pt x="7751970" y="258940"/>
                  <a:pt x="7736074" y="397993"/>
                  <a:pt x="7725398" y="607834"/>
                </a:cubicBezTo>
                <a:cubicBezTo>
                  <a:pt x="7714722" y="817675"/>
                  <a:pt x="7737809" y="977346"/>
                  <a:pt x="7725398" y="1254465"/>
                </a:cubicBezTo>
                <a:cubicBezTo>
                  <a:pt x="7712987" y="1531584"/>
                  <a:pt x="7731703" y="1559502"/>
                  <a:pt x="7725398" y="1784703"/>
                </a:cubicBezTo>
                <a:cubicBezTo>
                  <a:pt x="7719093" y="2009904"/>
                  <a:pt x="7694232" y="2271550"/>
                  <a:pt x="7725398" y="2508931"/>
                </a:cubicBezTo>
                <a:cubicBezTo>
                  <a:pt x="7756564" y="2746312"/>
                  <a:pt x="7702112" y="2976064"/>
                  <a:pt x="7725398" y="3155563"/>
                </a:cubicBezTo>
                <a:cubicBezTo>
                  <a:pt x="7748684" y="3335062"/>
                  <a:pt x="7735548" y="3703055"/>
                  <a:pt x="7725398" y="3879790"/>
                </a:cubicBezTo>
                <a:cubicBezTo>
                  <a:pt x="7487487" y="3905072"/>
                  <a:pt x="7298570" y="3907927"/>
                  <a:pt x="7158869" y="3879790"/>
                </a:cubicBezTo>
                <a:cubicBezTo>
                  <a:pt x="7019168" y="3851653"/>
                  <a:pt x="6768617" y="3890732"/>
                  <a:pt x="6669594" y="3879790"/>
                </a:cubicBezTo>
                <a:cubicBezTo>
                  <a:pt x="6570572" y="3868848"/>
                  <a:pt x="6051399" y="3915708"/>
                  <a:pt x="5871302" y="3879790"/>
                </a:cubicBezTo>
                <a:cubicBezTo>
                  <a:pt x="5691205" y="3843872"/>
                  <a:pt x="5508871" y="3865348"/>
                  <a:pt x="5227519" y="3879790"/>
                </a:cubicBezTo>
                <a:cubicBezTo>
                  <a:pt x="4946167" y="3894232"/>
                  <a:pt x="4949560" y="3859952"/>
                  <a:pt x="4815498" y="3879790"/>
                </a:cubicBezTo>
                <a:cubicBezTo>
                  <a:pt x="4681436" y="3899628"/>
                  <a:pt x="4432729" y="3900196"/>
                  <a:pt x="4171715" y="3879790"/>
                </a:cubicBezTo>
                <a:cubicBezTo>
                  <a:pt x="3910701" y="3859384"/>
                  <a:pt x="3854104" y="3855682"/>
                  <a:pt x="3605186" y="3879790"/>
                </a:cubicBezTo>
                <a:cubicBezTo>
                  <a:pt x="3356268" y="3903898"/>
                  <a:pt x="3290929" y="3884184"/>
                  <a:pt x="3038657" y="3879790"/>
                </a:cubicBezTo>
                <a:cubicBezTo>
                  <a:pt x="2786385" y="3875396"/>
                  <a:pt x="2599880" y="3858095"/>
                  <a:pt x="2472127" y="3879790"/>
                </a:cubicBezTo>
                <a:cubicBezTo>
                  <a:pt x="2344374" y="3901486"/>
                  <a:pt x="2143656" y="3892695"/>
                  <a:pt x="1905598" y="3879790"/>
                </a:cubicBezTo>
                <a:cubicBezTo>
                  <a:pt x="1667540" y="3866885"/>
                  <a:pt x="1451073" y="3860068"/>
                  <a:pt x="1184561" y="3879790"/>
                </a:cubicBezTo>
                <a:cubicBezTo>
                  <a:pt x="918049" y="3899512"/>
                  <a:pt x="550580" y="3839738"/>
                  <a:pt x="0" y="3879790"/>
                </a:cubicBezTo>
                <a:cubicBezTo>
                  <a:pt x="25570" y="3748634"/>
                  <a:pt x="1789" y="3534375"/>
                  <a:pt x="0" y="3349552"/>
                </a:cubicBezTo>
                <a:cubicBezTo>
                  <a:pt x="-1789" y="3164729"/>
                  <a:pt x="-7240" y="3003950"/>
                  <a:pt x="0" y="2741718"/>
                </a:cubicBezTo>
                <a:cubicBezTo>
                  <a:pt x="7240" y="2479486"/>
                  <a:pt x="-3352" y="2359528"/>
                  <a:pt x="0" y="2056289"/>
                </a:cubicBezTo>
                <a:cubicBezTo>
                  <a:pt x="3352" y="1753050"/>
                  <a:pt x="32179" y="1529567"/>
                  <a:pt x="0" y="1332061"/>
                </a:cubicBezTo>
                <a:cubicBezTo>
                  <a:pt x="-32179" y="1134555"/>
                  <a:pt x="-9129" y="926857"/>
                  <a:pt x="0" y="801823"/>
                </a:cubicBezTo>
                <a:cubicBezTo>
                  <a:pt x="9129" y="676789"/>
                  <a:pt x="18848" y="161079"/>
                  <a:pt x="0" y="0"/>
                </a:cubicBezTo>
                <a:close/>
              </a:path>
              <a:path w="7725398" h="3879790" stroke="0" extrusionOk="0">
                <a:moveTo>
                  <a:pt x="0" y="0"/>
                </a:moveTo>
                <a:cubicBezTo>
                  <a:pt x="187793" y="-26441"/>
                  <a:pt x="442973" y="23219"/>
                  <a:pt x="566529" y="0"/>
                </a:cubicBezTo>
                <a:cubicBezTo>
                  <a:pt x="690085" y="-23219"/>
                  <a:pt x="825049" y="19133"/>
                  <a:pt x="978550" y="0"/>
                </a:cubicBezTo>
                <a:cubicBezTo>
                  <a:pt x="1132051" y="-19133"/>
                  <a:pt x="1521453" y="24118"/>
                  <a:pt x="1776842" y="0"/>
                </a:cubicBezTo>
                <a:cubicBezTo>
                  <a:pt x="2032231" y="-24118"/>
                  <a:pt x="2093522" y="10741"/>
                  <a:pt x="2343371" y="0"/>
                </a:cubicBezTo>
                <a:cubicBezTo>
                  <a:pt x="2593220" y="-10741"/>
                  <a:pt x="2716318" y="22657"/>
                  <a:pt x="2909900" y="0"/>
                </a:cubicBezTo>
                <a:cubicBezTo>
                  <a:pt x="3103482" y="-22657"/>
                  <a:pt x="3462874" y="22521"/>
                  <a:pt x="3708191" y="0"/>
                </a:cubicBezTo>
                <a:cubicBezTo>
                  <a:pt x="3953508" y="-22521"/>
                  <a:pt x="3970235" y="21911"/>
                  <a:pt x="4197466" y="0"/>
                </a:cubicBezTo>
                <a:cubicBezTo>
                  <a:pt x="4424697" y="-21911"/>
                  <a:pt x="4628150" y="37956"/>
                  <a:pt x="4995757" y="0"/>
                </a:cubicBezTo>
                <a:cubicBezTo>
                  <a:pt x="5363364" y="-37956"/>
                  <a:pt x="5429568" y="-241"/>
                  <a:pt x="5794049" y="0"/>
                </a:cubicBezTo>
                <a:cubicBezTo>
                  <a:pt x="6158530" y="241"/>
                  <a:pt x="6266530" y="18962"/>
                  <a:pt x="6437832" y="0"/>
                </a:cubicBezTo>
                <a:cubicBezTo>
                  <a:pt x="6609134" y="-18962"/>
                  <a:pt x="7134869" y="43325"/>
                  <a:pt x="7725398" y="0"/>
                </a:cubicBezTo>
                <a:cubicBezTo>
                  <a:pt x="7719304" y="264583"/>
                  <a:pt x="7712325" y="348407"/>
                  <a:pt x="7725398" y="607834"/>
                </a:cubicBezTo>
                <a:cubicBezTo>
                  <a:pt x="7738471" y="867261"/>
                  <a:pt x="7726017" y="964745"/>
                  <a:pt x="7725398" y="1138072"/>
                </a:cubicBezTo>
                <a:cubicBezTo>
                  <a:pt x="7724779" y="1311399"/>
                  <a:pt x="7707689" y="1650068"/>
                  <a:pt x="7725398" y="1784703"/>
                </a:cubicBezTo>
                <a:cubicBezTo>
                  <a:pt x="7743107" y="1919338"/>
                  <a:pt x="7701774" y="2248227"/>
                  <a:pt x="7725398" y="2431335"/>
                </a:cubicBezTo>
                <a:cubicBezTo>
                  <a:pt x="7749022" y="2614443"/>
                  <a:pt x="7696131" y="2763595"/>
                  <a:pt x="7725398" y="3077967"/>
                </a:cubicBezTo>
                <a:cubicBezTo>
                  <a:pt x="7754665" y="3392339"/>
                  <a:pt x="7758501" y="3582085"/>
                  <a:pt x="7725398" y="3879790"/>
                </a:cubicBezTo>
                <a:cubicBezTo>
                  <a:pt x="7541061" y="3868394"/>
                  <a:pt x="7304905" y="3850290"/>
                  <a:pt x="7004361" y="3879790"/>
                </a:cubicBezTo>
                <a:cubicBezTo>
                  <a:pt x="6703817" y="3909290"/>
                  <a:pt x="6696790" y="3863791"/>
                  <a:pt x="6592340" y="3879790"/>
                </a:cubicBezTo>
                <a:cubicBezTo>
                  <a:pt x="6487890" y="3895789"/>
                  <a:pt x="6306891" y="3880801"/>
                  <a:pt x="6103064" y="3879790"/>
                </a:cubicBezTo>
                <a:cubicBezTo>
                  <a:pt x="5899237" y="3878779"/>
                  <a:pt x="5597384" y="3917145"/>
                  <a:pt x="5304773" y="3879790"/>
                </a:cubicBezTo>
                <a:cubicBezTo>
                  <a:pt x="5012162" y="3842435"/>
                  <a:pt x="4836672" y="3865586"/>
                  <a:pt x="4660990" y="3879790"/>
                </a:cubicBezTo>
                <a:cubicBezTo>
                  <a:pt x="4485308" y="3893994"/>
                  <a:pt x="4272075" y="3900258"/>
                  <a:pt x="4171715" y="3879790"/>
                </a:cubicBezTo>
                <a:cubicBezTo>
                  <a:pt x="4071356" y="3859322"/>
                  <a:pt x="3755334" y="3857113"/>
                  <a:pt x="3527932" y="3879790"/>
                </a:cubicBezTo>
                <a:cubicBezTo>
                  <a:pt x="3300530" y="3902467"/>
                  <a:pt x="3318419" y="3879359"/>
                  <a:pt x="3115911" y="3879790"/>
                </a:cubicBezTo>
                <a:cubicBezTo>
                  <a:pt x="2913403" y="3880221"/>
                  <a:pt x="2883949" y="3889820"/>
                  <a:pt x="2703889" y="3879790"/>
                </a:cubicBezTo>
                <a:cubicBezTo>
                  <a:pt x="2523829" y="3869760"/>
                  <a:pt x="2227640" y="3887975"/>
                  <a:pt x="2060106" y="3879790"/>
                </a:cubicBezTo>
                <a:cubicBezTo>
                  <a:pt x="1892572" y="3871605"/>
                  <a:pt x="1687049" y="3894357"/>
                  <a:pt x="1570831" y="3879790"/>
                </a:cubicBezTo>
                <a:cubicBezTo>
                  <a:pt x="1454614" y="3865223"/>
                  <a:pt x="1099168" y="3867054"/>
                  <a:pt x="849794" y="3879790"/>
                </a:cubicBezTo>
                <a:cubicBezTo>
                  <a:pt x="600420" y="3892526"/>
                  <a:pt x="315753" y="3908103"/>
                  <a:pt x="0" y="3879790"/>
                </a:cubicBezTo>
                <a:cubicBezTo>
                  <a:pt x="19372" y="3609211"/>
                  <a:pt x="-13955" y="3352443"/>
                  <a:pt x="0" y="3194360"/>
                </a:cubicBezTo>
                <a:cubicBezTo>
                  <a:pt x="13955" y="3036277"/>
                  <a:pt x="18905" y="2668638"/>
                  <a:pt x="0" y="2508931"/>
                </a:cubicBezTo>
                <a:cubicBezTo>
                  <a:pt x="-18905" y="2349224"/>
                  <a:pt x="19331" y="2072247"/>
                  <a:pt x="0" y="1939895"/>
                </a:cubicBezTo>
                <a:cubicBezTo>
                  <a:pt x="-19331" y="1807543"/>
                  <a:pt x="-972" y="1566680"/>
                  <a:pt x="0" y="1254465"/>
                </a:cubicBezTo>
                <a:cubicBezTo>
                  <a:pt x="972" y="942250"/>
                  <a:pt x="62613" y="261999"/>
                  <a:pt x="0" y="0"/>
                </a:cubicBezTo>
                <a:close/>
              </a:path>
            </a:pathLst>
          </a:custGeom>
          <a:blipFill>
            <a:blip r:embed="rId3"/>
            <a:tile tx="0" ty="0" sx="100000" sy="100000" flip="none" algn="tl"/>
          </a:blip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82BA3336-0420-A157-0A35-AE1AFA3BAC35}"/>
                  </a:ext>
                </a:extLst>
              </p:cNvPr>
              <p:cNvSpPr/>
              <p:nvPr/>
            </p:nvSpPr>
            <p:spPr>
              <a:xfrm>
                <a:off x="815719" y="1594811"/>
                <a:ext cx="7109082" cy="562911"/>
              </a:xfrm>
              <a:prstGeom prst="roundRect">
                <a:avLst/>
              </a:prstGeom>
              <a:solidFill>
                <a:srgbClr val="FFFD75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∈{                                                   </m:t>
                      </m:r>
                      <m:r>
                        <a:rPr lang="en-US" sz="3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}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82BA3336-0420-A157-0A35-AE1AFA3BA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19" y="1594811"/>
                <a:ext cx="7109082" cy="562911"/>
              </a:xfrm>
              <a:prstGeom prst="roundRect">
                <a:avLst/>
              </a:prstGeom>
              <a:blipFill>
                <a:blip r:embed="rId4"/>
                <a:stretch>
                  <a:fillRect b="-12903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D69DBD30-0B71-ECE7-3026-ED363806F709}"/>
                  </a:ext>
                </a:extLst>
              </p:cNvPr>
              <p:cNvSpPr/>
              <p:nvPr/>
            </p:nvSpPr>
            <p:spPr>
              <a:xfrm rot="16200000">
                <a:off x="-188822" y="3487731"/>
                <a:ext cx="2513828" cy="50474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=1 , …, 8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       </a:t>
                </a:r>
                <a:endParaRPr lang="en-US" sz="2800" dirty="0"/>
              </a:p>
            </p:txBody>
          </p:sp>
        </mc:Choice>
        <mc:Fallback xmlns="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D69DBD30-0B71-ECE7-3026-ED363806F7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88822" y="3487731"/>
                <a:ext cx="2513828" cy="504746"/>
              </a:xfrm>
              <a:prstGeom prst="roundRect">
                <a:avLst/>
              </a:prstGeom>
              <a:blipFill>
                <a:blip r:embed="rId5"/>
                <a:stretch>
                  <a:fillRect r="-1724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7A646C-EC8A-5D6F-B67A-3B567C851FB3}"/>
                  </a:ext>
                </a:extLst>
              </p:cNvPr>
              <p:cNvSpPr txBox="1"/>
              <p:nvPr/>
            </p:nvSpPr>
            <p:spPr>
              <a:xfrm>
                <a:off x="2121234" y="1696553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7A646C-EC8A-5D6F-B67A-3B567C851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234" y="1696553"/>
                <a:ext cx="1043674" cy="3583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C750428-5422-E8D4-128F-3B334C8DB4A5}"/>
                  </a:ext>
                </a:extLst>
              </p:cNvPr>
              <p:cNvSpPr txBox="1"/>
              <p:nvPr/>
            </p:nvSpPr>
            <p:spPr>
              <a:xfrm>
                <a:off x="4737246" y="1758791"/>
                <a:ext cx="1180042" cy="27699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⋯⋯⋯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C750428-5422-E8D4-128F-3B334C8DB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246" y="1758791"/>
                <a:ext cx="118004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CD149D-9935-0F53-29A5-F47ED1BE12E1}"/>
                  </a:ext>
                </a:extLst>
              </p:cNvPr>
              <p:cNvSpPr txBox="1"/>
              <p:nvPr/>
            </p:nvSpPr>
            <p:spPr>
              <a:xfrm>
                <a:off x="3317616" y="1708963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CD149D-9935-0F53-29A5-F47ED1BE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616" y="1708963"/>
                <a:ext cx="1043674" cy="3583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B19738-F351-55F5-3656-427454E2FDDE}"/>
                  </a:ext>
                </a:extLst>
              </p:cNvPr>
              <p:cNvSpPr txBox="1"/>
              <p:nvPr/>
            </p:nvSpPr>
            <p:spPr>
              <a:xfrm>
                <a:off x="6151893" y="1703128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B19738-F351-55F5-3656-427454E2F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893" y="1703128"/>
                <a:ext cx="1043674" cy="3583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E920F1-AF8E-4F25-A2F0-065FAACE0096}"/>
              </a:ext>
            </a:extLst>
          </p:cNvPr>
          <p:cNvGraphicFramePr>
            <a:graphicFrameLocks noGrp="1"/>
          </p:cNvGraphicFramePr>
          <p:nvPr/>
        </p:nvGraphicFramePr>
        <p:xfrm>
          <a:off x="1509215" y="2340372"/>
          <a:ext cx="6356768" cy="263908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33793">
                  <a:extLst>
                    <a:ext uri="{9D8B030D-6E8A-4147-A177-3AD203B41FA5}">
                      <a16:colId xmlns:a16="http://schemas.microsoft.com/office/drawing/2014/main" val="3980504908"/>
                    </a:ext>
                  </a:extLst>
                </a:gridCol>
                <a:gridCol w="1113420">
                  <a:extLst>
                    <a:ext uri="{9D8B030D-6E8A-4147-A177-3AD203B41FA5}">
                      <a16:colId xmlns:a16="http://schemas.microsoft.com/office/drawing/2014/main" val="3560750470"/>
                    </a:ext>
                  </a:extLst>
                </a:gridCol>
                <a:gridCol w="1181939">
                  <a:extLst>
                    <a:ext uri="{9D8B030D-6E8A-4147-A177-3AD203B41FA5}">
                      <a16:colId xmlns:a16="http://schemas.microsoft.com/office/drawing/2014/main" val="1023949154"/>
                    </a:ext>
                  </a:extLst>
                </a:gridCol>
                <a:gridCol w="1079161">
                  <a:extLst>
                    <a:ext uri="{9D8B030D-6E8A-4147-A177-3AD203B41FA5}">
                      <a16:colId xmlns:a16="http://schemas.microsoft.com/office/drawing/2014/main" val="3699071661"/>
                    </a:ext>
                  </a:extLst>
                </a:gridCol>
                <a:gridCol w="1113420">
                  <a:extLst>
                    <a:ext uri="{9D8B030D-6E8A-4147-A177-3AD203B41FA5}">
                      <a16:colId xmlns:a16="http://schemas.microsoft.com/office/drawing/2014/main" val="3695187582"/>
                    </a:ext>
                  </a:extLst>
                </a:gridCol>
                <a:gridCol w="1235035">
                  <a:extLst>
                    <a:ext uri="{9D8B030D-6E8A-4147-A177-3AD203B41FA5}">
                      <a16:colId xmlns:a16="http://schemas.microsoft.com/office/drawing/2014/main" val="2418733614"/>
                    </a:ext>
                  </a:extLst>
                </a:gridCol>
              </a:tblGrid>
              <a:tr h="3883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798402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78019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487644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018728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963596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86F929C4-C5C2-60E8-95E4-716F7F6090DD}"/>
              </a:ext>
            </a:extLst>
          </p:cNvPr>
          <p:cNvSpPr/>
          <p:nvPr/>
        </p:nvSpPr>
        <p:spPr>
          <a:xfrm rot="16200000">
            <a:off x="4823800" y="-337673"/>
            <a:ext cx="366069" cy="5718300"/>
          </a:xfrm>
          <a:prstGeom prst="rect">
            <a:avLst/>
          </a:prstGeom>
          <a:solidFill>
            <a:srgbClr val="FFFF00">
              <a:alpha val="69020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3A38B6-78DA-CE28-6C95-49277B498D38}"/>
              </a:ext>
            </a:extLst>
          </p:cNvPr>
          <p:cNvSpPr/>
          <p:nvPr/>
        </p:nvSpPr>
        <p:spPr>
          <a:xfrm>
            <a:off x="1509212" y="2336129"/>
            <a:ext cx="739354" cy="2641395"/>
          </a:xfrm>
          <a:prstGeom prst="rect">
            <a:avLst/>
          </a:prstGeom>
          <a:solidFill>
            <a:srgbClr val="8F51DB">
              <a:alpha val="29804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9F4DCE-2615-85A8-2F65-56CC12C30D1F}"/>
              </a:ext>
            </a:extLst>
          </p:cNvPr>
          <p:cNvSpPr/>
          <p:nvPr/>
        </p:nvSpPr>
        <p:spPr>
          <a:xfrm rot="16200000">
            <a:off x="4479559" y="-648646"/>
            <a:ext cx="416077" cy="6356771"/>
          </a:xfrm>
          <a:prstGeom prst="rect">
            <a:avLst/>
          </a:prstGeom>
          <a:solidFill>
            <a:srgbClr val="FFFF00">
              <a:alpha val="45098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B29F86-3D7A-3F77-5B36-9221EAE70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118904"/>
              </p:ext>
            </p:extLst>
          </p:nvPr>
        </p:nvGraphicFramePr>
        <p:xfrm>
          <a:off x="1509210" y="2350104"/>
          <a:ext cx="6356766" cy="2646912"/>
        </p:xfrm>
        <a:graphic>
          <a:graphicData uri="http://schemas.openxmlformats.org/drawingml/2006/table">
            <a:tbl>
              <a:tblPr/>
              <a:tblGrid>
                <a:gridCol w="721372">
                  <a:extLst>
                    <a:ext uri="{9D8B030D-6E8A-4147-A177-3AD203B41FA5}">
                      <a16:colId xmlns:a16="http://schemas.microsoft.com/office/drawing/2014/main" val="235046874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3868476898"/>
                    </a:ext>
                  </a:extLst>
                </a:gridCol>
                <a:gridCol w="1149927">
                  <a:extLst>
                    <a:ext uri="{9D8B030D-6E8A-4147-A177-3AD203B41FA5}">
                      <a16:colId xmlns:a16="http://schemas.microsoft.com/office/drawing/2014/main" val="1529650693"/>
                    </a:ext>
                  </a:extLst>
                </a:gridCol>
                <a:gridCol w="1202763">
                  <a:extLst>
                    <a:ext uri="{9D8B030D-6E8A-4147-A177-3AD203B41FA5}">
                      <a16:colId xmlns:a16="http://schemas.microsoft.com/office/drawing/2014/main" val="1180829514"/>
                    </a:ext>
                  </a:extLst>
                </a:gridCol>
                <a:gridCol w="1059461">
                  <a:extLst>
                    <a:ext uri="{9D8B030D-6E8A-4147-A177-3AD203B41FA5}">
                      <a16:colId xmlns:a16="http://schemas.microsoft.com/office/drawing/2014/main" val="3600027350"/>
                    </a:ext>
                  </a:extLst>
                </a:gridCol>
                <a:gridCol w="1059461">
                  <a:extLst>
                    <a:ext uri="{9D8B030D-6E8A-4147-A177-3AD203B41FA5}">
                      <a16:colId xmlns:a16="http://schemas.microsoft.com/office/drawing/2014/main" val="399559168"/>
                    </a:ext>
                  </a:extLst>
                </a:gridCol>
              </a:tblGrid>
              <a:tr h="441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181091"/>
                  </a:ext>
                </a:extLst>
              </a:tr>
              <a:tr h="441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735191"/>
                  </a:ext>
                </a:extLst>
              </a:tr>
              <a:tr h="441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577827"/>
                  </a:ext>
                </a:extLst>
              </a:tr>
              <a:tr h="441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362436"/>
                  </a:ext>
                </a:extLst>
              </a:tr>
              <a:tr h="441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560823"/>
                  </a:ext>
                </a:extLst>
              </a:tr>
              <a:tr h="441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278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631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5DCC3-11FF-7DDA-9FBD-02D44C98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50CA31-A6E7-185B-2206-32C305C2E19C}"/>
              </a:ext>
            </a:extLst>
          </p:cNvPr>
          <p:cNvSpPr/>
          <p:nvPr/>
        </p:nvSpPr>
        <p:spPr>
          <a:xfrm>
            <a:off x="87681" y="0"/>
            <a:ext cx="8830850" cy="7644559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49150"/>
                      <a:gd name="connsiteY0" fmla="*/ 0 h 4818384"/>
                      <a:gd name="connsiteX1" fmla="*/ 625424 w 6949150"/>
                      <a:gd name="connsiteY1" fmla="*/ 0 h 4818384"/>
                      <a:gd name="connsiteX2" fmla="*/ 1389830 w 6949150"/>
                      <a:gd name="connsiteY2" fmla="*/ 0 h 4818384"/>
                      <a:gd name="connsiteX3" fmla="*/ 1945762 w 6949150"/>
                      <a:gd name="connsiteY3" fmla="*/ 0 h 4818384"/>
                      <a:gd name="connsiteX4" fmla="*/ 2640677 w 6949150"/>
                      <a:gd name="connsiteY4" fmla="*/ 0 h 4818384"/>
                      <a:gd name="connsiteX5" fmla="*/ 3405084 w 6949150"/>
                      <a:gd name="connsiteY5" fmla="*/ 0 h 4818384"/>
                      <a:gd name="connsiteX6" fmla="*/ 3891524 w 6949150"/>
                      <a:gd name="connsiteY6" fmla="*/ 0 h 4818384"/>
                      <a:gd name="connsiteX7" fmla="*/ 4377965 w 6949150"/>
                      <a:gd name="connsiteY7" fmla="*/ 0 h 4818384"/>
                      <a:gd name="connsiteX8" fmla="*/ 5211863 w 6949150"/>
                      <a:gd name="connsiteY8" fmla="*/ 0 h 4818384"/>
                      <a:gd name="connsiteX9" fmla="*/ 5906778 w 6949150"/>
                      <a:gd name="connsiteY9" fmla="*/ 0 h 4818384"/>
                      <a:gd name="connsiteX10" fmla="*/ 6949150 w 6949150"/>
                      <a:gd name="connsiteY10" fmla="*/ 0 h 4818384"/>
                      <a:gd name="connsiteX11" fmla="*/ 6949150 w 6949150"/>
                      <a:gd name="connsiteY11" fmla="*/ 688341 h 4818384"/>
                      <a:gd name="connsiteX12" fmla="*/ 6949150 w 6949150"/>
                      <a:gd name="connsiteY12" fmla="*/ 1424865 h 4818384"/>
                      <a:gd name="connsiteX13" fmla="*/ 6949150 w 6949150"/>
                      <a:gd name="connsiteY13" fmla="*/ 2016838 h 4818384"/>
                      <a:gd name="connsiteX14" fmla="*/ 6949150 w 6949150"/>
                      <a:gd name="connsiteY14" fmla="*/ 2705178 h 4818384"/>
                      <a:gd name="connsiteX15" fmla="*/ 6949150 w 6949150"/>
                      <a:gd name="connsiteY15" fmla="*/ 3248967 h 4818384"/>
                      <a:gd name="connsiteX16" fmla="*/ 6949150 w 6949150"/>
                      <a:gd name="connsiteY16" fmla="*/ 4033676 h 4818384"/>
                      <a:gd name="connsiteX17" fmla="*/ 6949150 w 6949150"/>
                      <a:gd name="connsiteY17" fmla="*/ 4818384 h 4818384"/>
                      <a:gd name="connsiteX18" fmla="*/ 6115252 w 6949150"/>
                      <a:gd name="connsiteY18" fmla="*/ 4818384 h 4818384"/>
                      <a:gd name="connsiteX19" fmla="*/ 5350846 w 6949150"/>
                      <a:gd name="connsiteY19" fmla="*/ 4818384 h 4818384"/>
                      <a:gd name="connsiteX20" fmla="*/ 4794914 w 6949150"/>
                      <a:gd name="connsiteY20" fmla="*/ 4818384 h 4818384"/>
                      <a:gd name="connsiteX21" fmla="*/ 3961016 w 6949150"/>
                      <a:gd name="connsiteY21" fmla="*/ 4818384 h 4818384"/>
                      <a:gd name="connsiteX22" fmla="*/ 3266101 w 6949150"/>
                      <a:gd name="connsiteY22" fmla="*/ 4818384 h 4818384"/>
                      <a:gd name="connsiteX23" fmla="*/ 2779660 w 6949150"/>
                      <a:gd name="connsiteY23" fmla="*/ 4818384 h 4818384"/>
                      <a:gd name="connsiteX24" fmla="*/ 2084745 w 6949150"/>
                      <a:gd name="connsiteY24" fmla="*/ 4818384 h 4818384"/>
                      <a:gd name="connsiteX25" fmla="*/ 1459321 w 6949150"/>
                      <a:gd name="connsiteY25" fmla="*/ 4818384 h 4818384"/>
                      <a:gd name="connsiteX26" fmla="*/ 833898 w 6949150"/>
                      <a:gd name="connsiteY26" fmla="*/ 4818384 h 4818384"/>
                      <a:gd name="connsiteX27" fmla="*/ 0 w 6949150"/>
                      <a:gd name="connsiteY27" fmla="*/ 4818384 h 4818384"/>
                      <a:gd name="connsiteX28" fmla="*/ 0 w 6949150"/>
                      <a:gd name="connsiteY28" fmla="*/ 4178227 h 4818384"/>
                      <a:gd name="connsiteX29" fmla="*/ 0 w 6949150"/>
                      <a:gd name="connsiteY29" fmla="*/ 3441703 h 4818384"/>
                      <a:gd name="connsiteX30" fmla="*/ 0 w 6949150"/>
                      <a:gd name="connsiteY30" fmla="*/ 2801546 h 4818384"/>
                      <a:gd name="connsiteX31" fmla="*/ 0 w 6949150"/>
                      <a:gd name="connsiteY31" fmla="*/ 2257757 h 4818384"/>
                      <a:gd name="connsiteX32" fmla="*/ 0 w 6949150"/>
                      <a:gd name="connsiteY32" fmla="*/ 1617600 h 4818384"/>
                      <a:gd name="connsiteX33" fmla="*/ 0 w 6949150"/>
                      <a:gd name="connsiteY33" fmla="*/ 881076 h 4818384"/>
                      <a:gd name="connsiteX34" fmla="*/ 0 w 6949150"/>
                      <a:gd name="connsiteY34" fmla="*/ 0 h 4818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949150" h="4818384" fill="none" extrusionOk="0">
                        <a:moveTo>
                          <a:pt x="0" y="0"/>
                        </a:moveTo>
                        <a:cubicBezTo>
                          <a:pt x="199453" y="27968"/>
                          <a:pt x="331957" y="-15931"/>
                          <a:pt x="625424" y="0"/>
                        </a:cubicBezTo>
                        <a:cubicBezTo>
                          <a:pt x="918891" y="15931"/>
                          <a:pt x="1038506" y="12699"/>
                          <a:pt x="1389830" y="0"/>
                        </a:cubicBezTo>
                        <a:cubicBezTo>
                          <a:pt x="1741154" y="-12699"/>
                          <a:pt x="1762000" y="-17208"/>
                          <a:pt x="1945762" y="0"/>
                        </a:cubicBezTo>
                        <a:cubicBezTo>
                          <a:pt x="2129524" y="17208"/>
                          <a:pt x="2453772" y="22823"/>
                          <a:pt x="2640677" y="0"/>
                        </a:cubicBezTo>
                        <a:cubicBezTo>
                          <a:pt x="2827583" y="-22823"/>
                          <a:pt x="3242652" y="-31152"/>
                          <a:pt x="3405084" y="0"/>
                        </a:cubicBezTo>
                        <a:cubicBezTo>
                          <a:pt x="3567516" y="31152"/>
                          <a:pt x="3697218" y="22391"/>
                          <a:pt x="3891524" y="0"/>
                        </a:cubicBezTo>
                        <a:cubicBezTo>
                          <a:pt x="4085830" y="-22391"/>
                          <a:pt x="4147311" y="-19629"/>
                          <a:pt x="4377965" y="0"/>
                        </a:cubicBezTo>
                        <a:cubicBezTo>
                          <a:pt x="4608619" y="19629"/>
                          <a:pt x="4801188" y="-26337"/>
                          <a:pt x="5211863" y="0"/>
                        </a:cubicBezTo>
                        <a:cubicBezTo>
                          <a:pt x="5622538" y="26337"/>
                          <a:pt x="5743011" y="-9254"/>
                          <a:pt x="5906778" y="0"/>
                        </a:cubicBezTo>
                        <a:cubicBezTo>
                          <a:pt x="6070546" y="9254"/>
                          <a:pt x="6641194" y="43359"/>
                          <a:pt x="6949150" y="0"/>
                        </a:cubicBezTo>
                        <a:cubicBezTo>
                          <a:pt x="6949183" y="320118"/>
                          <a:pt x="6972420" y="379113"/>
                          <a:pt x="6949150" y="688341"/>
                        </a:cubicBezTo>
                        <a:cubicBezTo>
                          <a:pt x="6925880" y="997569"/>
                          <a:pt x="6929620" y="1190441"/>
                          <a:pt x="6949150" y="1424865"/>
                        </a:cubicBezTo>
                        <a:cubicBezTo>
                          <a:pt x="6968680" y="1659289"/>
                          <a:pt x="6932270" y="1765655"/>
                          <a:pt x="6949150" y="2016838"/>
                        </a:cubicBezTo>
                        <a:cubicBezTo>
                          <a:pt x="6966030" y="2268021"/>
                          <a:pt x="6980942" y="2551450"/>
                          <a:pt x="6949150" y="2705178"/>
                        </a:cubicBezTo>
                        <a:cubicBezTo>
                          <a:pt x="6917358" y="2858906"/>
                          <a:pt x="6950794" y="3026774"/>
                          <a:pt x="6949150" y="3248967"/>
                        </a:cubicBezTo>
                        <a:cubicBezTo>
                          <a:pt x="6947506" y="3471160"/>
                          <a:pt x="6938533" y="3657900"/>
                          <a:pt x="6949150" y="4033676"/>
                        </a:cubicBezTo>
                        <a:cubicBezTo>
                          <a:pt x="6959767" y="4409452"/>
                          <a:pt x="6986141" y="4542315"/>
                          <a:pt x="6949150" y="4818384"/>
                        </a:cubicBezTo>
                        <a:cubicBezTo>
                          <a:pt x="6617309" y="4859611"/>
                          <a:pt x="6293522" y="4816506"/>
                          <a:pt x="6115252" y="4818384"/>
                        </a:cubicBezTo>
                        <a:cubicBezTo>
                          <a:pt x="5936982" y="4820262"/>
                          <a:pt x="5664078" y="4823527"/>
                          <a:pt x="5350846" y="4818384"/>
                        </a:cubicBezTo>
                        <a:cubicBezTo>
                          <a:pt x="5037614" y="4813241"/>
                          <a:pt x="5040058" y="4838462"/>
                          <a:pt x="4794914" y="4818384"/>
                        </a:cubicBezTo>
                        <a:cubicBezTo>
                          <a:pt x="4549770" y="4798306"/>
                          <a:pt x="4267003" y="4778725"/>
                          <a:pt x="3961016" y="4818384"/>
                        </a:cubicBezTo>
                        <a:cubicBezTo>
                          <a:pt x="3655029" y="4858043"/>
                          <a:pt x="3581121" y="4843625"/>
                          <a:pt x="3266101" y="4818384"/>
                        </a:cubicBezTo>
                        <a:cubicBezTo>
                          <a:pt x="2951082" y="4793143"/>
                          <a:pt x="2958204" y="4811321"/>
                          <a:pt x="2779660" y="4818384"/>
                        </a:cubicBezTo>
                        <a:cubicBezTo>
                          <a:pt x="2601116" y="4825447"/>
                          <a:pt x="2410108" y="4830485"/>
                          <a:pt x="2084745" y="4818384"/>
                        </a:cubicBezTo>
                        <a:cubicBezTo>
                          <a:pt x="1759383" y="4806283"/>
                          <a:pt x="1592447" y="4829536"/>
                          <a:pt x="1459321" y="4818384"/>
                        </a:cubicBezTo>
                        <a:cubicBezTo>
                          <a:pt x="1326195" y="4807232"/>
                          <a:pt x="961699" y="4831668"/>
                          <a:pt x="833898" y="4818384"/>
                        </a:cubicBezTo>
                        <a:cubicBezTo>
                          <a:pt x="706097" y="4805100"/>
                          <a:pt x="405567" y="4783198"/>
                          <a:pt x="0" y="4818384"/>
                        </a:cubicBezTo>
                        <a:cubicBezTo>
                          <a:pt x="19912" y="4646829"/>
                          <a:pt x="-5787" y="4461033"/>
                          <a:pt x="0" y="4178227"/>
                        </a:cubicBezTo>
                        <a:cubicBezTo>
                          <a:pt x="5787" y="3895421"/>
                          <a:pt x="-8170" y="3635904"/>
                          <a:pt x="0" y="3441703"/>
                        </a:cubicBezTo>
                        <a:cubicBezTo>
                          <a:pt x="8170" y="3247502"/>
                          <a:pt x="29553" y="3060983"/>
                          <a:pt x="0" y="2801546"/>
                        </a:cubicBezTo>
                        <a:cubicBezTo>
                          <a:pt x="-29553" y="2542109"/>
                          <a:pt x="-10963" y="2468313"/>
                          <a:pt x="0" y="2257757"/>
                        </a:cubicBezTo>
                        <a:cubicBezTo>
                          <a:pt x="10963" y="2047201"/>
                          <a:pt x="-3041" y="1911395"/>
                          <a:pt x="0" y="1617600"/>
                        </a:cubicBezTo>
                        <a:cubicBezTo>
                          <a:pt x="3041" y="1323805"/>
                          <a:pt x="-11315" y="1095814"/>
                          <a:pt x="0" y="881076"/>
                        </a:cubicBezTo>
                        <a:cubicBezTo>
                          <a:pt x="11315" y="666338"/>
                          <a:pt x="29315" y="207175"/>
                          <a:pt x="0" y="0"/>
                        </a:cubicBezTo>
                        <a:close/>
                      </a:path>
                      <a:path w="6949150" h="4818384" stroke="0" extrusionOk="0">
                        <a:moveTo>
                          <a:pt x="0" y="0"/>
                        </a:moveTo>
                        <a:cubicBezTo>
                          <a:pt x="146200" y="22868"/>
                          <a:pt x="365499" y="-28243"/>
                          <a:pt x="625424" y="0"/>
                        </a:cubicBezTo>
                        <a:cubicBezTo>
                          <a:pt x="885349" y="28243"/>
                          <a:pt x="983698" y="-477"/>
                          <a:pt x="1111864" y="0"/>
                        </a:cubicBezTo>
                        <a:cubicBezTo>
                          <a:pt x="1240030" y="477"/>
                          <a:pt x="1701706" y="36578"/>
                          <a:pt x="1945762" y="0"/>
                        </a:cubicBezTo>
                        <a:cubicBezTo>
                          <a:pt x="2189818" y="-36578"/>
                          <a:pt x="2398117" y="26334"/>
                          <a:pt x="2571186" y="0"/>
                        </a:cubicBezTo>
                        <a:cubicBezTo>
                          <a:pt x="2744255" y="-26334"/>
                          <a:pt x="3002758" y="18302"/>
                          <a:pt x="3196609" y="0"/>
                        </a:cubicBezTo>
                        <a:cubicBezTo>
                          <a:pt x="3390460" y="-18302"/>
                          <a:pt x="3698572" y="31177"/>
                          <a:pt x="4030507" y="0"/>
                        </a:cubicBezTo>
                        <a:cubicBezTo>
                          <a:pt x="4362442" y="-31177"/>
                          <a:pt x="4465277" y="22923"/>
                          <a:pt x="4586439" y="0"/>
                        </a:cubicBezTo>
                        <a:cubicBezTo>
                          <a:pt x="4707601" y="-22923"/>
                          <a:pt x="5198495" y="-38705"/>
                          <a:pt x="5420337" y="0"/>
                        </a:cubicBezTo>
                        <a:cubicBezTo>
                          <a:pt x="5642179" y="38705"/>
                          <a:pt x="5986868" y="-30977"/>
                          <a:pt x="6254235" y="0"/>
                        </a:cubicBezTo>
                        <a:cubicBezTo>
                          <a:pt x="6521602" y="30977"/>
                          <a:pt x="6769056" y="6956"/>
                          <a:pt x="6949150" y="0"/>
                        </a:cubicBezTo>
                        <a:cubicBezTo>
                          <a:pt x="6959426" y="164551"/>
                          <a:pt x="6921543" y="599167"/>
                          <a:pt x="6949150" y="784708"/>
                        </a:cubicBezTo>
                        <a:cubicBezTo>
                          <a:pt x="6976757" y="970249"/>
                          <a:pt x="6975765" y="1236385"/>
                          <a:pt x="6949150" y="1521233"/>
                        </a:cubicBezTo>
                        <a:cubicBezTo>
                          <a:pt x="6922535" y="1806082"/>
                          <a:pt x="6946650" y="1849215"/>
                          <a:pt x="6949150" y="2065022"/>
                        </a:cubicBezTo>
                        <a:cubicBezTo>
                          <a:pt x="6951650" y="2280829"/>
                          <a:pt x="6959006" y="2489256"/>
                          <a:pt x="6949150" y="2753362"/>
                        </a:cubicBezTo>
                        <a:cubicBezTo>
                          <a:pt x="6939294" y="3017468"/>
                          <a:pt x="6981475" y="3226890"/>
                          <a:pt x="6949150" y="3441703"/>
                        </a:cubicBezTo>
                        <a:cubicBezTo>
                          <a:pt x="6916825" y="3656516"/>
                          <a:pt x="6945646" y="3819636"/>
                          <a:pt x="6949150" y="4130043"/>
                        </a:cubicBezTo>
                        <a:cubicBezTo>
                          <a:pt x="6952654" y="4440450"/>
                          <a:pt x="6926241" y="4670275"/>
                          <a:pt x="6949150" y="4818384"/>
                        </a:cubicBezTo>
                        <a:cubicBezTo>
                          <a:pt x="6691040" y="4838361"/>
                          <a:pt x="6385136" y="4789243"/>
                          <a:pt x="6184744" y="4818384"/>
                        </a:cubicBezTo>
                        <a:cubicBezTo>
                          <a:pt x="5984352" y="4847525"/>
                          <a:pt x="5916473" y="4838406"/>
                          <a:pt x="5698303" y="4818384"/>
                        </a:cubicBezTo>
                        <a:cubicBezTo>
                          <a:pt x="5480133" y="4798362"/>
                          <a:pt x="5314856" y="4814191"/>
                          <a:pt x="5142371" y="4818384"/>
                        </a:cubicBezTo>
                        <a:cubicBezTo>
                          <a:pt x="4969886" y="4822577"/>
                          <a:pt x="4660294" y="4823722"/>
                          <a:pt x="4308473" y="4818384"/>
                        </a:cubicBezTo>
                        <a:cubicBezTo>
                          <a:pt x="3956652" y="4813046"/>
                          <a:pt x="3959459" y="4791660"/>
                          <a:pt x="3613558" y="4818384"/>
                        </a:cubicBezTo>
                        <a:cubicBezTo>
                          <a:pt x="3267658" y="4845108"/>
                          <a:pt x="3208829" y="4791710"/>
                          <a:pt x="3057626" y="4818384"/>
                        </a:cubicBezTo>
                        <a:cubicBezTo>
                          <a:pt x="2906423" y="4845058"/>
                          <a:pt x="2615361" y="4832209"/>
                          <a:pt x="2362711" y="4818384"/>
                        </a:cubicBezTo>
                        <a:cubicBezTo>
                          <a:pt x="2110062" y="4804559"/>
                          <a:pt x="2009281" y="4834034"/>
                          <a:pt x="1876271" y="4818384"/>
                        </a:cubicBezTo>
                        <a:cubicBezTo>
                          <a:pt x="1743261" y="4802734"/>
                          <a:pt x="1591957" y="4800660"/>
                          <a:pt x="1389830" y="4818384"/>
                        </a:cubicBezTo>
                        <a:cubicBezTo>
                          <a:pt x="1187703" y="4836108"/>
                          <a:pt x="954300" y="4852725"/>
                          <a:pt x="694915" y="4818384"/>
                        </a:cubicBezTo>
                        <a:cubicBezTo>
                          <a:pt x="435531" y="4784043"/>
                          <a:pt x="333677" y="4795989"/>
                          <a:pt x="0" y="4818384"/>
                        </a:cubicBezTo>
                        <a:cubicBezTo>
                          <a:pt x="-26012" y="4528465"/>
                          <a:pt x="-7968" y="4278957"/>
                          <a:pt x="0" y="4081860"/>
                        </a:cubicBezTo>
                        <a:cubicBezTo>
                          <a:pt x="7968" y="3884763"/>
                          <a:pt x="-2900" y="3737894"/>
                          <a:pt x="0" y="3441703"/>
                        </a:cubicBezTo>
                        <a:cubicBezTo>
                          <a:pt x="2900" y="3145512"/>
                          <a:pt x="-22489" y="3148881"/>
                          <a:pt x="0" y="2897914"/>
                        </a:cubicBezTo>
                        <a:cubicBezTo>
                          <a:pt x="22489" y="2646947"/>
                          <a:pt x="-35125" y="2462270"/>
                          <a:pt x="0" y="2161389"/>
                        </a:cubicBezTo>
                        <a:cubicBezTo>
                          <a:pt x="35125" y="1860508"/>
                          <a:pt x="-9974" y="1760704"/>
                          <a:pt x="0" y="1569417"/>
                        </a:cubicBezTo>
                        <a:cubicBezTo>
                          <a:pt x="9974" y="1378130"/>
                          <a:pt x="-36555" y="1042236"/>
                          <a:pt x="0" y="832892"/>
                        </a:cubicBezTo>
                        <a:cubicBezTo>
                          <a:pt x="36555" y="623548"/>
                          <a:pt x="-19396" y="2975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31C839-DA73-3E99-C64E-CF01758CEF96}"/>
              </a:ext>
            </a:extLst>
          </p:cNvPr>
          <p:cNvSpPr/>
          <p:nvPr/>
        </p:nvSpPr>
        <p:spPr>
          <a:xfrm>
            <a:off x="4585345" y="103996"/>
            <a:ext cx="1891730" cy="11846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487EDF0-2A31-9F12-528E-80D483464003}"/>
              </a:ext>
            </a:extLst>
          </p:cNvPr>
          <p:cNvGrpSpPr/>
          <p:nvPr/>
        </p:nvGrpSpPr>
        <p:grpSpPr>
          <a:xfrm>
            <a:off x="2834578" y="2739322"/>
            <a:ext cx="3353814" cy="1184612"/>
            <a:chOff x="2660962" y="2348866"/>
            <a:chExt cx="3778627" cy="1154361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1A28584-6A38-0159-8564-1FAE6B5D247F}"/>
                </a:ext>
              </a:extLst>
            </p:cNvPr>
            <p:cNvCxnSpPr>
              <a:cxnSpLocks/>
            </p:cNvCxnSpPr>
            <p:nvPr/>
          </p:nvCxnSpPr>
          <p:spPr>
            <a:xfrm>
              <a:off x="4547859" y="2720295"/>
              <a:ext cx="1891730" cy="782932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F7E0455-B99E-90B1-56B7-2C48DD3403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0962" y="2720295"/>
              <a:ext cx="1886897" cy="708705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E687B20-5C9B-F888-2AC9-43BE56040CEF}"/>
                </a:ext>
              </a:extLst>
            </p:cNvPr>
            <p:cNvSpPr/>
            <p:nvPr/>
          </p:nvSpPr>
          <p:spPr>
            <a:xfrm>
              <a:off x="3119149" y="2902590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4C99B59-D3FF-E1AD-63B9-2D6059E50042}"/>
                </a:ext>
              </a:extLst>
            </p:cNvPr>
            <p:cNvSpPr/>
            <p:nvPr/>
          </p:nvSpPr>
          <p:spPr>
            <a:xfrm>
              <a:off x="5360569" y="3007746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C742C19-48BB-8F31-C689-0DD2F3DD2CA3}"/>
                </a:ext>
              </a:extLst>
            </p:cNvPr>
            <p:cNvGrpSpPr/>
            <p:nvPr/>
          </p:nvGrpSpPr>
          <p:grpSpPr>
            <a:xfrm>
              <a:off x="3604410" y="2348866"/>
              <a:ext cx="2033641" cy="604204"/>
              <a:chOff x="3818519" y="1128874"/>
              <a:chExt cx="2033641" cy="6042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D09315E6-E936-CC4D-6855-1882485C8DFB}"/>
                      </a:ext>
                    </a:extLst>
                  </p:cNvPr>
                  <p:cNvSpPr/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 &lt;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D09315E6-E936-CC4D-6855-1882485C8DF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CB484D9-0D7C-F5EB-E323-21028E1F663E}"/>
                  </a:ext>
                </a:extLst>
              </p:cNvPr>
              <p:cNvSpPr txBox="1"/>
              <p:nvPr/>
            </p:nvSpPr>
            <p:spPr>
              <a:xfrm>
                <a:off x="3938445" y="1169366"/>
                <a:ext cx="609414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endParaRPr lang="en-US" sz="2800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BFD858F-6D30-10FA-3206-868AB62B0014}"/>
                  </a:ext>
                </a:extLst>
              </p:cNvPr>
              <p:cNvSpPr txBox="1"/>
              <p:nvPr/>
            </p:nvSpPr>
            <p:spPr>
              <a:xfrm>
                <a:off x="5100839" y="1217548"/>
                <a:ext cx="609414" cy="44987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endParaRPr lang="en-US" sz="2400" dirty="0"/>
              </a:p>
            </p:txBody>
          </p:sp>
        </p:grp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E48CE506-49F6-11FD-7F34-31AD50DFCF0D}"/>
              </a:ext>
            </a:extLst>
          </p:cNvPr>
          <p:cNvSpPr/>
          <p:nvPr/>
        </p:nvSpPr>
        <p:spPr>
          <a:xfrm>
            <a:off x="2580362" y="105880"/>
            <a:ext cx="1995909" cy="11846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08C7B64-4101-B8EA-DAEA-FF34BF023424}"/>
              </a:ext>
            </a:extLst>
          </p:cNvPr>
          <p:cNvSpPr/>
          <p:nvPr/>
        </p:nvSpPr>
        <p:spPr>
          <a:xfrm>
            <a:off x="1742227" y="3870187"/>
            <a:ext cx="1995910" cy="1355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A914A1D-93FB-5A0B-75D4-323923645B09}"/>
              </a:ext>
            </a:extLst>
          </p:cNvPr>
          <p:cNvSpPr/>
          <p:nvPr/>
        </p:nvSpPr>
        <p:spPr>
          <a:xfrm>
            <a:off x="5509637" y="3870187"/>
            <a:ext cx="2353517" cy="115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7F9563D3-084E-A82D-1820-FC8EBC4AE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578" y="172152"/>
            <a:ext cx="3137344" cy="1048300"/>
          </a:xfrm>
          <a:prstGeom prst="rect">
            <a:avLst/>
          </a:prstGeom>
        </p:spPr>
      </p:pic>
      <p:pic>
        <p:nvPicPr>
          <p:cNvPr id="73" name="Picture 72" descr="A screenshot of a math board&#10;&#10;Description automatically generated">
            <a:extLst>
              <a:ext uri="{FF2B5EF4-FFF2-40B4-BE49-F238E27FC236}">
                <a16:creationId xmlns:a16="http://schemas.microsoft.com/office/drawing/2014/main" id="{FC0ACD07-5D52-4D06-2A01-6164B79786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7125" y="1354966"/>
            <a:ext cx="2551963" cy="131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8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26E00-4735-2A56-8E01-C0889F653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0702EA-02AA-236E-3C69-F67E78239BD8}"/>
              </a:ext>
            </a:extLst>
          </p:cNvPr>
          <p:cNvSpPr/>
          <p:nvPr/>
        </p:nvSpPr>
        <p:spPr>
          <a:xfrm>
            <a:off x="87681" y="0"/>
            <a:ext cx="8830850" cy="7644559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49150"/>
                      <a:gd name="connsiteY0" fmla="*/ 0 h 4818384"/>
                      <a:gd name="connsiteX1" fmla="*/ 625424 w 6949150"/>
                      <a:gd name="connsiteY1" fmla="*/ 0 h 4818384"/>
                      <a:gd name="connsiteX2" fmla="*/ 1389830 w 6949150"/>
                      <a:gd name="connsiteY2" fmla="*/ 0 h 4818384"/>
                      <a:gd name="connsiteX3" fmla="*/ 1945762 w 6949150"/>
                      <a:gd name="connsiteY3" fmla="*/ 0 h 4818384"/>
                      <a:gd name="connsiteX4" fmla="*/ 2640677 w 6949150"/>
                      <a:gd name="connsiteY4" fmla="*/ 0 h 4818384"/>
                      <a:gd name="connsiteX5" fmla="*/ 3405084 w 6949150"/>
                      <a:gd name="connsiteY5" fmla="*/ 0 h 4818384"/>
                      <a:gd name="connsiteX6" fmla="*/ 3891524 w 6949150"/>
                      <a:gd name="connsiteY6" fmla="*/ 0 h 4818384"/>
                      <a:gd name="connsiteX7" fmla="*/ 4377965 w 6949150"/>
                      <a:gd name="connsiteY7" fmla="*/ 0 h 4818384"/>
                      <a:gd name="connsiteX8" fmla="*/ 5211863 w 6949150"/>
                      <a:gd name="connsiteY8" fmla="*/ 0 h 4818384"/>
                      <a:gd name="connsiteX9" fmla="*/ 5906778 w 6949150"/>
                      <a:gd name="connsiteY9" fmla="*/ 0 h 4818384"/>
                      <a:gd name="connsiteX10" fmla="*/ 6949150 w 6949150"/>
                      <a:gd name="connsiteY10" fmla="*/ 0 h 4818384"/>
                      <a:gd name="connsiteX11" fmla="*/ 6949150 w 6949150"/>
                      <a:gd name="connsiteY11" fmla="*/ 688341 h 4818384"/>
                      <a:gd name="connsiteX12" fmla="*/ 6949150 w 6949150"/>
                      <a:gd name="connsiteY12" fmla="*/ 1424865 h 4818384"/>
                      <a:gd name="connsiteX13" fmla="*/ 6949150 w 6949150"/>
                      <a:gd name="connsiteY13" fmla="*/ 2016838 h 4818384"/>
                      <a:gd name="connsiteX14" fmla="*/ 6949150 w 6949150"/>
                      <a:gd name="connsiteY14" fmla="*/ 2705178 h 4818384"/>
                      <a:gd name="connsiteX15" fmla="*/ 6949150 w 6949150"/>
                      <a:gd name="connsiteY15" fmla="*/ 3248967 h 4818384"/>
                      <a:gd name="connsiteX16" fmla="*/ 6949150 w 6949150"/>
                      <a:gd name="connsiteY16" fmla="*/ 4033676 h 4818384"/>
                      <a:gd name="connsiteX17" fmla="*/ 6949150 w 6949150"/>
                      <a:gd name="connsiteY17" fmla="*/ 4818384 h 4818384"/>
                      <a:gd name="connsiteX18" fmla="*/ 6115252 w 6949150"/>
                      <a:gd name="connsiteY18" fmla="*/ 4818384 h 4818384"/>
                      <a:gd name="connsiteX19" fmla="*/ 5350846 w 6949150"/>
                      <a:gd name="connsiteY19" fmla="*/ 4818384 h 4818384"/>
                      <a:gd name="connsiteX20" fmla="*/ 4794914 w 6949150"/>
                      <a:gd name="connsiteY20" fmla="*/ 4818384 h 4818384"/>
                      <a:gd name="connsiteX21" fmla="*/ 3961016 w 6949150"/>
                      <a:gd name="connsiteY21" fmla="*/ 4818384 h 4818384"/>
                      <a:gd name="connsiteX22" fmla="*/ 3266101 w 6949150"/>
                      <a:gd name="connsiteY22" fmla="*/ 4818384 h 4818384"/>
                      <a:gd name="connsiteX23" fmla="*/ 2779660 w 6949150"/>
                      <a:gd name="connsiteY23" fmla="*/ 4818384 h 4818384"/>
                      <a:gd name="connsiteX24" fmla="*/ 2084745 w 6949150"/>
                      <a:gd name="connsiteY24" fmla="*/ 4818384 h 4818384"/>
                      <a:gd name="connsiteX25" fmla="*/ 1459321 w 6949150"/>
                      <a:gd name="connsiteY25" fmla="*/ 4818384 h 4818384"/>
                      <a:gd name="connsiteX26" fmla="*/ 833898 w 6949150"/>
                      <a:gd name="connsiteY26" fmla="*/ 4818384 h 4818384"/>
                      <a:gd name="connsiteX27" fmla="*/ 0 w 6949150"/>
                      <a:gd name="connsiteY27" fmla="*/ 4818384 h 4818384"/>
                      <a:gd name="connsiteX28" fmla="*/ 0 w 6949150"/>
                      <a:gd name="connsiteY28" fmla="*/ 4178227 h 4818384"/>
                      <a:gd name="connsiteX29" fmla="*/ 0 w 6949150"/>
                      <a:gd name="connsiteY29" fmla="*/ 3441703 h 4818384"/>
                      <a:gd name="connsiteX30" fmla="*/ 0 w 6949150"/>
                      <a:gd name="connsiteY30" fmla="*/ 2801546 h 4818384"/>
                      <a:gd name="connsiteX31" fmla="*/ 0 w 6949150"/>
                      <a:gd name="connsiteY31" fmla="*/ 2257757 h 4818384"/>
                      <a:gd name="connsiteX32" fmla="*/ 0 w 6949150"/>
                      <a:gd name="connsiteY32" fmla="*/ 1617600 h 4818384"/>
                      <a:gd name="connsiteX33" fmla="*/ 0 w 6949150"/>
                      <a:gd name="connsiteY33" fmla="*/ 881076 h 4818384"/>
                      <a:gd name="connsiteX34" fmla="*/ 0 w 6949150"/>
                      <a:gd name="connsiteY34" fmla="*/ 0 h 4818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949150" h="4818384" fill="none" extrusionOk="0">
                        <a:moveTo>
                          <a:pt x="0" y="0"/>
                        </a:moveTo>
                        <a:cubicBezTo>
                          <a:pt x="199453" y="27968"/>
                          <a:pt x="331957" y="-15931"/>
                          <a:pt x="625424" y="0"/>
                        </a:cubicBezTo>
                        <a:cubicBezTo>
                          <a:pt x="918891" y="15931"/>
                          <a:pt x="1038506" y="12699"/>
                          <a:pt x="1389830" y="0"/>
                        </a:cubicBezTo>
                        <a:cubicBezTo>
                          <a:pt x="1741154" y="-12699"/>
                          <a:pt x="1762000" y="-17208"/>
                          <a:pt x="1945762" y="0"/>
                        </a:cubicBezTo>
                        <a:cubicBezTo>
                          <a:pt x="2129524" y="17208"/>
                          <a:pt x="2453772" y="22823"/>
                          <a:pt x="2640677" y="0"/>
                        </a:cubicBezTo>
                        <a:cubicBezTo>
                          <a:pt x="2827583" y="-22823"/>
                          <a:pt x="3242652" y="-31152"/>
                          <a:pt x="3405084" y="0"/>
                        </a:cubicBezTo>
                        <a:cubicBezTo>
                          <a:pt x="3567516" y="31152"/>
                          <a:pt x="3697218" y="22391"/>
                          <a:pt x="3891524" y="0"/>
                        </a:cubicBezTo>
                        <a:cubicBezTo>
                          <a:pt x="4085830" y="-22391"/>
                          <a:pt x="4147311" y="-19629"/>
                          <a:pt x="4377965" y="0"/>
                        </a:cubicBezTo>
                        <a:cubicBezTo>
                          <a:pt x="4608619" y="19629"/>
                          <a:pt x="4801188" y="-26337"/>
                          <a:pt x="5211863" y="0"/>
                        </a:cubicBezTo>
                        <a:cubicBezTo>
                          <a:pt x="5622538" y="26337"/>
                          <a:pt x="5743011" y="-9254"/>
                          <a:pt x="5906778" y="0"/>
                        </a:cubicBezTo>
                        <a:cubicBezTo>
                          <a:pt x="6070546" y="9254"/>
                          <a:pt x="6641194" y="43359"/>
                          <a:pt x="6949150" y="0"/>
                        </a:cubicBezTo>
                        <a:cubicBezTo>
                          <a:pt x="6949183" y="320118"/>
                          <a:pt x="6972420" y="379113"/>
                          <a:pt x="6949150" y="688341"/>
                        </a:cubicBezTo>
                        <a:cubicBezTo>
                          <a:pt x="6925880" y="997569"/>
                          <a:pt x="6929620" y="1190441"/>
                          <a:pt x="6949150" y="1424865"/>
                        </a:cubicBezTo>
                        <a:cubicBezTo>
                          <a:pt x="6968680" y="1659289"/>
                          <a:pt x="6932270" y="1765655"/>
                          <a:pt x="6949150" y="2016838"/>
                        </a:cubicBezTo>
                        <a:cubicBezTo>
                          <a:pt x="6966030" y="2268021"/>
                          <a:pt x="6980942" y="2551450"/>
                          <a:pt x="6949150" y="2705178"/>
                        </a:cubicBezTo>
                        <a:cubicBezTo>
                          <a:pt x="6917358" y="2858906"/>
                          <a:pt x="6950794" y="3026774"/>
                          <a:pt x="6949150" y="3248967"/>
                        </a:cubicBezTo>
                        <a:cubicBezTo>
                          <a:pt x="6947506" y="3471160"/>
                          <a:pt x="6938533" y="3657900"/>
                          <a:pt x="6949150" y="4033676"/>
                        </a:cubicBezTo>
                        <a:cubicBezTo>
                          <a:pt x="6959767" y="4409452"/>
                          <a:pt x="6986141" y="4542315"/>
                          <a:pt x="6949150" y="4818384"/>
                        </a:cubicBezTo>
                        <a:cubicBezTo>
                          <a:pt x="6617309" y="4859611"/>
                          <a:pt x="6293522" y="4816506"/>
                          <a:pt x="6115252" y="4818384"/>
                        </a:cubicBezTo>
                        <a:cubicBezTo>
                          <a:pt x="5936982" y="4820262"/>
                          <a:pt x="5664078" y="4823527"/>
                          <a:pt x="5350846" y="4818384"/>
                        </a:cubicBezTo>
                        <a:cubicBezTo>
                          <a:pt x="5037614" y="4813241"/>
                          <a:pt x="5040058" y="4838462"/>
                          <a:pt x="4794914" y="4818384"/>
                        </a:cubicBezTo>
                        <a:cubicBezTo>
                          <a:pt x="4549770" y="4798306"/>
                          <a:pt x="4267003" y="4778725"/>
                          <a:pt x="3961016" y="4818384"/>
                        </a:cubicBezTo>
                        <a:cubicBezTo>
                          <a:pt x="3655029" y="4858043"/>
                          <a:pt x="3581121" y="4843625"/>
                          <a:pt x="3266101" y="4818384"/>
                        </a:cubicBezTo>
                        <a:cubicBezTo>
                          <a:pt x="2951082" y="4793143"/>
                          <a:pt x="2958204" y="4811321"/>
                          <a:pt x="2779660" y="4818384"/>
                        </a:cubicBezTo>
                        <a:cubicBezTo>
                          <a:pt x="2601116" y="4825447"/>
                          <a:pt x="2410108" y="4830485"/>
                          <a:pt x="2084745" y="4818384"/>
                        </a:cubicBezTo>
                        <a:cubicBezTo>
                          <a:pt x="1759383" y="4806283"/>
                          <a:pt x="1592447" y="4829536"/>
                          <a:pt x="1459321" y="4818384"/>
                        </a:cubicBezTo>
                        <a:cubicBezTo>
                          <a:pt x="1326195" y="4807232"/>
                          <a:pt x="961699" y="4831668"/>
                          <a:pt x="833898" y="4818384"/>
                        </a:cubicBezTo>
                        <a:cubicBezTo>
                          <a:pt x="706097" y="4805100"/>
                          <a:pt x="405567" y="4783198"/>
                          <a:pt x="0" y="4818384"/>
                        </a:cubicBezTo>
                        <a:cubicBezTo>
                          <a:pt x="19912" y="4646829"/>
                          <a:pt x="-5787" y="4461033"/>
                          <a:pt x="0" y="4178227"/>
                        </a:cubicBezTo>
                        <a:cubicBezTo>
                          <a:pt x="5787" y="3895421"/>
                          <a:pt x="-8170" y="3635904"/>
                          <a:pt x="0" y="3441703"/>
                        </a:cubicBezTo>
                        <a:cubicBezTo>
                          <a:pt x="8170" y="3247502"/>
                          <a:pt x="29553" y="3060983"/>
                          <a:pt x="0" y="2801546"/>
                        </a:cubicBezTo>
                        <a:cubicBezTo>
                          <a:pt x="-29553" y="2542109"/>
                          <a:pt x="-10963" y="2468313"/>
                          <a:pt x="0" y="2257757"/>
                        </a:cubicBezTo>
                        <a:cubicBezTo>
                          <a:pt x="10963" y="2047201"/>
                          <a:pt x="-3041" y="1911395"/>
                          <a:pt x="0" y="1617600"/>
                        </a:cubicBezTo>
                        <a:cubicBezTo>
                          <a:pt x="3041" y="1323805"/>
                          <a:pt x="-11315" y="1095814"/>
                          <a:pt x="0" y="881076"/>
                        </a:cubicBezTo>
                        <a:cubicBezTo>
                          <a:pt x="11315" y="666338"/>
                          <a:pt x="29315" y="207175"/>
                          <a:pt x="0" y="0"/>
                        </a:cubicBezTo>
                        <a:close/>
                      </a:path>
                      <a:path w="6949150" h="4818384" stroke="0" extrusionOk="0">
                        <a:moveTo>
                          <a:pt x="0" y="0"/>
                        </a:moveTo>
                        <a:cubicBezTo>
                          <a:pt x="146200" y="22868"/>
                          <a:pt x="365499" y="-28243"/>
                          <a:pt x="625424" y="0"/>
                        </a:cubicBezTo>
                        <a:cubicBezTo>
                          <a:pt x="885349" y="28243"/>
                          <a:pt x="983698" y="-477"/>
                          <a:pt x="1111864" y="0"/>
                        </a:cubicBezTo>
                        <a:cubicBezTo>
                          <a:pt x="1240030" y="477"/>
                          <a:pt x="1701706" y="36578"/>
                          <a:pt x="1945762" y="0"/>
                        </a:cubicBezTo>
                        <a:cubicBezTo>
                          <a:pt x="2189818" y="-36578"/>
                          <a:pt x="2398117" y="26334"/>
                          <a:pt x="2571186" y="0"/>
                        </a:cubicBezTo>
                        <a:cubicBezTo>
                          <a:pt x="2744255" y="-26334"/>
                          <a:pt x="3002758" y="18302"/>
                          <a:pt x="3196609" y="0"/>
                        </a:cubicBezTo>
                        <a:cubicBezTo>
                          <a:pt x="3390460" y="-18302"/>
                          <a:pt x="3698572" y="31177"/>
                          <a:pt x="4030507" y="0"/>
                        </a:cubicBezTo>
                        <a:cubicBezTo>
                          <a:pt x="4362442" y="-31177"/>
                          <a:pt x="4465277" y="22923"/>
                          <a:pt x="4586439" y="0"/>
                        </a:cubicBezTo>
                        <a:cubicBezTo>
                          <a:pt x="4707601" y="-22923"/>
                          <a:pt x="5198495" y="-38705"/>
                          <a:pt x="5420337" y="0"/>
                        </a:cubicBezTo>
                        <a:cubicBezTo>
                          <a:pt x="5642179" y="38705"/>
                          <a:pt x="5986868" y="-30977"/>
                          <a:pt x="6254235" y="0"/>
                        </a:cubicBezTo>
                        <a:cubicBezTo>
                          <a:pt x="6521602" y="30977"/>
                          <a:pt x="6769056" y="6956"/>
                          <a:pt x="6949150" y="0"/>
                        </a:cubicBezTo>
                        <a:cubicBezTo>
                          <a:pt x="6959426" y="164551"/>
                          <a:pt x="6921543" y="599167"/>
                          <a:pt x="6949150" y="784708"/>
                        </a:cubicBezTo>
                        <a:cubicBezTo>
                          <a:pt x="6976757" y="970249"/>
                          <a:pt x="6975765" y="1236385"/>
                          <a:pt x="6949150" y="1521233"/>
                        </a:cubicBezTo>
                        <a:cubicBezTo>
                          <a:pt x="6922535" y="1806082"/>
                          <a:pt x="6946650" y="1849215"/>
                          <a:pt x="6949150" y="2065022"/>
                        </a:cubicBezTo>
                        <a:cubicBezTo>
                          <a:pt x="6951650" y="2280829"/>
                          <a:pt x="6959006" y="2489256"/>
                          <a:pt x="6949150" y="2753362"/>
                        </a:cubicBezTo>
                        <a:cubicBezTo>
                          <a:pt x="6939294" y="3017468"/>
                          <a:pt x="6981475" y="3226890"/>
                          <a:pt x="6949150" y="3441703"/>
                        </a:cubicBezTo>
                        <a:cubicBezTo>
                          <a:pt x="6916825" y="3656516"/>
                          <a:pt x="6945646" y="3819636"/>
                          <a:pt x="6949150" y="4130043"/>
                        </a:cubicBezTo>
                        <a:cubicBezTo>
                          <a:pt x="6952654" y="4440450"/>
                          <a:pt x="6926241" y="4670275"/>
                          <a:pt x="6949150" y="4818384"/>
                        </a:cubicBezTo>
                        <a:cubicBezTo>
                          <a:pt x="6691040" y="4838361"/>
                          <a:pt x="6385136" y="4789243"/>
                          <a:pt x="6184744" y="4818384"/>
                        </a:cubicBezTo>
                        <a:cubicBezTo>
                          <a:pt x="5984352" y="4847525"/>
                          <a:pt x="5916473" y="4838406"/>
                          <a:pt x="5698303" y="4818384"/>
                        </a:cubicBezTo>
                        <a:cubicBezTo>
                          <a:pt x="5480133" y="4798362"/>
                          <a:pt x="5314856" y="4814191"/>
                          <a:pt x="5142371" y="4818384"/>
                        </a:cubicBezTo>
                        <a:cubicBezTo>
                          <a:pt x="4969886" y="4822577"/>
                          <a:pt x="4660294" y="4823722"/>
                          <a:pt x="4308473" y="4818384"/>
                        </a:cubicBezTo>
                        <a:cubicBezTo>
                          <a:pt x="3956652" y="4813046"/>
                          <a:pt x="3959459" y="4791660"/>
                          <a:pt x="3613558" y="4818384"/>
                        </a:cubicBezTo>
                        <a:cubicBezTo>
                          <a:pt x="3267658" y="4845108"/>
                          <a:pt x="3208829" y="4791710"/>
                          <a:pt x="3057626" y="4818384"/>
                        </a:cubicBezTo>
                        <a:cubicBezTo>
                          <a:pt x="2906423" y="4845058"/>
                          <a:pt x="2615361" y="4832209"/>
                          <a:pt x="2362711" y="4818384"/>
                        </a:cubicBezTo>
                        <a:cubicBezTo>
                          <a:pt x="2110062" y="4804559"/>
                          <a:pt x="2009281" y="4834034"/>
                          <a:pt x="1876271" y="4818384"/>
                        </a:cubicBezTo>
                        <a:cubicBezTo>
                          <a:pt x="1743261" y="4802734"/>
                          <a:pt x="1591957" y="4800660"/>
                          <a:pt x="1389830" y="4818384"/>
                        </a:cubicBezTo>
                        <a:cubicBezTo>
                          <a:pt x="1187703" y="4836108"/>
                          <a:pt x="954300" y="4852725"/>
                          <a:pt x="694915" y="4818384"/>
                        </a:cubicBezTo>
                        <a:cubicBezTo>
                          <a:pt x="435531" y="4784043"/>
                          <a:pt x="333677" y="4795989"/>
                          <a:pt x="0" y="4818384"/>
                        </a:cubicBezTo>
                        <a:cubicBezTo>
                          <a:pt x="-26012" y="4528465"/>
                          <a:pt x="-7968" y="4278957"/>
                          <a:pt x="0" y="4081860"/>
                        </a:cubicBezTo>
                        <a:cubicBezTo>
                          <a:pt x="7968" y="3884763"/>
                          <a:pt x="-2900" y="3737894"/>
                          <a:pt x="0" y="3441703"/>
                        </a:cubicBezTo>
                        <a:cubicBezTo>
                          <a:pt x="2900" y="3145512"/>
                          <a:pt x="-22489" y="3148881"/>
                          <a:pt x="0" y="2897914"/>
                        </a:cubicBezTo>
                        <a:cubicBezTo>
                          <a:pt x="22489" y="2646947"/>
                          <a:pt x="-35125" y="2462270"/>
                          <a:pt x="0" y="2161389"/>
                        </a:cubicBezTo>
                        <a:cubicBezTo>
                          <a:pt x="35125" y="1860508"/>
                          <a:pt x="-9974" y="1760704"/>
                          <a:pt x="0" y="1569417"/>
                        </a:cubicBezTo>
                        <a:cubicBezTo>
                          <a:pt x="9974" y="1378130"/>
                          <a:pt x="-36555" y="1042236"/>
                          <a:pt x="0" y="832892"/>
                        </a:cubicBezTo>
                        <a:cubicBezTo>
                          <a:pt x="36555" y="623548"/>
                          <a:pt x="-19396" y="2975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94A6E8D-0298-1867-5EFC-6016DE1BA9A3}"/>
              </a:ext>
            </a:extLst>
          </p:cNvPr>
          <p:cNvSpPr/>
          <p:nvPr/>
        </p:nvSpPr>
        <p:spPr>
          <a:xfrm>
            <a:off x="4585345" y="103996"/>
            <a:ext cx="1891730" cy="11846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3C7A15D-C2D3-005B-95C3-58C541C050BD}"/>
              </a:ext>
            </a:extLst>
          </p:cNvPr>
          <p:cNvGrpSpPr/>
          <p:nvPr/>
        </p:nvGrpSpPr>
        <p:grpSpPr>
          <a:xfrm>
            <a:off x="2834578" y="2739322"/>
            <a:ext cx="3353814" cy="1184612"/>
            <a:chOff x="2660962" y="2348866"/>
            <a:chExt cx="3778627" cy="1154361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CF13977-DFD6-DC45-2E99-14977E898425}"/>
                </a:ext>
              </a:extLst>
            </p:cNvPr>
            <p:cNvCxnSpPr>
              <a:cxnSpLocks/>
            </p:cNvCxnSpPr>
            <p:nvPr/>
          </p:nvCxnSpPr>
          <p:spPr>
            <a:xfrm>
              <a:off x="4547859" y="2720295"/>
              <a:ext cx="1891730" cy="782932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9F3AB80-102F-85A4-3EDF-3CCD54FCEA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0962" y="2720295"/>
              <a:ext cx="1886897" cy="708705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1BB7645-5A8F-4D24-E43E-B304FCD7E1CD}"/>
                </a:ext>
              </a:extLst>
            </p:cNvPr>
            <p:cNvSpPr/>
            <p:nvPr/>
          </p:nvSpPr>
          <p:spPr>
            <a:xfrm>
              <a:off x="3119149" y="2902590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1EA698F-AB0B-1377-3EB5-EEF73F35A326}"/>
                </a:ext>
              </a:extLst>
            </p:cNvPr>
            <p:cNvSpPr/>
            <p:nvPr/>
          </p:nvSpPr>
          <p:spPr>
            <a:xfrm>
              <a:off x="5360569" y="3007746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8071C26-CBEF-E56A-DAFA-C980BB001C0A}"/>
                </a:ext>
              </a:extLst>
            </p:cNvPr>
            <p:cNvGrpSpPr/>
            <p:nvPr/>
          </p:nvGrpSpPr>
          <p:grpSpPr>
            <a:xfrm>
              <a:off x="3604410" y="2348866"/>
              <a:ext cx="2033641" cy="604204"/>
              <a:chOff x="3818519" y="1128874"/>
              <a:chExt cx="2033641" cy="6042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CBB4A78A-A27B-A161-6C00-FD6936CE0CD0}"/>
                      </a:ext>
                    </a:extLst>
                  </p:cNvPr>
                  <p:cNvSpPr/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 &lt;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CBB4A78A-A27B-A161-6C00-FD6936CE0CD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48F80139-08D4-C226-8248-86E348065B3D}"/>
                      </a:ext>
                    </a:extLst>
                  </p:cNvPr>
                  <p:cNvSpPr txBox="1"/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48F80139-08D4-C226-8248-86E348065B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AE167C5-CF72-AB80-53D2-81FEFB2B1C02}"/>
                  </a:ext>
                </a:extLst>
              </p:cNvPr>
              <p:cNvSpPr txBox="1"/>
              <p:nvPr/>
            </p:nvSpPr>
            <p:spPr>
              <a:xfrm>
                <a:off x="5100839" y="1217548"/>
                <a:ext cx="609414" cy="44987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42</a:t>
                </a:r>
              </a:p>
            </p:txBody>
          </p:sp>
        </p:grp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B511C609-E998-EB95-FC87-3B4E5A3D83BD}"/>
              </a:ext>
            </a:extLst>
          </p:cNvPr>
          <p:cNvSpPr/>
          <p:nvPr/>
        </p:nvSpPr>
        <p:spPr>
          <a:xfrm>
            <a:off x="2580362" y="105880"/>
            <a:ext cx="1995909" cy="11846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A3488D3-66C7-7895-E57F-E5771892AB49}"/>
              </a:ext>
            </a:extLst>
          </p:cNvPr>
          <p:cNvSpPr/>
          <p:nvPr/>
        </p:nvSpPr>
        <p:spPr>
          <a:xfrm>
            <a:off x="1742227" y="3870187"/>
            <a:ext cx="1995910" cy="1355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BE55470-E6F9-ABC6-C53E-DE02203E2954}"/>
              </a:ext>
            </a:extLst>
          </p:cNvPr>
          <p:cNvSpPr/>
          <p:nvPr/>
        </p:nvSpPr>
        <p:spPr>
          <a:xfrm>
            <a:off x="5509637" y="3870187"/>
            <a:ext cx="2353517" cy="115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796E4E9D-F11B-8EB9-8B19-BA6AD1716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578" y="172152"/>
            <a:ext cx="3137344" cy="1048300"/>
          </a:xfrm>
          <a:prstGeom prst="rect">
            <a:avLst/>
          </a:prstGeom>
        </p:spPr>
      </p:pic>
      <p:pic>
        <p:nvPicPr>
          <p:cNvPr id="73" name="Picture 72" descr="A screenshot of a math board&#10;&#10;Description automatically generated">
            <a:extLst>
              <a:ext uri="{FF2B5EF4-FFF2-40B4-BE49-F238E27FC236}">
                <a16:creationId xmlns:a16="http://schemas.microsoft.com/office/drawing/2014/main" id="{593867EA-0935-2096-EFCA-6C744E37D2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7125" y="1354966"/>
            <a:ext cx="2551963" cy="1319981"/>
          </a:xfrm>
          <a:prstGeom prst="rect">
            <a:avLst/>
          </a:prstGeom>
        </p:spPr>
      </p:pic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F23C9C18-D831-0665-1B6C-089E0B49E5A1}"/>
              </a:ext>
            </a:extLst>
          </p:cNvPr>
          <p:cNvGraphicFramePr>
            <a:graphicFrameLocks noGrp="1"/>
          </p:cNvGraphicFramePr>
          <p:nvPr/>
        </p:nvGraphicFramePr>
        <p:xfrm>
          <a:off x="5937713" y="3949381"/>
          <a:ext cx="1582152" cy="1026795"/>
        </p:xfrm>
        <a:graphic>
          <a:graphicData uri="http://schemas.openxmlformats.org/drawingml/2006/table">
            <a:tbl>
              <a:tblPr/>
              <a:tblGrid>
                <a:gridCol w="263692">
                  <a:extLst>
                    <a:ext uri="{9D8B030D-6E8A-4147-A177-3AD203B41FA5}">
                      <a16:colId xmlns:a16="http://schemas.microsoft.com/office/drawing/2014/main" val="4017208414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2514218000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4010742793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1318833208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3675222567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46497937"/>
                    </a:ext>
                  </a:extLst>
                </a:gridCol>
              </a:tblGrid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103927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79023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965341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379096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68007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761720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099787"/>
                  </a:ext>
                </a:extLst>
              </a:tr>
            </a:tbl>
          </a:graphicData>
        </a:graphic>
      </p:graphicFrame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2EF5F3F4-0AD5-6503-3138-6CCD24C9FE8A}"/>
              </a:ext>
            </a:extLst>
          </p:cNvPr>
          <p:cNvGraphicFramePr>
            <a:graphicFrameLocks noGrp="1"/>
          </p:cNvGraphicFramePr>
          <p:nvPr/>
        </p:nvGraphicFramePr>
        <p:xfrm>
          <a:off x="2154366" y="4034739"/>
          <a:ext cx="1265456" cy="1026795"/>
        </p:xfrm>
        <a:graphic>
          <a:graphicData uri="http://schemas.openxmlformats.org/drawingml/2006/table">
            <a:tbl>
              <a:tblPr/>
              <a:tblGrid>
                <a:gridCol w="296500">
                  <a:extLst>
                    <a:ext uri="{9D8B030D-6E8A-4147-A177-3AD203B41FA5}">
                      <a16:colId xmlns:a16="http://schemas.microsoft.com/office/drawing/2014/main" val="3112326024"/>
                    </a:ext>
                  </a:extLst>
                </a:gridCol>
                <a:gridCol w="286811">
                  <a:extLst>
                    <a:ext uri="{9D8B030D-6E8A-4147-A177-3AD203B41FA5}">
                      <a16:colId xmlns:a16="http://schemas.microsoft.com/office/drawing/2014/main" val="2049826576"/>
                    </a:ext>
                  </a:extLst>
                </a:gridCol>
                <a:gridCol w="372079">
                  <a:extLst>
                    <a:ext uri="{9D8B030D-6E8A-4147-A177-3AD203B41FA5}">
                      <a16:colId xmlns:a16="http://schemas.microsoft.com/office/drawing/2014/main" val="1211859640"/>
                    </a:ext>
                  </a:extLst>
                </a:gridCol>
                <a:gridCol w="310066">
                  <a:extLst>
                    <a:ext uri="{9D8B030D-6E8A-4147-A177-3AD203B41FA5}">
                      <a16:colId xmlns:a16="http://schemas.microsoft.com/office/drawing/2014/main" val="3428994747"/>
                    </a:ext>
                  </a:extLst>
                </a:gridCol>
              </a:tblGrid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628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578973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2598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743017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597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475792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3461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21D389C0-CD0C-25F6-AA59-5F012354588B}"/>
                  </a:ext>
                </a:extLst>
              </p:cNvPr>
              <p:cNvSpPr/>
              <p:nvPr/>
            </p:nvSpPr>
            <p:spPr>
              <a:xfrm>
                <a:off x="2238241" y="5121616"/>
                <a:ext cx="908387" cy="53804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21D389C0-CD0C-25F6-AA59-5F01235458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241" y="5121616"/>
                <a:ext cx="908387" cy="53804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6816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2055B-0884-E247-9E6B-953C63344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E542158-429C-2498-949E-903F67D04BF5}"/>
              </a:ext>
            </a:extLst>
          </p:cNvPr>
          <p:cNvSpPr/>
          <p:nvPr/>
        </p:nvSpPr>
        <p:spPr>
          <a:xfrm>
            <a:off x="87681" y="0"/>
            <a:ext cx="8830850" cy="7644559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49150"/>
                      <a:gd name="connsiteY0" fmla="*/ 0 h 4818384"/>
                      <a:gd name="connsiteX1" fmla="*/ 625424 w 6949150"/>
                      <a:gd name="connsiteY1" fmla="*/ 0 h 4818384"/>
                      <a:gd name="connsiteX2" fmla="*/ 1389830 w 6949150"/>
                      <a:gd name="connsiteY2" fmla="*/ 0 h 4818384"/>
                      <a:gd name="connsiteX3" fmla="*/ 1945762 w 6949150"/>
                      <a:gd name="connsiteY3" fmla="*/ 0 h 4818384"/>
                      <a:gd name="connsiteX4" fmla="*/ 2640677 w 6949150"/>
                      <a:gd name="connsiteY4" fmla="*/ 0 h 4818384"/>
                      <a:gd name="connsiteX5" fmla="*/ 3405084 w 6949150"/>
                      <a:gd name="connsiteY5" fmla="*/ 0 h 4818384"/>
                      <a:gd name="connsiteX6" fmla="*/ 3891524 w 6949150"/>
                      <a:gd name="connsiteY6" fmla="*/ 0 h 4818384"/>
                      <a:gd name="connsiteX7" fmla="*/ 4377965 w 6949150"/>
                      <a:gd name="connsiteY7" fmla="*/ 0 h 4818384"/>
                      <a:gd name="connsiteX8" fmla="*/ 5211863 w 6949150"/>
                      <a:gd name="connsiteY8" fmla="*/ 0 h 4818384"/>
                      <a:gd name="connsiteX9" fmla="*/ 5906778 w 6949150"/>
                      <a:gd name="connsiteY9" fmla="*/ 0 h 4818384"/>
                      <a:gd name="connsiteX10" fmla="*/ 6949150 w 6949150"/>
                      <a:gd name="connsiteY10" fmla="*/ 0 h 4818384"/>
                      <a:gd name="connsiteX11" fmla="*/ 6949150 w 6949150"/>
                      <a:gd name="connsiteY11" fmla="*/ 688341 h 4818384"/>
                      <a:gd name="connsiteX12" fmla="*/ 6949150 w 6949150"/>
                      <a:gd name="connsiteY12" fmla="*/ 1424865 h 4818384"/>
                      <a:gd name="connsiteX13" fmla="*/ 6949150 w 6949150"/>
                      <a:gd name="connsiteY13" fmla="*/ 2016838 h 4818384"/>
                      <a:gd name="connsiteX14" fmla="*/ 6949150 w 6949150"/>
                      <a:gd name="connsiteY14" fmla="*/ 2705178 h 4818384"/>
                      <a:gd name="connsiteX15" fmla="*/ 6949150 w 6949150"/>
                      <a:gd name="connsiteY15" fmla="*/ 3248967 h 4818384"/>
                      <a:gd name="connsiteX16" fmla="*/ 6949150 w 6949150"/>
                      <a:gd name="connsiteY16" fmla="*/ 4033676 h 4818384"/>
                      <a:gd name="connsiteX17" fmla="*/ 6949150 w 6949150"/>
                      <a:gd name="connsiteY17" fmla="*/ 4818384 h 4818384"/>
                      <a:gd name="connsiteX18" fmla="*/ 6115252 w 6949150"/>
                      <a:gd name="connsiteY18" fmla="*/ 4818384 h 4818384"/>
                      <a:gd name="connsiteX19" fmla="*/ 5350846 w 6949150"/>
                      <a:gd name="connsiteY19" fmla="*/ 4818384 h 4818384"/>
                      <a:gd name="connsiteX20" fmla="*/ 4794914 w 6949150"/>
                      <a:gd name="connsiteY20" fmla="*/ 4818384 h 4818384"/>
                      <a:gd name="connsiteX21" fmla="*/ 3961016 w 6949150"/>
                      <a:gd name="connsiteY21" fmla="*/ 4818384 h 4818384"/>
                      <a:gd name="connsiteX22" fmla="*/ 3266101 w 6949150"/>
                      <a:gd name="connsiteY22" fmla="*/ 4818384 h 4818384"/>
                      <a:gd name="connsiteX23" fmla="*/ 2779660 w 6949150"/>
                      <a:gd name="connsiteY23" fmla="*/ 4818384 h 4818384"/>
                      <a:gd name="connsiteX24" fmla="*/ 2084745 w 6949150"/>
                      <a:gd name="connsiteY24" fmla="*/ 4818384 h 4818384"/>
                      <a:gd name="connsiteX25" fmla="*/ 1459321 w 6949150"/>
                      <a:gd name="connsiteY25" fmla="*/ 4818384 h 4818384"/>
                      <a:gd name="connsiteX26" fmla="*/ 833898 w 6949150"/>
                      <a:gd name="connsiteY26" fmla="*/ 4818384 h 4818384"/>
                      <a:gd name="connsiteX27" fmla="*/ 0 w 6949150"/>
                      <a:gd name="connsiteY27" fmla="*/ 4818384 h 4818384"/>
                      <a:gd name="connsiteX28" fmla="*/ 0 w 6949150"/>
                      <a:gd name="connsiteY28" fmla="*/ 4178227 h 4818384"/>
                      <a:gd name="connsiteX29" fmla="*/ 0 w 6949150"/>
                      <a:gd name="connsiteY29" fmla="*/ 3441703 h 4818384"/>
                      <a:gd name="connsiteX30" fmla="*/ 0 w 6949150"/>
                      <a:gd name="connsiteY30" fmla="*/ 2801546 h 4818384"/>
                      <a:gd name="connsiteX31" fmla="*/ 0 w 6949150"/>
                      <a:gd name="connsiteY31" fmla="*/ 2257757 h 4818384"/>
                      <a:gd name="connsiteX32" fmla="*/ 0 w 6949150"/>
                      <a:gd name="connsiteY32" fmla="*/ 1617600 h 4818384"/>
                      <a:gd name="connsiteX33" fmla="*/ 0 w 6949150"/>
                      <a:gd name="connsiteY33" fmla="*/ 881076 h 4818384"/>
                      <a:gd name="connsiteX34" fmla="*/ 0 w 6949150"/>
                      <a:gd name="connsiteY34" fmla="*/ 0 h 4818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949150" h="4818384" fill="none" extrusionOk="0">
                        <a:moveTo>
                          <a:pt x="0" y="0"/>
                        </a:moveTo>
                        <a:cubicBezTo>
                          <a:pt x="199453" y="27968"/>
                          <a:pt x="331957" y="-15931"/>
                          <a:pt x="625424" y="0"/>
                        </a:cubicBezTo>
                        <a:cubicBezTo>
                          <a:pt x="918891" y="15931"/>
                          <a:pt x="1038506" y="12699"/>
                          <a:pt x="1389830" y="0"/>
                        </a:cubicBezTo>
                        <a:cubicBezTo>
                          <a:pt x="1741154" y="-12699"/>
                          <a:pt x="1762000" y="-17208"/>
                          <a:pt x="1945762" y="0"/>
                        </a:cubicBezTo>
                        <a:cubicBezTo>
                          <a:pt x="2129524" y="17208"/>
                          <a:pt x="2453772" y="22823"/>
                          <a:pt x="2640677" y="0"/>
                        </a:cubicBezTo>
                        <a:cubicBezTo>
                          <a:pt x="2827583" y="-22823"/>
                          <a:pt x="3242652" y="-31152"/>
                          <a:pt x="3405084" y="0"/>
                        </a:cubicBezTo>
                        <a:cubicBezTo>
                          <a:pt x="3567516" y="31152"/>
                          <a:pt x="3697218" y="22391"/>
                          <a:pt x="3891524" y="0"/>
                        </a:cubicBezTo>
                        <a:cubicBezTo>
                          <a:pt x="4085830" y="-22391"/>
                          <a:pt x="4147311" y="-19629"/>
                          <a:pt x="4377965" y="0"/>
                        </a:cubicBezTo>
                        <a:cubicBezTo>
                          <a:pt x="4608619" y="19629"/>
                          <a:pt x="4801188" y="-26337"/>
                          <a:pt x="5211863" y="0"/>
                        </a:cubicBezTo>
                        <a:cubicBezTo>
                          <a:pt x="5622538" y="26337"/>
                          <a:pt x="5743011" y="-9254"/>
                          <a:pt x="5906778" y="0"/>
                        </a:cubicBezTo>
                        <a:cubicBezTo>
                          <a:pt x="6070546" y="9254"/>
                          <a:pt x="6641194" y="43359"/>
                          <a:pt x="6949150" y="0"/>
                        </a:cubicBezTo>
                        <a:cubicBezTo>
                          <a:pt x="6949183" y="320118"/>
                          <a:pt x="6972420" y="379113"/>
                          <a:pt x="6949150" y="688341"/>
                        </a:cubicBezTo>
                        <a:cubicBezTo>
                          <a:pt x="6925880" y="997569"/>
                          <a:pt x="6929620" y="1190441"/>
                          <a:pt x="6949150" y="1424865"/>
                        </a:cubicBezTo>
                        <a:cubicBezTo>
                          <a:pt x="6968680" y="1659289"/>
                          <a:pt x="6932270" y="1765655"/>
                          <a:pt x="6949150" y="2016838"/>
                        </a:cubicBezTo>
                        <a:cubicBezTo>
                          <a:pt x="6966030" y="2268021"/>
                          <a:pt x="6980942" y="2551450"/>
                          <a:pt x="6949150" y="2705178"/>
                        </a:cubicBezTo>
                        <a:cubicBezTo>
                          <a:pt x="6917358" y="2858906"/>
                          <a:pt x="6950794" y="3026774"/>
                          <a:pt x="6949150" y="3248967"/>
                        </a:cubicBezTo>
                        <a:cubicBezTo>
                          <a:pt x="6947506" y="3471160"/>
                          <a:pt x="6938533" y="3657900"/>
                          <a:pt x="6949150" y="4033676"/>
                        </a:cubicBezTo>
                        <a:cubicBezTo>
                          <a:pt x="6959767" y="4409452"/>
                          <a:pt x="6986141" y="4542315"/>
                          <a:pt x="6949150" y="4818384"/>
                        </a:cubicBezTo>
                        <a:cubicBezTo>
                          <a:pt x="6617309" y="4859611"/>
                          <a:pt x="6293522" y="4816506"/>
                          <a:pt x="6115252" y="4818384"/>
                        </a:cubicBezTo>
                        <a:cubicBezTo>
                          <a:pt x="5936982" y="4820262"/>
                          <a:pt x="5664078" y="4823527"/>
                          <a:pt x="5350846" y="4818384"/>
                        </a:cubicBezTo>
                        <a:cubicBezTo>
                          <a:pt x="5037614" y="4813241"/>
                          <a:pt x="5040058" y="4838462"/>
                          <a:pt x="4794914" y="4818384"/>
                        </a:cubicBezTo>
                        <a:cubicBezTo>
                          <a:pt x="4549770" y="4798306"/>
                          <a:pt x="4267003" y="4778725"/>
                          <a:pt x="3961016" y="4818384"/>
                        </a:cubicBezTo>
                        <a:cubicBezTo>
                          <a:pt x="3655029" y="4858043"/>
                          <a:pt x="3581121" y="4843625"/>
                          <a:pt x="3266101" y="4818384"/>
                        </a:cubicBezTo>
                        <a:cubicBezTo>
                          <a:pt x="2951082" y="4793143"/>
                          <a:pt x="2958204" y="4811321"/>
                          <a:pt x="2779660" y="4818384"/>
                        </a:cubicBezTo>
                        <a:cubicBezTo>
                          <a:pt x="2601116" y="4825447"/>
                          <a:pt x="2410108" y="4830485"/>
                          <a:pt x="2084745" y="4818384"/>
                        </a:cubicBezTo>
                        <a:cubicBezTo>
                          <a:pt x="1759383" y="4806283"/>
                          <a:pt x="1592447" y="4829536"/>
                          <a:pt x="1459321" y="4818384"/>
                        </a:cubicBezTo>
                        <a:cubicBezTo>
                          <a:pt x="1326195" y="4807232"/>
                          <a:pt x="961699" y="4831668"/>
                          <a:pt x="833898" y="4818384"/>
                        </a:cubicBezTo>
                        <a:cubicBezTo>
                          <a:pt x="706097" y="4805100"/>
                          <a:pt x="405567" y="4783198"/>
                          <a:pt x="0" y="4818384"/>
                        </a:cubicBezTo>
                        <a:cubicBezTo>
                          <a:pt x="19912" y="4646829"/>
                          <a:pt x="-5787" y="4461033"/>
                          <a:pt x="0" y="4178227"/>
                        </a:cubicBezTo>
                        <a:cubicBezTo>
                          <a:pt x="5787" y="3895421"/>
                          <a:pt x="-8170" y="3635904"/>
                          <a:pt x="0" y="3441703"/>
                        </a:cubicBezTo>
                        <a:cubicBezTo>
                          <a:pt x="8170" y="3247502"/>
                          <a:pt x="29553" y="3060983"/>
                          <a:pt x="0" y="2801546"/>
                        </a:cubicBezTo>
                        <a:cubicBezTo>
                          <a:pt x="-29553" y="2542109"/>
                          <a:pt x="-10963" y="2468313"/>
                          <a:pt x="0" y="2257757"/>
                        </a:cubicBezTo>
                        <a:cubicBezTo>
                          <a:pt x="10963" y="2047201"/>
                          <a:pt x="-3041" y="1911395"/>
                          <a:pt x="0" y="1617600"/>
                        </a:cubicBezTo>
                        <a:cubicBezTo>
                          <a:pt x="3041" y="1323805"/>
                          <a:pt x="-11315" y="1095814"/>
                          <a:pt x="0" y="881076"/>
                        </a:cubicBezTo>
                        <a:cubicBezTo>
                          <a:pt x="11315" y="666338"/>
                          <a:pt x="29315" y="207175"/>
                          <a:pt x="0" y="0"/>
                        </a:cubicBezTo>
                        <a:close/>
                      </a:path>
                      <a:path w="6949150" h="4818384" stroke="0" extrusionOk="0">
                        <a:moveTo>
                          <a:pt x="0" y="0"/>
                        </a:moveTo>
                        <a:cubicBezTo>
                          <a:pt x="146200" y="22868"/>
                          <a:pt x="365499" y="-28243"/>
                          <a:pt x="625424" y="0"/>
                        </a:cubicBezTo>
                        <a:cubicBezTo>
                          <a:pt x="885349" y="28243"/>
                          <a:pt x="983698" y="-477"/>
                          <a:pt x="1111864" y="0"/>
                        </a:cubicBezTo>
                        <a:cubicBezTo>
                          <a:pt x="1240030" y="477"/>
                          <a:pt x="1701706" y="36578"/>
                          <a:pt x="1945762" y="0"/>
                        </a:cubicBezTo>
                        <a:cubicBezTo>
                          <a:pt x="2189818" y="-36578"/>
                          <a:pt x="2398117" y="26334"/>
                          <a:pt x="2571186" y="0"/>
                        </a:cubicBezTo>
                        <a:cubicBezTo>
                          <a:pt x="2744255" y="-26334"/>
                          <a:pt x="3002758" y="18302"/>
                          <a:pt x="3196609" y="0"/>
                        </a:cubicBezTo>
                        <a:cubicBezTo>
                          <a:pt x="3390460" y="-18302"/>
                          <a:pt x="3698572" y="31177"/>
                          <a:pt x="4030507" y="0"/>
                        </a:cubicBezTo>
                        <a:cubicBezTo>
                          <a:pt x="4362442" y="-31177"/>
                          <a:pt x="4465277" y="22923"/>
                          <a:pt x="4586439" y="0"/>
                        </a:cubicBezTo>
                        <a:cubicBezTo>
                          <a:pt x="4707601" y="-22923"/>
                          <a:pt x="5198495" y="-38705"/>
                          <a:pt x="5420337" y="0"/>
                        </a:cubicBezTo>
                        <a:cubicBezTo>
                          <a:pt x="5642179" y="38705"/>
                          <a:pt x="5986868" y="-30977"/>
                          <a:pt x="6254235" y="0"/>
                        </a:cubicBezTo>
                        <a:cubicBezTo>
                          <a:pt x="6521602" y="30977"/>
                          <a:pt x="6769056" y="6956"/>
                          <a:pt x="6949150" y="0"/>
                        </a:cubicBezTo>
                        <a:cubicBezTo>
                          <a:pt x="6959426" y="164551"/>
                          <a:pt x="6921543" y="599167"/>
                          <a:pt x="6949150" y="784708"/>
                        </a:cubicBezTo>
                        <a:cubicBezTo>
                          <a:pt x="6976757" y="970249"/>
                          <a:pt x="6975765" y="1236385"/>
                          <a:pt x="6949150" y="1521233"/>
                        </a:cubicBezTo>
                        <a:cubicBezTo>
                          <a:pt x="6922535" y="1806082"/>
                          <a:pt x="6946650" y="1849215"/>
                          <a:pt x="6949150" y="2065022"/>
                        </a:cubicBezTo>
                        <a:cubicBezTo>
                          <a:pt x="6951650" y="2280829"/>
                          <a:pt x="6959006" y="2489256"/>
                          <a:pt x="6949150" y="2753362"/>
                        </a:cubicBezTo>
                        <a:cubicBezTo>
                          <a:pt x="6939294" y="3017468"/>
                          <a:pt x="6981475" y="3226890"/>
                          <a:pt x="6949150" y="3441703"/>
                        </a:cubicBezTo>
                        <a:cubicBezTo>
                          <a:pt x="6916825" y="3656516"/>
                          <a:pt x="6945646" y="3819636"/>
                          <a:pt x="6949150" y="4130043"/>
                        </a:cubicBezTo>
                        <a:cubicBezTo>
                          <a:pt x="6952654" y="4440450"/>
                          <a:pt x="6926241" y="4670275"/>
                          <a:pt x="6949150" y="4818384"/>
                        </a:cubicBezTo>
                        <a:cubicBezTo>
                          <a:pt x="6691040" y="4838361"/>
                          <a:pt x="6385136" y="4789243"/>
                          <a:pt x="6184744" y="4818384"/>
                        </a:cubicBezTo>
                        <a:cubicBezTo>
                          <a:pt x="5984352" y="4847525"/>
                          <a:pt x="5916473" y="4838406"/>
                          <a:pt x="5698303" y="4818384"/>
                        </a:cubicBezTo>
                        <a:cubicBezTo>
                          <a:pt x="5480133" y="4798362"/>
                          <a:pt x="5314856" y="4814191"/>
                          <a:pt x="5142371" y="4818384"/>
                        </a:cubicBezTo>
                        <a:cubicBezTo>
                          <a:pt x="4969886" y="4822577"/>
                          <a:pt x="4660294" y="4823722"/>
                          <a:pt x="4308473" y="4818384"/>
                        </a:cubicBezTo>
                        <a:cubicBezTo>
                          <a:pt x="3956652" y="4813046"/>
                          <a:pt x="3959459" y="4791660"/>
                          <a:pt x="3613558" y="4818384"/>
                        </a:cubicBezTo>
                        <a:cubicBezTo>
                          <a:pt x="3267658" y="4845108"/>
                          <a:pt x="3208829" y="4791710"/>
                          <a:pt x="3057626" y="4818384"/>
                        </a:cubicBezTo>
                        <a:cubicBezTo>
                          <a:pt x="2906423" y="4845058"/>
                          <a:pt x="2615361" y="4832209"/>
                          <a:pt x="2362711" y="4818384"/>
                        </a:cubicBezTo>
                        <a:cubicBezTo>
                          <a:pt x="2110062" y="4804559"/>
                          <a:pt x="2009281" y="4834034"/>
                          <a:pt x="1876271" y="4818384"/>
                        </a:cubicBezTo>
                        <a:cubicBezTo>
                          <a:pt x="1743261" y="4802734"/>
                          <a:pt x="1591957" y="4800660"/>
                          <a:pt x="1389830" y="4818384"/>
                        </a:cubicBezTo>
                        <a:cubicBezTo>
                          <a:pt x="1187703" y="4836108"/>
                          <a:pt x="954300" y="4852725"/>
                          <a:pt x="694915" y="4818384"/>
                        </a:cubicBezTo>
                        <a:cubicBezTo>
                          <a:pt x="435531" y="4784043"/>
                          <a:pt x="333677" y="4795989"/>
                          <a:pt x="0" y="4818384"/>
                        </a:cubicBezTo>
                        <a:cubicBezTo>
                          <a:pt x="-26012" y="4528465"/>
                          <a:pt x="-7968" y="4278957"/>
                          <a:pt x="0" y="4081860"/>
                        </a:cubicBezTo>
                        <a:cubicBezTo>
                          <a:pt x="7968" y="3884763"/>
                          <a:pt x="-2900" y="3737894"/>
                          <a:pt x="0" y="3441703"/>
                        </a:cubicBezTo>
                        <a:cubicBezTo>
                          <a:pt x="2900" y="3145512"/>
                          <a:pt x="-22489" y="3148881"/>
                          <a:pt x="0" y="2897914"/>
                        </a:cubicBezTo>
                        <a:cubicBezTo>
                          <a:pt x="22489" y="2646947"/>
                          <a:pt x="-35125" y="2462270"/>
                          <a:pt x="0" y="2161389"/>
                        </a:cubicBezTo>
                        <a:cubicBezTo>
                          <a:pt x="35125" y="1860508"/>
                          <a:pt x="-9974" y="1760704"/>
                          <a:pt x="0" y="1569417"/>
                        </a:cubicBezTo>
                        <a:cubicBezTo>
                          <a:pt x="9974" y="1378130"/>
                          <a:pt x="-36555" y="1042236"/>
                          <a:pt x="0" y="832892"/>
                        </a:cubicBezTo>
                        <a:cubicBezTo>
                          <a:pt x="36555" y="623548"/>
                          <a:pt x="-19396" y="2975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11E15B9-94ED-2DFD-36E3-40C57E99A835}"/>
              </a:ext>
            </a:extLst>
          </p:cNvPr>
          <p:cNvSpPr/>
          <p:nvPr/>
        </p:nvSpPr>
        <p:spPr>
          <a:xfrm>
            <a:off x="4585345" y="103996"/>
            <a:ext cx="1891730" cy="11846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6506B47-198E-07F5-C94B-7850418F7E67}"/>
              </a:ext>
            </a:extLst>
          </p:cNvPr>
          <p:cNvGrpSpPr/>
          <p:nvPr/>
        </p:nvGrpSpPr>
        <p:grpSpPr>
          <a:xfrm>
            <a:off x="2834578" y="2739322"/>
            <a:ext cx="3353814" cy="1184612"/>
            <a:chOff x="2660962" y="2348866"/>
            <a:chExt cx="3778627" cy="1154361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3D9A99A-9506-D8A1-F294-040F1204A450}"/>
                </a:ext>
              </a:extLst>
            </p:cNvPr>
            <p:cNvCxnSpPr>
              <a:cxnSpLocks/>
            </p:cNvCxnSpPr>
            <p:nvPr/>
          </p:nvCxnSpPr>
          <p:spPr>
            <a:xfrm>
              <a:off x="4547859" y="2720295"/>
              <a:ext cx="1891730" cy="782932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E0B7C3B-6E9B-2F28-7D64-98FF95FDC3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0962" y="2720295"/>
              <a:ext cx="1886897" cy="708705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FBF60F4-AB19-4EF4-0640-612AB0C495FC}"/>
                </a:ext>
              </a:extLst>
            </p:cNvPr>
            <p:cNvSpPr/>
            <p:nvPr/>
          </p:nvSpPr>
          <p:spPr>
            <a:xfrm>
              <a:off x="3119149" y="2902590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DACA535-8547-D774-42D8-0F66F8D4E042}"/>
                </a:ext>
              </a:extLst>
            </p:cNvPr>
            <p:cNvSpPr/>
            <p:nvPr/>
          </p:nvSpPr>
          <p:spPr>
            <a:xfrm>
              <a:off x="5360569" y="3007746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CEF7A0A-8DA3-EDDB-5507-2A039EAAF3E7}"/>
                </a:ext>
              </a:extLst>
            </p:cNvPr>
            <p:cNvGrpSpPr/>
            <p:nvPr/>
          </p:nvGrpSpPr>
          <p:grpSpPr>
            <a:xfrm>
              <a:off x="3604410" y="2348866"/>
              <a:ext cx="2033641" cy="604204"/>
              <a:chOff x="3818519" y="1128874"/>
              <a:chExt cx="2033641" cy="6042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B76D4458-9088-B67C-E8EB-31759A42C9F8}"/>
                      </a:ext>
                    </a:extLst>
                  </p:cNvPr>
                  <p:cNvSpPr/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 &lt;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B76D4458-9088-B67C-E8EB-31759A42C9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22131774-4E28-3BC5-6A47-AE757E039C3E}"/>
                      </a:ext>
                    </a:extLst>
                  </p:cNvPr>
                  <p:cNvSpPr txBox="1"/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22131774-4E28-3BC5-6A47-AE757E039C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5ADEF79-6C64-F389-830A-B57EEF2A5446}"/>
                  </a:ext>
                </a:extLst>
              </p:cNvPr>
              <p:cNvSpPr txBox="1"/>
              <p:nvPr/>
            </p:nvSpPr>
            <p:spPr>
              <a:xfrm>
                <a:off x="5100839" y="1217548"/>
                <a:ext cx="609414" cy="44987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42</a:t>
                </a:r>
              </a:p>
            </p:txBody>
          </p:sp>
        </p:grp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554C4943-6FA5-45F0-68FE-F795923D2179}"/>
              </a:ext>
            </a:extLst>
          </p:cNvPr>
          <p:cNvSpPr/>
          <p:nvPr/>
        </p:nvSpPr>
        <p:spPr>
          <a:xfrm>
            <a:off x="2580362" y="105880"/>
            <a:ext cx="1995909" cy="11846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50CEF83-E23C-96B0-28D0-F0471AEA6AA3}"/>
              </a:ext>
            </a:extLst>
          </p:cNvPr>
          <p:cNvSpPr/>
          <p:nvPr/>
        </p:nvSpPr>
        <p:spPr>
          <a:xfrm>
            <a:off x="1742227" y="3870187"/>
            <a:ext cx="1995910" cy="1355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17087E8-3ECA-EFC9-5C4E-43E33171B36D}"/>
              </a:ext>
            </a:extLst>
          </p:cNvPr>
          <p:cNvSpPr/>
          <p:nvPr/>
        </p:nvSpPr>
        <p:spPr>
          <a:xfrm>
            <a:off x="5509637" y="3870187"/>
            <a:ext cx="2353517" cy="115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E7A7699-E100-64FB-ADD4-B170037056CE}"/>
              </a:ext>
            </a:extLst>
          </p:cNvPr>
          <p:cNvGrpSpPr/>
          <p:nvPr/>
        </p:nvGrpSpPr>
        <p:grpSpPr>
          <a:xfrm>
            <a:off x="4819454" y="6559083"/>
            <a:ext cx="3315241" cy="776114"/>
            <a:chOff x="2250597" y="5033158"/>
            <a:chExt cx="4693582" cy="17616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ounded Rectangle 57">
                  <a:extLst>
                    <a:ext uri="{FF2B5EF4-FFF2-40B4-BE49-F238E27FC236}">
                      <a16:creationId xmlns:a16="http://schemas.microsoft.com/office/drawing/2014/main" id="{50A3BFC2-8E63-6205-FD15-1C4560E04DC8}"/>
                    </a:ext>
                  </a:extLst>
                </p:cNvPr>
                <p:cNvSpPr/>
                <p:nvPr/>
              </p:nvSpPr>
              <p:spPr>
                <a:xfrm>
                  <a:off x="3373497" y="6037503"/>
                  <a:ext cx="1398739" cy="757257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8" name="Rounded Rectangle 57">
                  <a:extLst>
                    <a:ext uri="{FF2B5EF4-FFF2-40B4-BE49-F238E27FC236}">
                      <a16:creationId xmlns:a16="http://schemas.microsoft.com/office/drawing/2014/main" id="{50A3BFC2-8E63-6205-FD15-1C4560E04D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3497" y="6037503"/>
                  <a:ext cx="1398739" cy="757257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ounded Rectangle 58">
                  <a:extLst>
                    <a:ext uri="{FF2B5EF4-FFF2-40B4-BE49-F238E27FC236}">
                      <a16:creationId xmlns:a16="http://schemas.microsoft.com/office/drawing/2014/main" id="{A2E6336D-4E42-1B68-1DD3-5A2F7430AF6E}"/>
                    </a:ext>
                  </a:extLst>
                </p:cNvPr>
                <p:cNvSpPr/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Rounded Rectangle 58">
                  <a:extLst>
                    <a:ext uri="{FF2B5EF4-FFF2-40B4-BE49-F238E27FC236}">
                      <a16:creationId xmlns:a16="http://schemas.microsoft.com/office/drawing/2014/main" id="{A2E6336D-4E42-1B68-1DD3-5A2F7430AF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B3DF27AA-9397-9847-BA53-5D1E2AEFC2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8044" y="5033158"/>
              <a:ext cx="1007024" cy="1015828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71C3BFCD-BA0B-07E1-4A3F-1EDF1D25914B}"/>
                </a:ext>
              </a:extLst>
            </p:cNvPr>
            <p:cNvCxnSpPr>
              <a:cxnSpLocks/>
              <a:endCxn id="59" idx="0"/>
            </p:cNvCxnSpPr>
            <p:nvPr/>
          </p:nvCxnSpPr>
          <p:spPr>
            <a:xfrm>
              <a:off x="4965068" y="5033158"/>
              <a:ext cx="972089" cy="1004347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7996D79-6B2E-5719-37E7-B002CF26A1D4}"/>
                </a:ext>
              </a:extLst>
            </p:cNvPr>
            <p:cNvSpPr/>
            <p:nvPr/>
          </p:nvSpPr>
          <p:spPr>
            <a:xfrm>
              <a:off x="2250597" y="5480675"/>
              <a:ext cx="2387222" cy="124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1594FFA-7749-B42F-8C52-00753631BB1A}"/>
                </a:ext>
              </a:extLst>
            </p:cNvPr>
            <p:cNvSpPr/>
            <p:nvPr/>
          </p:nvSpPr>
          <p:spPr>
            <a:xfrm>
              <a:off x="5254766" y="5443910"/>
              <a:ext cx="1689413" cy="1608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D1D88C9-4683-4F3A-8313-0AD7EE86178F}"/>
              </a:ext>
            </a:extLst>
          </p:cNvPr>
          <p:cNvGrpSpPr/>
          <p:nvPr/>
        </p:nvGrpSpPr>
        <p:grpSpPr>
          <a:xfrm>
            <a:off x="6078146" y="6112934"/>
            <a:ext cx="1216498" cy="419218"/>
            <a:chOff x="1907556" y="3113837"/>
            <a:chExt cx="1989963" cy="657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ounded Rectangle 64">
                  <a:extLst>
                    <a:ext uri="{FF2B5EF4-FFF2-40B4-BE49-F238E27FC236}">
                      <a16:creationId xmlns:a16="http://schemas.microsoft.com/office/drawing/2014/main" id="{35E3E70C-E49C-4131-93F5-2C68B1BFF8A1}"/>
                    </a:ext>
                  </a:extLst>
                </p:cNvPr>
                <p:cNvSpPr/>
                <p:nvPr/>
              </p:nvSpPr>
              <p:spPr>
                <a:xfrm>
                  <a:off x="1907556" y="3113837"/>
                  <a:ext cx="1989963" cy="657697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&lt;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5" name="Rounded Rectangle 64">
                  <a:extLst>
                    <a:ext uri="{FF2B5EF4-FFF2-40B4-BE49-F238E27FC236}">
                      <a16:creationId xmlns:a16="http://schemas.microsoft.com/office/drawing/2014/main" id="{35E3E70C-E49C-4131-93F5-2C68B1BFF8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7556" y="3113837"/>
                  <a:ext cx="1989963" cy="657697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03AB838E-F767-2CED-7DC1-C9E2B6815299}"/>
                    </a:ext>
                  </a:extLst>
                </p:cNvPr>
                <p:cNvSpPr txBox="1"/>
                <p:nvPr/>
              </p:nvSpPr>
              <p:spPr>
                <a:xfrm>
                  <a:off x="2090710" y="3181075"/>
                  <a:ext cx="609414" cy="48286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03AB838E-F767-2CED-7DC1-C9E2B68152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0710" y="3181075"/>
                  <a:ext cx="609414" cy="48286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BD81D0D-DF80-B652-F467-77527E940D0A}"/>
                    </a:ext>
                  </a:extLst>
                </p:cNvPr>
                <p:cNvSpPr txBox="1"/>
                <p:nvPr/>
              </p:nvSpPr>
              <p:spPr>
                <a:xfrm>
                  <a:off x="3190481" y="3226406"/>
                  <a:ext cx="609414" cy="447450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BD81D0D-DF80-B652-F467-77527E940D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0481" y="3226406"/>
                  <a:ext cx="609414" cy="44745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0FDF5CEE-FB16-FEFD-8E29-DDC6A5B1F5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34578" y="172152"/>
            <a:ext cx="3137344" cy="1048300"/>
          </a:xfrm>
          <a:prstGeom prst="rect">
            <a:avLst/>
          </a:prstGeom>
        </p:spPr>
      </p:pic>
      <p:pic>
        <p:nvPicPr>
          <p:cNvPr id="73" name="Picture 72" descr="A screenshot of a math board&#10;&#10;Description automatically generated">
            <a:extLst>
              <a:ext uri="{FF2B5EF4-FFF2-40B4-BE49-F238E27FC236}">
                <a16:creationId xmlns:a16="http://schemas.microsoft.com/office/drawing/2014/main" id="{C4ED3379-BA62-65DA-2F9E-521A0606DC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27125" y="1354966"/>
            <a:ext cx="2551963" cy="1319981"/>
          </a:xfrm>
          <a:prstGeom prst="rect">
            <a:avLst/>
          </a:prstGeom>
        </p:spPr>
      </p:pic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975428DD-5CA2-73F2-868D-DA0BE345D68B}"/>
              </a:ext>
            </a:extLst>
          </p:cNvPr>
          <p:cNvGraphicFramePr>
            <a:graphicFrameLocks noGrp="1"/>
          </p:cNvGraphicFramePr>
          <p:nvPr/>
        </p:nvGraphicFramePr>
        <p:xfrm>
          <a:off x="5937713" y="3949381"/>
          <a:ext cx="1582152" cy="1026795"/>
        </p:xfrm>
        <a:graphic>
          <a:graphicData uri="http://schemas.openxmlformats.org/drawingml/2006/table">
            <a:tbl>
              <a:tblPr/>
              <a:tblGrid>
                <a:gridCol w="263692">
                  <a:extLst>
                    <a:ext uri="{9D8B030D-6E8A-4147-A177-3AD203B41FA5}">
                      <a16:colId xmlns:a16="http://schemas.microsoft.com/office/drawing/2014/main" val="4017208414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2514218000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4010742793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1318833208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3675222567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46497937"/>
                    </a:ext>
                  </a:extLst>
                </a:gridCol>
              </a:tblGrid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103927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79023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965341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379096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68007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761720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099787"/>
                  </a:ext>
                </a:extLst>
              </a:tr>
            </a:tbl>
          </a:graphicData>
        </a:graphic>
      </p:graphicFrame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DE3B9333-0AFE-5EBC-2298-FF2BE123A81A}"/>
              </a:ext>
            </a:extLst>
          </p:cNvPr>
          <p:cNvGraphicFramePr>
            <a:graphicFrameLocks noGrp="1"/>
          </p:cNvGraphicFramePr>
          <p:nvPr/>
        </p:nvGraphicFramePr>
        <p:xfrm>
          <a:off x="2154366" y="4034739"/>
          <a:ext cx="1265456" cy="1026795"/>
        </p:xfrm>
        <a:graphic>
          <a:graphicData uri="http://schemas.openxmlformats.org/drawingml/2006/table">
            <a:tbl>
              <a:tblPr/>
              <a:tblGrid>
                <a:gridCol w="296500">
                  <a:extLst>
                    <a:ext uri="{9D8B030D-6E8A-4147-A177-3AD203B41FA5}">
                      <a16:colId xmlns:a16="http://schemas.microsoft.com/office/drawing/2014/main" val="3112326024"/>
                    </a:ext>
                  </a:extLst>
                </a:gridCol>
                <a:gridCol w="286811">
                  <a:extLst>
                    <a:ext uri="{9D8B030D-6E8A-4147-A177-3AD203B41FA5}">
                      <a16:colId xmlns:a16="http://schemas.microsoft.com/office/drawing/2014/main" val="2049826576"/>
                    </a:ext>
                  </a:extLst>
                </a:gridCol>
                <a:gridCol w="372079">
                  <a:extLst>
                    <a:ext uri="{9D8B030D-6E8A-4147-A177-3AD203B41FA5}">
                      <a16:colId xmlns:a16="http://schemas.microsoft.com/office/drawing/2014/main" val="1211859640"/>
                    </a:ext>
                  </a:extLst>
                </a:gridCol>
                <a:gridCol w="310066">
                  <a:extLst>
                    <a:ext uri="{9D8B030D-6E8A-4147-A177-3AD203B41FA5}">
                      <a16:colId xmlns:a16="http://schemas.microsoft.com/office/drawing/2014/main" val="3428994747"/>
                    </a:ext>
                  </a:extLst>
                </a:gridCol>
              </a:tblGrid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628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578973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2598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743017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597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475792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346114"/>
                  </a:ext>
                </a:extLst>
              </a:tr>
            </a:tbl>
          </a:graphicData>
        </a:graphic>
      </p:graphicFrame>
      <p:pic>
        <p:nvPicPr>
          <p:cNvPr id="77" name="Picture 76" descr="A screenshot of a math table&#10;&#10;Description automatically generated">
            <a:extLst>
              <a:ext uri="{FF2B5EF4-FFF2-40B4-BE49-F238E27FC236}">
                <a16:creationId xmlns:a16="http://schemas.microsoft.com/office/drawing/2014/main" id="{193BA19F-33CA-A5EF-B715-75B7480D638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79088" y="5058478"/>
            <a:ext cx="1916961" cy="9914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7D7EC0E3-23FE-D2F6-C518-AA88D8FA3438}"/>
                  </a:ext>
                </a:extLst>
              </p:cNvPr>
              <p:cNvSpPr/>
              <p:nvPr/>
            </p:nvSpPr>
            <p:spPr>
              <a:xfrm>
                <a:off x="2238241" y="5121616"/>
                <a:ext cx="908387" cy="53804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7D7EC0E3-23FE-D2F6-C518-AA88D8FA34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241" y="5121616"/>
                <a:ext cx="908387" cy="53804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174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5757A5-787E-DE16-D7A6-B4B6D6688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00674A5-3332-73F3-544A-40FEE6599224}"/>
              </a:ext>
            </a:extLst>
          </p:cNvPr>
          <p:cNvSpPr/>
          <p:nvPr/>
        </p:nvSpPr>
        <p:spPr>
          <a:xfrm>
            <a:off x="87682" y="0"/>
            <a:ext cx="8830850" cy="7390356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49150"/>
                      <a:gd name="connsiteY0" fmla="*/ 0 h 4818384"/>
                      <a:gd name="connsiteX1" fmla="*/ 625424 w 6949150"/>
                      <a:gd name="connsiteY1" fmla="*/ 0 h 4818384"/>
                      <a:gd name="connsiteX2" fmla="*/ 1389830 w 6949150"/>
                      <a:gd name="connsiteY2" fmla="*/ 0 h 4818384"/>
                      <a:gd name="connsiteX3" fmla="*/ 1945762 w 6949150"/>
                      <a:gd name="connsiteY3" fmla="*/ 0 h 4818384"/>
                      <a:gd name="connsiteX4" fmla="*/ 2640677 w 6949150"/>
                      <a:gd name="connsiteY4" fmla="*/ 0 h 4818384"/>
                      <a:gd name="connsiteX5" fmla="*/ 3405084 w 6949150"/>
                      <a:gd name="connsiteY5" fmla="*/ 0 h 4818384"/>
                      <a:gd name="connsiteX6" fmla="*/ 3891524 w 6949150"/>
                      <a:gd name="connsiteY6" fmla="*/ 0 h 4818384"/>
                      <a:gd name="connsiteX7" fmla="*/ 4377965 w 6949150"/>
                      <a:gd name="connsiteY7" fmla="*/ 0 h 4818384"/>
                      <a:gd name="connsiteX8" fmla="*/ 5211863 w 6949150"/>
                      <a:gd name="connsiteY8" fmla="*/ 0 h 4818384"/>
                      <a:gd name="connsiteX9" fmla="*/ 5906778 w 6949150"/>
                      <a:gd name="connsiteY9" fmla="*/ 0 h 4818384"/>
                      <a:gd name="connsiteX10" fmla="*/ 6949150 w 6949150"/>
                      <a:gd name="connsiteY10" fmla="*/ 0 h 4818384"/>
                      <a:gd name="connsiteX11" fmla="*/ 6949150 w 6949150"/>
                      <a:gd name="connsiteY11" fmla="*/ 688341 h 4818384"/>
                      <a:gd name="connsiteX12" fmla="*/ 6949150 w 6949150"/>
                      <a:gd name="connsiteY12" fmla="*/ 1424865 h 4818384"/>
                      <a:gd name="connsiteX13" fmla="*/ 6949150 w 6949150"/>
                      <a:gd name="connsiteY13" fmla="*/ 2016838 h 4818384"/>
                      <a:gd name="connsiteX14" fmla="*/ 6949150 w 6949150"/>
                      <a:gd name="connsiteY14" fmla="*/ 2705178 h 4818384"/>
                      <a:gd name="connsiteX15" fmla="*/ 6949150 w 6949150"/>
                      <a:gd name="connsiteY15" fmla="*/ 3248967 h 4818384"/>
                      <a:gd name="connsiteX16" fmla="*/ 6949150 w 6949150"/>
                      <a:gd name="connsiteY16" fmla="*/ 4033676 h 4818384"/>
                      <a:gd name="connsiteX17" fmla="*/ 6949150 w 6949150"/>
                      <a:gd name="connsiteY17" fmla="*/ 4818384 h 4818384"/>
                      <a:gd name="connsiteX18" fmla="*/ 6115252 w 6949150"/>
                      <a:gd name="connsiteY18" fmla="*/ 4818384 h 4818384"/>
                      <a:gd name="connsiteX19" fmla="*/ 5350846 w 6949150"/>
                      <a:gd name="connsiteY19" fmla="*/ 4818384 h 4818384"/>
                      <a:gd name="connsiteX20" fmla="*/ 4794914 w 6949150"/>
                      <a:gd name="connsiteY20" fmla="*/ 4818384 h 4818384"/>
                      <a:gd name="connsiteX21" fmla="*/ 3961016 w 6949150"/>
                      <a:gd name="connsiteY21" fmla="*/ 4818384 h 4818384"/>
                      <a:gd name="connsiteX22" fmla="*/ 3266101 w 6949150"/>
                      <a:gd name="connsiteY22" fmla="*/ 4818384 h 4818384"/>
                      <a:gd name="connsiteX23" fmla="*/ 2779660 w 6949150"/>
                      <a:gd name="connsiteY23" fmla="*/ 4818384 h 4818384"/>
                      <a:gd name="connsiteX24" fmla="*/ 2084745 w 6949150"/>
                      <a:gd name="connsiteY24" fmla="*/ 4818384 h 4818384"/>
                      <a:gd name="connsiteX25" fmla="*/ 1459321 w 6949150"/>
                      <a:gd name="connsiteY25" fmla="*/ 4818384 h 4818384"/>
                      <a:gd name="connsiteX26" fmla="*/ 833898 w 6949150"/>
                      <a:gd name="connsiteY26" fmla="*/ 4818384 h 4818384"/>
                      <a:gd name="connsiteX27" fmla="*/ 0 w 6949150"/>
                      <a:gd name="connsiteY27" fmla="*/ 4818384 h 4818384"/>
                      <a:gd name="connsiteX28" fmla="*/ 0 w 6949150"/>
                      <a:gd name="connsiteY28" fmla="*/ 4178227 h 4818384"/>
                      <a:gd name="connsiteX29" fmla="*/ 0 w 6949150"/>
                      <a:gd name="connsiteY29" fmla="*/ 3441703 h 4818384"/>
                      <a:gd name="connsiteX30" fmla="*/ 0 w 6949150"/>
                      <a:gd name="connsiteY30" fmla="*/ 2801546 h 4818384"/>
                      <a:gd name="connsiteX31" fmla="*/ 0 w 6949150"/>
                      <a:gd name="connsiteY31" fmla="*/ 2257757 h 4818384"/>
                      <a:gd name="connsiteX32" fmla="*/ 0 w 6949150"/>
                      <a:gd name="connsiteY32" fmla="*/ 1617600 h 4818384"/>
                      <a:gd name="connsiteX33" fmla="*/ 0 w 6949150"/>
                      <a:gd name="connsiteY33" fmla="*/ 881076 h 4818384"/>
                      <a:gd name="connsiteX34" fmla="*/ 0 w 6949150"/>
                      <a:gd name="connsiteY34" fmla="*/ 0 h 4818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949150" h="4818384" fill="none" extrusionOk="0">
                        <a:moveTo>
                          <a:pt x="0" y="0"/>
                        </a:moveTo>
                        <a:cubicBezTo>
                          <a:pt x="199453" y="27968"/>
                          <a:pt x="331957" y="-15931"/>
                          <a:pt x="625424" y="0"/>
                        </a:cubicBezTo>
                        <a:cubicBezTo>
                          <a:pt x="918891" y="15931"/>
                          <a:pt x="1038506" y="12699"/>
                          <a:pt x="1389830" y="0"/>
                        </a:cubicBezTo>
                        <a:cubicBezTo>
                          <a:pt x="1741154" y="-12699"/>
                          <a:pt x="1762000" y="-17208"/>
                          <a:pt x="1945762" y="0"/>
                        </a:cubicBezTo>
                        <a:cubicBezTo>
                          <a:pt x="2129524" y="17208"/>
                          <a:pt x="2453772" y="22823"/>
                          <a:pt x="2640677" y="0"/>
                        </a:cubicBezTo>
                        <a:cubicBezTo>
                          <a:pt x="2827583" y="-22823"/>
                          <a:pt x="3242652" y="-31152"/>
                          <a:pt x="3405084" y="0"/>
                        </a:cubicBezTo>
                        <a:cubicBezTo>
                          <a:pt x="3567516" y="31152"/>
                          <a:pt x="3697218" y="22391"/>
                          <a:pt x="3891524" y="0"/>
                        </a:cubicBezTo>
                        <a:cubicBezTo>
                          <a:pt x="4085830" y="-22391"/>
                          <a:pt x="4147311" y="-19629"/>
                          <a:pt x="4377965" y="0"/>
                        </a:cubicBezTo>
                        <a:cubicBezTo>
                          <a:pt x="4608619" y="19629"/>
                          <a:pt x="4801188" y="-26337"/>
                          <a:pt x="5211863" y="0"/>
                        </a:cubicBezTo>
                        <a:cubicBezTo>
                          <a:pt x="5622538" y="26337"/>
                          <a:pt x="5743011" y="-9254"/>
                          <a:pt x="5906778" y="0"/>
                        </a:cubicBezTo>
                        <a:cubicBezTo>
                          <a:pt x="6070546" y="9254"/>
                          <a:pt x="6641194" y="43359"/>
                          <a:pt x="6949150" y="0"/>
                        </a:cubicBezTo>
                        <a:cubicBezTo>
                          <a:pt x="6949183" y="320118"/>
                          <a:pt x="6972420" y="379113"/>
                          <a:pt x="6949150" y="688341"/>
                        </a:cubicBezTo>
                        <a:cubicBezTo>
                          <a:pt x="6925880" y="997569"/>
                          <a:pt x="6929620" y="1190441"/>
                          <a:pt x="6949150" y="1424865"/>
                        </a:cubicBezTo>
                        <a:cubicBezTo>
                          <a:pt x="6968680" y="1659289"/>
                          <a:pt x="6932270" y="1765655"/>
                          <a:pt x="6949150" y="2016838"/>
                        </a:cubicBezTo>
                        <a:cubicBezTo>
                          <a:pt x="6966030" y="2268021"/>
                          <a:pt x="6980942" y="2551450"/>
                          <a:pt x="6949150" y="2705178"/>
                        </a:cubicBezTo>
                        <a:cubicBezTo>
                          <a:pt x="6917358" y="2858906"/>
                          <a:pt x="6950794" y="3026774"/>
                          <a:pt x="6949150" y="3248967"/>
                        </a:cubicBezTo>
                        <a:cubicBezTo>
                          <a:pt x="6947506" y="3471160"/>
                          <a:pt x="6938533" y="3657900"/>
                          <a:pt x="6949150" y="4033676"/>
                        </a:cubicBezTo>
                        <a:cubicBezTo>
                          <a:pt x="6959767" y="4409452"/>
                          <a:pt x="6986141" y="4542315"/>
                          <a:pt x="6949150" y="4818384"/>
                        </a:cubicBezTo>
                        <a:cubicBezTo>
                          <a:pt x="6617309" y="4859611"/>
                          <a:pt x="6293522" y="4816506"/>
                          <a:pt x="6115252" y="4818384"/>
                        </a:cubicBezTo>
                        <a:cubicBezTo>
                          <a:pt x="5936982" y="4820262"/>
                          <a:pt x="5664078" y="4823527"/>
                          <a:pt x="5350846" y="4818384"/>
                        </a:cubicBezTo>
                        <a:cubicBezTo>
                          <a:pt x="5037614" y="4813241"/>
                          <a:pt x="5040058" y="4838462"/>
                          <a:pt x="4794914" y="4818384"/>
                        </a:cubicBezTo>
                        <a:cubicBezTo>
                          <a:pt x="4549770" y="4798306"/>
                          <a:pt x="4267003" y="4778725"/>
                          <a:pt x="3961016" y="4818384"/>
                        </a:cubicBezTo>
                        <a:cubicBezTo>
                          <a:pt x="3655029" y="4858043"/>
                          <a:pt x="3581121" y="4843625"/>
                          <a:pt x="3266101" y="4818384"/>
                        </a:cubicBezTo>
                        <a:cubicBezTo>
                          <a:pt x="2951082" y="4793143"/>
                          <a:pt x="2958204" y="4811321"/>
                          <a:pt x="2779660" y="4818384"/>
                        </a:cubicBezTo>
                        <a:cubicBezTo>
                          <a:pt x="2601116" y="4825447"/>
                          <a:pt x="2410108" y="4830485"/>
                          <a:pt x="2084745" y="4818384"/>
                        </a:cubicBezTo>
                        <a:cubicBezTo>
                          <a:pt x="1759383" y="4806283"/>
                          <a:pt x="1592447" y="4829536"/>
                          <a:pt x="1459321" y="4818384"/>
                        </a:cubicBezTo>
                        <a:cubicBezTo>
                          <a:pt x="1326195" y="4807232"/>
                          <a:pt x="961699" y="4831668"/>
                          <a:pt x="833898" y="4818384"/>
                        </a:cubicBezTo>
                        <a:cubicBezTo>
                          <a:pt x="706097" y="4805100"/>
                          <a:pt x="405567" y="4783198"/>
                          <a:pt x="0" y="4818384"/>
                        </a:cubicBezTo>
                        <a:cubicBezTo>
                          <a:pt x="19912" y="4646829"/>
                          <a:pt x="-5787" y="4461033"/>
                          <a:pt x="0" y="4178227"/>
                        </a:cubicBezTo>
                        <a:cubicBezTo>
                          <a:pt x="5787" y="3895421"/>
                          <a:pt x="-8170" y="3635904"/>
                          <a:pt x="0" y="3441703"/>
                        </a:cubicBezTo>
                        <a:cubicBezTo>
                          <a:pt x="8170" y="3247502"/>
                          <a:pt x="29553" y="3060983"/>
                          <a:pt x="0" y="2801546"/>
                        </a:cubicBezTo>
                        <a:cubicBezTo>
                          <a:pt x="-29553" y="2542109"/>
                          <a:pt x="-10963" y="2468313"/>
                          <a:pt x="0" y="2257757"/>
                        </a:cubicBezTo>
                        <a:cubicBezTo>
                          <a:pt x="10963" y="2047201"/>
                          <a:pt x="-3041" y="1911395"/>
                          <a:pt x="0" y="1617600"/>
                        </a:cubicBezTo>
                        <a:cubicBezTo>
                          <a:pt x="3041" y="1323805"/>
                          <a:pt x="-11315" y="1095814"/>
                          <a:pt x="0" y="881076"/>
                        </a:cubicBezTo>
                        <a:cubicBezTo>
                          <a:pt x="11315" y="666338"/>
                          <a:pt x="29315" y="207175"/>
                          <a:pt x="0" y="0"/>
                        </a:cubicBezTo>
                        <a:close/>
                      </a:path>
                      <a:path w="6949150" h="4818384" stroke="0" extrusionOk="0">
                        <a:moveTo>
                          <a:pt x="0" y="0"/>
                        </a:moveTo>
                        <a:cubicBezTo>
                          <a:pt x="146200" y="22868"/>
                          <a:pt x="365499" y="-28243"/>
                          <a:pt x="625424" y="0"/>
                        </a:cubicBezTo>
                        <a:cubicBezTo>
                          <a:pt x="885349" y="28243"/>
                          <a:pt x="983698" y="-477"/>
                          <a:pt x="1111864" y="0"/>
                        </a:cubicBezTo>
                        <a:cubicBezTo>
                          <a:pt x="1240030" y="477"/>
                          <a:pt x="1701706" y="36578"/>
                          <a:pt x="1945762" y="0"/>
                        </a:cubicBezTo>
                        <a:cubicBezTo>
                          <a:pt x="2189818" y="-36578"/>
                          <a:pt x="2398117" y="26334"/>
                          <a:pt x="2571186" y="0"/>
                        </a:cubicBezTo>
                        <a:cubicBezTo>
                          <a:pt x="2744255" y="-26334"/>
                          <a:pt x="3002758" y="18302"/>
                          <a:pt x="3196609" y="0"/>
                        </a:cubicBezTo>
                        <a:cubicBezTo>
                          <a:pt x="3390460" y="-18302"/>
                          <a:pt x="3698572" y="31177"/>
                          <a:pt x="4030507" y="0"/>
                        </a:cubicBezTo>
                        <a:cubicBezTo>
                          <a:pt x="4362442" y="-31177"/>
                          <a:pt x="4465277" y="22923"/>
                          <a:pt x="4586439" y="0"/>
                        </a:cubicBezTo>
                        <a:cubicBezTo>
                          <a:pt x="4707601" y="-22923"/>
                          <a:pt x="5198495" y="-38705"/>
                          <a:pt x="5420337" y="0"/>
                        </a:cubicBezTo>
                        <a:cubicBezTo>
                          <a:pt x="5642179" y="38705"/>
                          <a:pt x="5986868" y="-30977"/>
                          <a:pt x="6254235" y="0"/>
                        </a:cubicBezTo>
                        <a:cubicBezTo>
                          <a:pt x="6521602" y="30977"/>
                          <a:pt x="6769056" y="6956"/>
                          <a:pt x="6949150" y="0"/>
                        </a:cubicBezTo>
                        <a:cubicBezTo>
                          <a:pt x="6959426" y="164551"/>
                          <a:pt x="6921543" y="599167"/>
                          <a:pt x="6949150" y="784708"/>
                        </a:cubicBezTo>
                        <a:cubicBezTo>
                          <a:pt x="6976757" y="970249"/>
                          <a:pt x="6975765" y="1236385"/>
                          <a:pt x="6949150" y="1521233"/>
                        </a:cubicBezTo>
                        <a:cubicBezTo>
                          <a:pt x="6922535" y="1806082"/>
                          <a:pt x="6946650" y="1849215"/>
                          <a:pt x="6949150" y="2065022"/>
                        </a:cubicBezTo>
                        <a:cubicBezTo>
                          <a:pt x="6951650" y="2280829"/>
                          <a:pt x="6959006" y="2489256"/>
                          <a:pt x="6949150" y="2753362"/>
                        </a:cubicBezTo>
                        <a:cubicBezTo>
                          <a:pt x="6939294" y="3017468"/>
                          <a:pt x="6981475" y="3226890"/>
                          <a:pt x="6949150" y="3441703"/>
                        </a:cubicBezTo>
                        <a:cubicBezTo>
                          <a:pt x="6916825" y="3656516"/>
                          <a:pt x="6945646" y="3819636"/>
                          <a:pt x="6949150" y="4130043"/>
                        </a:cubicBezTo>
                        <a:cubicBezTo>
                          <a:pt x="6952654" y="4440450"/>
                          <a:pt x="6926241" y="4670275"/>
                          <a:pt x="6949150" y="4818384"/>
                        </a:cubicBezTo>
                        <a:cubicBezTo>
                          <a:pt x="6691040" y="4838361"/>
                          <a:pt x="6385136" y="4789243"/>
                          <a:pt x="6184744" y="4818384"/>
                        </a:cubicBezTo>
                        <a:cubicBezTo>
                          <a:pt x="5984352" y="4847525"/>
                          <a:pt x="5916473" y="4838406"/>
                          <a:pt x="5698303" y="4818384"/>
                        </a:cubicBezTo>
                        <a:cubicBezTo>
                          <a:pt x="5480133" y="4798362"/>
                          <a:pt x="5314856" y="4814191"/>
                          <a:pt x="5142371" y="4818384"/>
                        </a:cubicBezTo>
                        <a:cubicBezTo>
                          <a:pt x="4969886" y="4822577"/>
                          <a:pt x="4660294" y="4823722"/>
                          <a:pt x="4308473" y="4818384"/>
                        </a:cubicBezTo>
                        <a:cubicBezTo>
                          <a:pt x="3956652" y="4813046"/>
                          <a:pt x="3959459" y="4791660"/>
                          <a:pt x="3613558" y="4818384"/>
                        </a:cubicBezTo>
                        <a:cubicBezTo>
                          <a:pt x="3267658" y="4845108"/>
                          <a:pt x="3208829" y="4791710"/>
                          <a:pt x="3057626" y="4818384"/>
                        </a:cubicBezTo>
                        <a:cubicBezTo>
                          <a:pt x="2906423" y="4845058"/>
                          <a:pt x="2615361" y="4832209"/>
                          <a:pt x="2362711" y="4818384"/>
                        </a:cubicBezTo>
                        <a:cubicBezTo>
                          <a:pt x="2110062" y="4804559"/>
                          <a:pt x="2009281" y="4834034"/>
                          <a:pt x="1876271" y="4818384"/>
                        </a:cubicBezTo>
                        <a:cubicBezTo>
                          <a:pt x="1743261" y="4802734"/>
                          <a:pt x="1591957" y="4800660"/>
                          <a:pt x="1389830" y="4818384"/>
                        </a:cubicBezTo>
                        <a:cubicBezTo>
                          <a:pt x="1187703" y="4836108"/>
                          <a:pt x="954300" y="4852725"/>
                          <a:pt x="694915" y="4818384"/>
                        </a:cubicBezTo>
                        <a:cubicBezTo>
                          <a:pt x="435531" y="4784043"/>
                          <a:pt x="333677" y="4795989"/>
                          <a:pt x="0" y="4818384"/>
                        </a:cubicBezTo>
                        <a:cubicBezTo>
                          <a:pt x="-26012" y="4528465"/>
                          <a:pt x="-7968" y="4278957"/>
                          <a:pt x="0" y="4081860"/>
                        </a:cubicBezTo>
                        <a:cubicBezTo>
                          <a:pt x="7968" y="3884763"/>
                          <a:pt x="-2900" y="3737894"/>
                          <a:pt x="0" y="3441703"/>
                        </a:cubicBezTo>
                        <a:cubicBezTo>
                          <a:pt x="2900" y="3145512"/>
                          <a:pt x="-22489" y="3148881"/>
                          <a:pt x="0" y="2897914"/>
                        </a:cubicBezTo>
                        <a:cubicBezTo>
                          <a:pt x="22489" y="2646947"/>
                          <a:pt x="-35125" y="2462270"/>
                          <a:pt x="0" y="2161389"/>
                        </a:cubicBezTo>
                        <a:cubicBezTo>
                          <a:pt x="35125" y="1860508"/>
                          <a:pt x="-9974" y="1760704"/>
                          <a:pt x="0" y="1569417"/>
                        </a:cubicBezTo>
                        <a:cubicBezTo>
                          <a:pt x="9974" y="1378130"/>
                          <a:pt x="-36555" y="1042236"/>
                          <a:pt x="0" y="832892"/>
                        </a:cubicBezTo>
                        <a:cubicBezTo>
                          <a:pt x="36555" y="623548"/>
                          <a:pt x="-19396" y="2975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9AA0329-08F6-17E6-5C0B-0F73EAED4748}"/>
              </a:ext>
            </a:extLst>
          </p:cNvPr>
          <p:cNvSpPr/>
          <p:nvPr/>
        </p:nvSpPr>
        <p:spPr>
          <a:xfrm>
            <a:off x="4585345" y="256398"/>
            <a:ext cx="1891730" cy="11846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E843935-EAAB-F4B3-81EE-F0EFF1F699A8}"/>
              </a:ext>
            </a:extLst>
          </p:cNvPr>
          <p:cNvGrpSpPr/>
          <p:nvPr/>
        </p:nvGrpSpPr>
        <p:grpSpPr>
          <a:xfrm>
            <a:off x="1277629" y="6548926"/>
            <a:ext cx="984340" cy="708684"/>
            <a:chOff x="3373497" y="5033158"/>
            <a:chExt cx="3263029" cy="16085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A7BF2A24-690F-FCED-2AAA-422D51F47861}"/>
                    </a:ext>
                  </a:extLst>
                </p:cNvPr>
                <p:cNvSpPr/>
                <p:nvPr/>
              </p:nvSpPr>
              <p:spPr>
                <a:xfrm>
                  <a:off x="3373497" y="6037505"/>
                  <a:ext cx="1398739" cy="604204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A7BF2A24-690F-FCED-2AAA-422D51F478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3497" y="6037505"/>
                  <a:ext cx="1398739" cy="604204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756D1CFB-9810-A177-61CB-BD20D0A3695D}"/>
                    </a:ext>
                  </a:extLst>
                </p:cNvPr>
                <p:cNvSpPr/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756D1CFB-9810-A177-61CB-BD20D0A369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673BCE9-1D49-B7A9-E395-E75D4B94C3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8044" y="5033158"/>
              <a:ext cx="1007024" cy="1015828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8C72F29-2527-CFF2-EA13-CBEFF96FE007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>
              <a:off x="4965068" y="5033158"/>
              <a:ext cx="972089" cy="1004347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4251D9A-F986-9928-A877-1E5411B06B0D}"/>
                </a:ext>
              </a:extLst>
            </p:cNvPr>
            <p:cNvSpPr/>
            <p:nvPr/>
          </p:nvSpPr>
          <p:spPr>
            <a:xfrm>
              <a:off x="3938445" y="5394473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F707CE4-95ED-69A6-65A8-87591BD5E5C4}"/>
                </a:ext>
              </a:extLst>
            </p:cNvPr>
            <p:cNvSpPr/>
            <p:nvPr/>
          </p:nvSpPr>
          <p:spPr>
            <a:xfrm>
              <a:off x="5254767" y="5443910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520D398-97BA-FA3C-A767-56B69A8F419E}"/>
              </a:ext>
            </a:extLst>
          </p:cNvPr>
          <p:cNvGrpSpPr/>
          <p:nvPr/>
        </p:nvGrpSpPr>
        <p:grpSpPr>
          <a:xfrm>
            <a:off x="2834578" y="2905578"/>
            <a:ext cx="3353814" cy="1184612"/>
            <a:chOff x="2660962" y="2348866"/>
            <a:chExt cx="3778627" cy="1154361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2F12C64-DA01-24E5-3E21-9D533EC05C2D}"/>
                </a:ext>
              </a:extLst>
            </p:cNvPr>
            <p:cNvCxnSpPr>
              <a:cxnSpLocks/>
            </p:cNvCxnSpPr>
            <p:nvPr/>
          </p:nvCxnSpPr>
          <p:spPr>
            <a:xfrm>
              <a:off x="4547859" y="2720295"/>
              <a:ext cx="1891730" cy="782932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8DBEE12-630D-E912-A27C-9B8CC5C49A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0962" y="2720295"/>
              <a:ext cx="1886897" cy="708705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DE836E4-D5A2-1655-B7A2-9E2D06519340}"/>
                </a:ext>
              </a:extLst>
            </p:cNvPr>
            <p:cNvSpPr/>
            <p:nvPr/>
          </p:nvSpPr>
          <p:spPr>
            <a:xfrm>
              <a:off x="3119149" y="2902590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E083144-1BC0-FD6C-3B20-B235BBCEFA01}"/>
                </a:ext>
              </a:extLst>
            </p:cNvPr>
            <p:cNvSpPr/>
            <p:nvPr/>
          </p:nvSpPr>
          <p:spPr>
            <a:xfrm>
              <a:off x="5360569" y="3007746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FE0492D-29E7-4416-C1E5-E2BFB5689760}"/>
                </a:ext>
              </a:extLst>
            </p:cNvPr>
            <p:cNvGrpSpPr/>
            <p:nvPr/>
          </p:nvGrpSpPr>
          <p:grpSpPr>
            <a:xfrm>
              <a:off x="3604410" y="2348866"/>
              <a:ext cx="2033641" cy="604204"/>
              <a:chOff x="3818519" y="1128874"/>
              <a:chExt cx="2033641" cy="6042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624A423E-1B0E-8B7F-6697-E1ABF2B9DF9E}"/>
                      </a:ext>
                    </a:extLst>
                  </p:cNvPr>
                  <p:cNvSpPr/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 &lt;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624A423E-1B0E-8B7F-6697-E1ABF2B9DF9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72601E09-6D00-12B6-19ED-1457910CD216}"/>
                      </a:ext>
                    </a:extLst>
                  </p:cNvPr>
                  <p:cNvSpPr txBox="1"/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72601E09-6D00-12B6-19ED-1457910CD2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90A390B0-2668-5DAB-DDD4-91D1648DC1F1}"/>
                      </a:ext>
                    </a:extLst>
                  </p:cNvPr>
                  <p:cNvSpPr txBox="1"/>
                  <p:nvPr/>
                </p:nvSpPr>
                <p:spPr>
                  <a:xfrm>
                    <a:off x="5100840" y="1217548"/>
                    <a:ext cx="609414" cy="477888"/>
                  </a:xfrm>
                  <a:prstGeom prst="rect">
                    <a:avLst/>
                  </a:prstGeom>
                  <a:solidFill>
                    <a:srgbClr val="FFFF00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4,1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90A390B0-2668-5DAB-DDD4-91D1648DC1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0840" y="1217548"/>
                    <a:ext cx="609414" cy="477888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273" r="-1363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B9DF53-862F-FB90-78C0-B4B5864C00C7}"/>
              </a:ext>
            </a:extLst>
          </p:cNvPr>
          <p:cNvGrpSpPr/>
          <p:nvPr/>
        </p:nvGrpSpPr>
        <p:grpSpPr>
          <a:xfrm>
            <a:off x="1140706" y="6112446"/>
            <a:ext cx="1216498" cy="534421"/>
            <a:chOff x="1907556" y="3113837"/>
            <a:chExt cx="1989963" cy="657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ounded Rectangle 35">
                  <a:extLst>
                    <a:ext uri="{FF2B5EF4-FFF2-40B4-BE49-F238E27FC236}">
                      <a16:creationId xmlns:a16="http://schemas.microsoft.com/office/drawing/2014/main" id="{26A5F254-E481-3B5B-6F10-B00C2404104D}"/>
                    </a:ext>
                  </a:extLst>
                </p:cNvPr>
                <p:cNvSpPr/>
                <p:nvPr/>
              </p:nvSpPr>
              <p:spPr>
                <a:xfrm>
                  <a:off x="1907556" y="3113837"/>
                  <a:ext cx="1989963" cy="657697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&lt;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6" name="Rounded Rectangle 35">
                  <a:extLst>
                    <a:ext uri="{FF2B5EF4-FFF2-40B4-BE49-F238E27FC236}">
                      <a16:creationId xmlns:a16="http://schemas.microsoft.com/office/drawing/2014/main" id="{26A5F254-E481-3B5B-6F10-B00C240410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7556" y="3113837"/>
                  <a:ext cx="1989963" cy="657697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3E30B16-E43C-AD53-6293-D02B5736B3D6}"/>
                    </a:ext>
                  </a:extLst>
                </p:cNvPr>
                <p:cNvSpPr txBox="1"/>
                <p:nvPr/>
              </p:nvSpPr>
              <p:spPr>
                <a:xfrm>
                  <a:off x="2090710" y="3181075"/>
                  <a:ext cx="609414" cy="41598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3E30B16-E43C-AD53-6293-D02B5736B3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0710" y="3181075"/>
                  <a:ext cx="609414" cy="415986"/>
                </a:xfrm>
                <a:prstGeom prst="rect">
                  <a:avLst/>
                </a:prstGeom>
                <a:blipFill>
                  <a:blip r:embed="rId9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9F4EBBF8-F3A3-6532-1348-9BFE906D7E33}"/>
                    </a:ext>
                  </a:extLst>
                </p:cNvPr>
                <p:cNvSpPr txBox="1"/>
                <p:nvPr/>
              </p:nvSpPr>
              <p:spPr>
                <a:xfrm>
                  <a:off x="3190481" y="3226407"/>
                  <a:ext cx="609414" cy="429906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1,5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9F4EBBF8-F3A3-6532-1348-9BFE906D7E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0481" y="3226407"/>
                  <a:ext cx="609414" cy="429906"/>
                </a:xfrm>
                <a:prstGeom prst="rect">
                  <a:avLst/>
                </a:prstGeom>
                <a:blipFill>
                  <a:blip r:embed="rId10"/>
                  <a:stretch>
                    <a:fillRect r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9D02EF33-AB57-AF41-F32A-7512C94FD3B7}"/>
              </a:ext>
            </a:extLst>
          </p:cNvPr>
          <p:cNvSpPr/>
          <p:nvPr/>
        </p:nvSpPr>
        <p:spPr>
          <a:xfrm>
            <a:off x="2580362" y="258282"/>
            <a:ext cx="1995909" cy="11846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8DA3C584-8994-9D5D-9673-BA653BEE4A5D}"/>
              </a:ext>
            </a:extLst>
          </p:cNvPr>
          <p:cNvGraphicFramePr>
            <a:graphicFrameLocks noGrp="1"/>
          </p:cNvGraphicFramePr>
          <p:nvPr/>
        </p:nvGraphicFramePr>
        <p:xfrm>
          <a:off x="3185160" y="318136"/>
          <a:ext cx="1386840" cy="92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007115504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3423400804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2815397385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2034374274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4051815959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3760336"/>
                    </a:ext>
                  </a:extLst>
                </a:gridCol>
              </a:tblGrid>
              <a:tr h="231495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348361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283821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787076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637019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8A5BF65E-82A8-76EF-2836-1C28A4D6E98F}"/>
              </a:ext>
            </a:extLst>
          </p:cNvPr>
          <p:cNvGraphicFramePr>
            <a:graphicFrameLocks noGrp="1"/>
          </p:cNvGraphicFramePr>
          <p:nvPr/>
        </p:nvGraphicFramePr>
        <p:xfrm>
          <a:off x="4571999" y="318503"/>
          <a:ext cx="1414272" cy="92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12">
                  <a:extLst>
                    <a:ext uri="{9D8B030D-6E8A-4147-A177-3AD203B41FA5}">
                      <a16:colId xmlns:a16="http://schemas.microsoft.com/office/drawing/2014/main" val="3007115504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3423400804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2815397385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2034374274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4051815959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3760336"/>
                    </a:ext>
                  </a:extLst>
                </a:gridCol>
              </a:tblGrid>
              <a:tr h="231495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348361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283821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787076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836156"/>
                  </a:ext>
                </a:extLst>
              </a:tr>
            </a:tbl>
          </a:graphicData>
        </a:graphic>
      </p:graphicFrame>
      <p:pic>
        <p:nvPicPr>
          <p:cNvPr id="49" name="Picture 48" descr="A screenshot of a math application&#10;&#10;Description automatically generated">
            <a:extLst>
              <a:ext uri="{FF2B5EF4-FFF2-40B4-BE49-F238E27FC236}">
                <a16:creationId xmlns:a16="http://schemas.microsoft.com/office/drawing/2014/main" id="{8AC0FD98-10B1-A719-0E67-A344D46EDE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28668" y="1532630"/>
            <a:ext cx="2486661" cy="1285937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2462C471-F9D8-93C5-BFDD-98793FD25860}"/>
              </a:ext>
            </a:extLst>
          </p:cNvPr>
          <p:cNvSpPr/>
          <p:nvPr/>
        </p:nvSpPr>
        <p:spPr>
          <a:xfrm>
            <a:off x="1777459" y="4066404"/>
            <a:ext cx="1995909" cy="10745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D064A85D-B393-BB6A-B7F5-00B47D6E9CA0}"/>
              </a:ext>
            </a:extLst>
          </p:cNvPr>
          <p:cNvGraphicFramePr>
            <a:graphicFrameLocks noGrp="1"/>
          </p:cNvGraphicFramePr>
          <p:nvPr/>
        </p:nvGraphicFramePr>
        <p:xfrm>
          <a:off x="2294575" y="4126258"/>
          <a:ext cx="1386840" cy="92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3007115504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3423400804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2815397385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2034374274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4051815959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3760336"/>
                    </a:ext>
                  </a:extLst>
                </a:gridCol>
              </a:tblGrid>
              <a:tr h="231495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348361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283821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787076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637019"/>
                  </a:ext>
                </a:extLst>
              </a:tr>
            </a:tbl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75322707-4056-F0EF-4F31-9BC3A7CCF0F0}"/>
              </a:ext>
            </a:extLst>
          </p:cNvPr>
          <p:cNvSpPr/>
          <p:nvPr/>
        </p:nvSpPr>
        <p:spPr>
          <a:xfrm>
            <a:off x="5509637" y="4064153"/>
            <a:ext cx="1691801" cy="10745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A8872E38-CB0B-F6EE-1D9B-DB479E265B0E}"/>
              </a:ext>
            </a:extLst>
          </p:cNvPr>
          <p:cNvGraphicFramePr>
            <a:graphicFrameLocks noGrp="1"/>
          </p:cNvGraphicFramePr>
          <p:nvPr/>
        </p:nvGraphicFramePr>
        <p:xfrm>
          <a:off x="5583973" y="4126258"/>
          <a:ext cx="1386840" cy="92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12">
                  <a:extLst>
                    <a:ext uri="{9D8B030D-6E8A-4147-A177-3AD203B41FA5}">
                      <a16:colId xmlns:a16="http://schemas.microsoft.com/office/drawing/2014/main" val="3007115504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3423400804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2815397385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2034374274"/>
                    </a:ext>
                  </a:extLst>
                </a:gridCol>
                <a:gridCol w="235712">
                  <a:extLst>
                    <a:ext uri="{9D8B030D-6E8A-4147-A177-3AD203B41FA5}">
                      <a16:colId xmlns:a16="http://schemas.microsoft.com/office/drawing/2014/main" val="405181595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760336"/>
                    </a:ext>
                  </a:extLst>
                </a:gridCol>
              </a:tblGrid>
              <a:tr h="231495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348361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283821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787076"/>
                  </a:ext>
                </a:extLst>
              </a:tr>
              <a:tr h="231495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836156"/>
                  </a:ext>
                </a:extLst>
              </a:tr>
            </a:tbl>
          </a:graphicData>
        </a:graphic>
      </p:graphicFrame>
      <p:pic>
        <p:nvPicPr>
          <p:cNvPr id="55" name="Picture 54" descr="A screenshot of a math application&#10;&#10;Description automatically generated">
            <a:extLst>
              <a:ext uri="{FF2B5EF4-FFF2-40B4-BE49-F238E27FC236}">
                <a16:creationId xmlns:a16="http://schemas.microsoft.com/office/drawing/2014/main" id="{8B775165-72D2-AFAA-CDD4-EFEB7BCF909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6444" y="5217540"/>
            <a:ext cx="1565022" cy="809326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BE7CA24D-D393-1D70-C4CD-BA762E472417}"/>
              </a:ext>
            </a:extLst>
          </p:cNvPr>
          <p:cNvGrpSpPr/>
          <p:nvPr/>
        </p:nvGrpSpPr>
        <p:grpSpPr>
          <a:xfrm>
            <a:off x="6553757" y="6532151"/>
            <a:ext cx="984340" cy="708684"/>
            <a:chOff x="3373497" y="5033158"/>
            <a:chExt cx="3263029" cy="16085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ounded Rectangle 57">
                  <a:extLst>
                    <a:ext uri="{FF2B5EF4-FFF2-40B4-BE49-F238E27FC236}">
                      <a16:creationId xmlns:a16="http://schemas.microsoft.com/office/drawing/2014/main" id="{E3C946B6-1E62-B881-C465-5F82AADF96BE}"/>
                    </a:ext>
                  </a:extLst>
                </p:cNvPr>
                <p:cNvSpPr/>
                <p:nvPr/>
              </p:nvSpPr>
              <p:spPr>
                <a:xfrm>
                  <a:off x="3373497" y="6037505"/>
                  <a:ext cx="1398739" cy="604204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8" name="Rounded Rectangle 57">
                  <a:extLst>
                    <a:ext uri="{FF2B5EF4-FFF2-40B4-BE49-F238E27FC236}">
                      <a16:creationId xmlns:a16="http://schemas.microsoft.com/office/drawing/2014/main" id="{E3C946B6-1E62-B881-C465-5F82AADF96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3497" y="6037505"/>
                  <a:ext cx="1398739" cy="604204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ounded Rectangle 58">
                  <a:extLst>
                    <a:ext uri="{FF2B5EF4-FFF2-40B4-BE49-F238E27FC236}">
                      <a16:creationId xmlns:a16="http://schemas.microsoft.com/office/drawing/2014/main" id="{43EA0F74-B8A3-1693-7AE6-EFC976A6A601}"/>
                    </a:ext>
                  </a:extLst>
                </p:cNvPr>
                <p:cNvSpPr/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Rounded Rectangle 58">
                  <a:extLst>
                    <a:ext uri="{FF2B5EF4-FFF2-40B4-BE49-F238E27FC236}">
                      <a16:creationId xmlns:a16="http://schemas.microsoft.com/office/drawing/2014/main" id="{43EA0F74-B8A3-1693-7AE6-EFC976A6A6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D03CA63C-7EEE-B669-DDB4-9AD3D50774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8044" y="5033158"/>
              <a:ext cx="1007024" cy="1015828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72079D1D-DFE1-143A-54EA-FA27D4AD6895}"/>
                </a:ext>
              </a:extLst>
            </p:cNvPr>
            <p:cNvCxnSpPr>
              <a:cxnSpLocks/>
              <a:endCxn id="59" idx="0"/>
            </p:cNvCxnSpPr>
            <p:nvPr/>
          </p:nvCxnSpPr>
          <p:spPr>
            <a:xfrm>
              <a:off x="4965068" y="5033158"/>
              <a:ext cx="972089" cy="1004347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9FB0E6C4-E6B0-A09C-C9A9-533BD9B4BEB1}"/>
                </a:ext>
              </a:extLst>
            </p:cNvPr>
            <p:cNvSpPr/>
            <p:nvPr/>
          </p:nvSpPr>
          <p:spPr>
            <a:xfrm>
              <a:off x="3938445" y="5394473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0E7CF42-4D9A-E8D9-8465-1167E319D303}"/>
                </a:ext>
              </a:extLst>
            </p:cNvPr>
            <p:cNvSpPr/>
            <p:nvPr/>
          </p:nvSpPr>
          <p:spPr>
            <a:xfrm>
              <a:off x="5254767" y="5443910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BBE12C6-0E28-7130-7246-2FEA2F84CD7B}"/>
              </a:ext>
            </a:extLst>
          </p:cNvPr>
          <p:cNvGrpSpPr/>
          <p:nvPr/>
        </p:nvGrpSpPr>
        <p:grpSpPr>
          <a:xfrm>
            <a:off x="6416834" y="6095671"/>
            <a:ext cx="1216498" cy="534421"/>
            <a:chOff x="1907556" y="3113837"/>
            <a:chExt cx="1989963" cy="657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ounded Rectangle 64">
                  <a:extLst>
                    <a:ext uri="{FF2B5EF4-FFF2-40B4-BE49-F238E27FC236}">
                      <a16:creationId xmlns:a16="http://schemas.microsoft.com/office/drawing/2014/main" id="{8891F1C0-D35D-C2EF-5475-B2C2427B267F}"/>
                    </a:ext>
                  </a:extLst>
                </p:cNvPr>
                <p:cNvSpPr/>
                <p:nvPr/>
              </p:nvSpPr>
              <p:spPr>
                <a:xfrm>
                  <a:off x="1907556" y="3113837"/>
                  <a:ext cx="1989963" cy="657697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&lt;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5" name="Rounded Rectangle 64">
                  <a:extLst>
                    <a:ext uri="{FF2B5EF4-FFF2-40B4-BE49-F238E27FC236}">
                      <a16:creationId xmlns:a16="http://schemas.microsoft.com/office/drawing/2014/main" id="{8891F1C0-D35D-C2EF-5475-B2C2427B26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7556" y="3113837"/>
                  <a:ext cx="1989963" cy="657697"/>
                </a:xfrm>
                <a:prstGeom prst="round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623D7FF-8F30-BCE8-7843-F7EF0435C72D}"/>
                    </a:ext>
                  </a:extLst>
                </p:cNvPr>
                <p:cNvSpPr txBox="1"/>
                <p:nvPr/>
              </p:nvSpPr>
              <p:spPr>
                <a:xfrm>
                  <a:off x="2090710" y="3181075"/>
                  <a:ext cx="609414" cy="41598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623D7FF-8F30-BCE8-7843-F7EF0435C7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0710" y="3181075"/>
                  <a:ext cx="609414" cy="415986"/>
                </a:xfrm>
                <a:prstGeom prst="rect">
                  <a:avLst/>
                </a:prstGeom>
                <a:blipFill>
                  <a:blip r:embed="rId15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EA9EB5BC-8A6C-F52D-B63B-A8B0EFBA4182}"/>
                    </a:ext>
                  </a:extLst>
                </p:cNvPr>
                <p:cNvSpPr txBox="1"/>
                <p:nvPr/>
              </p:nvSpPr>
              <p:spPr>
                <a:xfrm>
                  <a:off x="3190481" y="3226407"/>
                  <a:ext cx="609414" cy="429906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1,5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EA9EB5BC-8A6C-F52D-B63B-A8B0EFBA41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0481" y="3226407"/>
                  <a:ext cx="609414" cy="429906"/>
                </a:xfrm>
                <a:prstGeom prst="rect">
                  <a:avLst/>
                </a:prstGeom>
                <a:blipFill>
                  <a:blip r:embed="rId16"/>
                  <a:stretch>
                    <a:fillRect r="-161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8" name="Picture 67" descr="A screenshot of a math application&#10;&#10;Description automatically generated">
            <a:extLst>
              <a:ext uri="{FF2B5EF4-FFF2-40B4-BE49-F238E27FC236}">
                <a16:creationId xmlns:a16="http://schemas.microsoft.com/office/drawing/2014/main" id="{E1318CFB-40EC-9695-DC51-B49C740605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2572" y="5200765"/>
            <a:ext cx="1565022" cy="809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83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275CC22-F888-A5BB-2CA9-8D277E0C7667}"/>
              </a:ext>
            </a:extLst>
          </p:cNvPr>
          <p:cNvSpPr/>
          <p:nvPr/>
        </p:nvSpPr>
        <p:spPr>
          <a:xfrm>
            <a:off x="882869" y="998483"/>
            <a:ext cx="7124265" cy="449842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76200" cmpd="sng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6C0080-5F96-4710-68B9-8B05A8FBECC2}"/>
              </a:ext>
            </a:extLst>
          </p:cNvPr>
          <p:cNvSpPr/>
          <p:nvPr/>
        </p:nvSpPr>
        <p:spPr>
          <a:xfrm>
            <a:off x="3996280" y="1552794"/>
            <a:ext cx="3665762" cy="29136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kern="100">
                <a:ln>
                  <a:noFill/>
                </a:ln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2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AA2F61C-5671-FC81-093E-D27BF59BDD20}"/>
              </a:ext>
            </a:extLst>
          </p:cNvPr>
          <p:cNvSpPr/>
          <p:nvPr/>
        </p:nvSpPr>
        <p:spPr>
          <a:xfrm>
            <a:off x="1836571" y="1553228"/>
            <a:ext cx="2098902" cy="29136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kern="100">
                <a:ln w="38100" cap="rnd" cmpd="sng" algn="ctr">
                  <a:solidFill>
                    <a:srgbClr val="FFFFFF"/>
                  </a:solidFill>
                  <a:prstDash val="solid"/>
                  <a:bevel/>
                </a:ln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2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261A55B-1905-2D8D-8031-2B5C34FC9F24}"/>
              </a:ext>
            </a:extLst>
          </p:cNvPr>
          <p:cNvGrpSpPr/>
          <p:nvPr/>
        </p:nvGrpSpPr>
        <p:grpSpPr>
          <a:xfrm>
            <a:off x="1728592" y="1114098"/>
            <a:ext cx="6212910" cy="3708424"/>
            <a:chOff x="1828800" y="688932"/>
            <a:chExt cx="6212910" cy="326929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024B6F1-9BE4-AD96-718F-E72C6FEA0B50}"/>
                </a:ext>
              </a:extLst>
            </p:cNvPr>
            <p:cNvCxnSpPr/>
            <p:nvPr/>
          </p:nvCxnSpPr>
          <p:spPr>
            <a:xfrm>
              <a:off x="1828800" y="3958225"/>
              <a:ext cx="62129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1811106-24F1-474F-BEE3-99D97E8B32AC}"/>
                </a:ext>
              </a:extLst>
            </p:cNvPr>
            <p:cNvCxnSpPr/>
            <p:nvPr/>
          </p:nvCxnSpPr>
          <p:spPr>
            <a:xfrm flipV="1">
              <a:off x="1841326" y="688932"/>
              <a:ext cx="0" cy="32567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2290FDF-1F35-D4CD-2F51-E77565D193B9}"/>
              </a:ext>
            </a:extLst>
          </p:cNvPr>
          <p:cNvCxnSpPr>
            <a:cxnSpLocks/>
          </p:cNvCxnSpPr>
          <p:nvPr/>
        </p:nvCxnSpPr>
        <p:spPr>
          <a:xfrm>
            <a:off x="1741118" y="3854824"/>
            <a:ext cx="6111964" cy="0"/>
          </a:xfrm>
          <a:prstGeom prst="line">
            <a:avLst/>
          </a:prstGeom>
          <a:ln w="254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DB4C990-52A0-8F1E-9AE5-373F1D54941B}"/>
              </a:ext>
            </a:extLst>
          </p:cNvPr>
          <p:cNvCxnSpPr>
            <a:cxnSpLocks/>
          </p:cNvCxnSpPr>
          <p:nvPr/>
        </p:nvCxnSpPr>
        <p:spPr>
          <a:xfrm>
            <a:off x="1728592" y="2850777"/>
            <a:ext cx="6111964" cy="0"/>
          </a:xfrm>
          <a:prstGeom prst="line">
            <a:avLst/>
          </a:prstGeom>
          <a:ln w="254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3B8E4628-3399-C83A-AD44-35813AEE66D7}"/>
              </a:ext>
            </a:extLst>
          </p:cNvPr>
          <p:cNvSpPr/>
          <p:nvPr/>
        </p:nvSpPr>
        <p:spPr>
          <a:xfrm>
            <a:off x="2091128" y="2758190"/>
            <a:ext cx="209862" cy="209862"/>
          </a:xfrm>
          <a:prstGeom prst="ellipse">
            <a:avLst/>
          </a:prstGeom>
          <a:gradFill flip="none" rotWithShape="1">
            <a:gsLst>
              <a:gs pos="100000">
                <a:schemeClr val="accent2">
                  <a:lumMod val="75000"/>
                </a:schemeClr>
              </a:gs>
              <a:gs pos="67000">
                <a:schemeClr val="accent2">
                  <a:lumMod val="95000"/>
                  <a:lumOff val="5000"/>
                </a:schemeClr>
              </a:gs>
              <a:gs pos="4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2">
                <a:lumMod val="40000"/>
                <a:lumOff val="6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7D39608-5196-C4C9-4D06-F95EF6647831}"/>
              </a:ext>
            </a:extLst>
          </p:cNvPr>
          <p:cNvSpPr/>
          <p:nvPr/>
        </p:nvSpPr>
        <p:spPr>
          <a:xfrm>
            <a:off x="2441137" y="2758190"/>
            <a:ext cx="209862" cy="209862"/>
          </a:xfrm>
          <a:prstGeom prst="ellipse">
            <a:avLst/>
          </a:prstGeom>
          <a:gradFill flip="none" rotWithShape="1">
            <a:gsLst>
              <a:gs pos="100000">
                <a:schemeClr val="accent2">
                  <a:lumMod val="75000"/>
                </a:schemeClr>
              </a:gs>
              <a:gs pos="67000">
                <a:schemeClr val="accent2">
                  <a:lumMod val="95000"/>
                  <a:lumOff val="5000"/>
                </a:schemeClr>
              </a:gs>
              <a:gs pos="4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2">
                <a:lumMod val="40000"/>
                <a:lumOff val="6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FC324AB-1621-B439-0B65-93AD9F3EB731}"/>
              </a:ext>
            </a:extLst>
          </p:cNvPr>
          <p:cNvSpPr/>
          <p:nvPr/>
        </p:nvSpPr>
        <p:spPr>
          <a:xfrm>
            <a:off x="2933040" y="2748539"/>
            <a:ext cx="209862" cy="209862"/>
          </a:xfrm>
          <a:prstGeom prst="ellipse">
            <a:avLst/>
          </a:prstGeom>
          <a:gradFill flip="none" rotWithShape="1">
            <a:gsLst>
              <a:gs pos="100000">
                <a:schemeClr val="accent2">
                  <a:lumMod val="75000"/>
                </a:schemeClr>
              </a:gs>
              <a:gs pos="67000">
                <a:schemeClr val="accent2">
                  <a:lumMod val="95000"/>
                  <a:lumOff val="5000"/>
                </a:schemeClr>
              </a:gs>
              <a:gs pos="4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2">
                <a:lumMod val="40000"/>
                <a:lumOff val="6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C88B2DC-517E-B981-3AF6-D89EADAFB110}"/>
              </a:ext>
            </a:extLst>
          </p:cNvPr>
          <p:cNvSpPr/>
          <p:nvPr/>
        </p:nvSpPr>
        <p:spPr>
          <a:xfrm>
            <a:off x="4124961" y="2745846"/>
            <a:ext cx="209862" cy="209862"/>
          </a:xfrm>
          <a:prstGeom prst="ellipse">
            <a:avLst/>
          </a:prstGeom>
          <a:gradFill flip="none" rotWithShape="1">
            <a:gsLst>
              <a:gs pos="100000">
                <a:schemeClr val="accent2">
                  <a:lumMod val="75000"/>
                </a:schemeClr>
              </a:gs>
              <a:gs pos="67000">
                <a:schemeClr val="accent2">
                  <a:lumMod val="95000"/>
                  <a:lumOff val="5000"/>
                </a:schemeClr>
              </a:gs>
              <a:gs pos="4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2">
                <a:lumMod val="40000"/>
                <a:lumOff val="6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2777FA1-1FE3-9EF2-7904-6545015B9C67}"/>
              </a:ext>
            </a:extLst>
          </p:cNvPr>
          <p:cNvSpPr/>
          <p:nvPr/>
        </p:nvSpPr>
        <p:spPr>
          <a:xfrm>
            <a:off x="4758102" y="2758190"/>
            <a:ext cx="209862" cy="209862"/>
          </a:xfrm>
          <a:prstGeom prst="ellipse">
            <a:avLst/>
          </a:prstGeom>
          <a:gradFill flip="none" rotWithShape="1">
            <a:gsLst>
              <a:gs pos="100000">
                <a:schemeClr val="accent2">
                  <a:lumMod val="75000"/>
                </a:schemeClr>
              </a:gs>
              <a:gs pos="67000">
                <a:schemeClr val="accent2">
                  <a:lumMod val="95000"/>
                  <a:lumOff val="5000"/>
                </a:schemeClr>
              </a:gs>
              <a:gs pos="4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2">
                <a:lumMod val="40000"/>
                <a:lumOff val="6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56CBF33-3A07-DCF1-EDA0-FD4FDC34FDD0}"/>
              </a:ext>
            </a:extLst>
          </p:cNvPr>
          <p:cNvSpPr/>
          <p:nvPr/>
        </p:nvSpPr>
        <p:spPr>
          <a:xfrm>
            <a:off x="3391884" y="2736467"/>
            <a:ext cx="209862" cy="209862"/>
          </a:xfrm>
          <a:prstGeom prst="ellipse">
            <a:avLst/>
          </a:prstGeom>
          <a:gradFill flip="none" rotWithShape="1">
            <a:gsLst>
              <a:gs pos="100000">
                <a:schemeClr val="accent2">
                  <a:lumMod val="75000"/>
                </a:schemeClr>
              </a:gs>
              <a:gs pos="67000">
                <a:schemeClr val="accent2">
                  <a:lumMod val="95000"/>
                  <a:lumOff val="5000"/>
                </a:schemeClr>
              </a:gs>
              <a:gs pos="4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2">
                <a:lumMod val="40000"/>
                <a:lumOff val="6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ED7986B-8173-EC1E-016F-ED1AF17B043C}"/>
              </a:ext>
            </a:extLst>
          </p:cNvPr>
          <p:cNvSpPr/>
          <p:nvPr/>
        </p:nvSpPr>
        <p:spPr>
          <a:xfrm>
            <a:off x="2603460" y="3736396"/>
            <a:ext cx="209862" cy="209862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6">
                <a:lumMod val="20000"/>
                <a:lumOff val="8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4CEF73F-1799-C728-84E6-695144D701DC}"/>
              </a:ext>
            </a:extLst>
          </p:cNvPr>
          <p:cNvSpPr/>
          <p:nvPr/>
        </p:nvSpPr>
        <p:spPr>
          <a:xfrm>
            <a:off x="3150320" y="3739043"/>
            <a:ext cx="209862" cy="209862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6">
                <a:lumMod val="20000"/>
                <a:lumOff val="8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E1BC478-A850-19F9-8DB6-4B4A8B24893E}"/>
              </a:ext>
            </a:extLst>
          </p:cNvPr>
          <p:cNvSpPr/>
          <p:nvPr/>
        </p:nvSpPr>
        <p:spPr>
          <a:xfrm>
            <a:off x="4362138" y="3749893"/>
            <a:ext cx="209862" cy="209862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6">
                <a:lumMod val="20000"/>
                <a:lumOff val="8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8916E44-ECC9-5162-3EC9-AFB9980C0FD6}"/>
              </a:ext>
            </a:extLst>
          </p:cNvPr>
          <p:cNvSpPr/>
          <p:nvPr/>
        </p:nvSpPr>
        <p:spPr>
          <a:xfrm>
            <a:off x="4870409" y="3741396"/>
            <a:ext cx="209862" cy="209862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6">
                <a:lumMod val="20000"/>
                <a:lumOff val="8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09ABABB-509F-0018-1BC4-80A806D0172B}"/>
              </a:ext>
            </a:extLst>
          </p:cNvPr>
          <p:cNvSpPr/>
          <p:nvPr/>
        </p:nvSpPr>
        <p:spPr>
          <a:xfrm>
            <a:off x="5378680" y="3754201"/>
            <a:ext cx="209862" cy="209862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6">
                <a:lumMod val="20000"/>
                <a:lumOff val="8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5147255-F115-33EC-D6B4-33F6C1847742}"/>
                  </a:ext>
                </a:extLst>
              </p:cNvPr>
              <p:cNvSpPr/>
              <p:nvPr/>
            </p:nvSpPr>
            <p:spPr>
              <a:xfrm>
                <a:off x="2431071" y="1704271"/>
                <a:ext cx="645795" cy="41719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solidFill>
                              <a:srgbClr val="833C0B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solidFill>
                              <a:srgbClr val="833C0B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i="1" kern="100">
                            <a:solidFill>
                              <a:srgbClr val="833C0B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i="1" kern="100" dirty="0">
                    <a:solidFill>
                      <a:srgbClr val="833C0B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endParaRPr lang="en-US" sz="12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5147255-F115-33EC-D6B4-33F6C18477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1071" y="1704271"/>
                <a:ext cx="645795" cy="4171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13FA253-5F56-E59A-45CE-55D212B786F2}"/>
                  </a:ext>
                </a:extLst>
              </p:cNvPr>
              <p:cNvSpPr/>
              <p:nvPr/>
            </p:nvSpPr>
            <p:spPr>
              <a:xfrm>
                <a:off x="4870409" y="1662820"/>
                <a:ext cx="645795" cy="41719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100">
                            <a:solidFill>
                              <a:srgbClr val="0BA5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kern="100">
                            <a:solidFill>
                              <a:srgbClr val="0BA5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kern="100">
                            <a:solidFill>
                              <a:srgbClr val="0BA5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kern="100">
                    <a:solidFill>
                      <a:srgbClr val="0BA5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endParaRPr lang="en-US" sz="12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13FA253-5F56-E59A-45CE-55D212B786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409" y="1662820"/>
                <a:ext cx="645795" cy="4171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4A0223B-4DE5-27C1-1AF9-41D40FE2A39D}"/>
                  </a:ext>
                </a:extLst>
              </p:cNvPr>
              <p:cNvSpPr/>
              <p:nvPr/>
            </p:nvSpPr>
            <p:spPr>
              <a:xfrm>
                <a:off x="1136866" y="2745846"/>
                <a:ext cx="517434" cy="32587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kern="100" smtClean="0">
                          <a:solidFill>
                            <a:srgbClr val="833C0B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en-US" sz="12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4A0223B-4DE5-27C1-1AF9-41D40FE2A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866" y="2745846"/>
                <a:ext cx="517434" cy="3258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1FE1A24-0003-9A63-DDA2-4EB766E1D304}"/>
                  </a:ext>
                </a:extLst>
              </p:cNvPr>
              <p:cNvSpPr/>
              <p:nvPr/>
            </p:nvSpPr>
            <p:spPr>
              <a:xfrm>
                <a:off x="1131348" y="3725886"/>
                <a:ext cx="517434" cy="32587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US" sz="2800" kern="100" dirty="0">
                  <a:solidFill>
                    <a:srgbClr val="00B05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1FE1A24-0003-9A63-DDA2-4EB766E1D3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348" y="3725886"/>
                <a:ext cx="517434" cy="3258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0A15190-8728-48B0-5987-97EAF6E15C99}"/>
                  </a:ext>
                </a:extLst>
              </p:cNvPr>
              <p:cNvSpPr/>
              <p:nvPr/>
            </p:nvSpPr>
            <p:spPr>
              <a:xfrm>
                <a:off x="3712458" y="4900710"/>
                <a:ext cx="649680" cy="46216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800" kern="100" dirty="0">
                  <a:solidFill>
                    <a:schemeClr val="tx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0A15190-8728-48B0-5987-97EAF6E15C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458" y="4900710"/>
                <a:ext cx="649680" cy="4621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3958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275CC22-F888-A5BB-2CA9-8D277E0C7667}"/>
              </a:ext>
            </a:extLst>
          </p:cNvPr>
          <p:cNvSpPr/>
          <p:nvPr/>
        </p:nvSpPr>
        <p:spPr>
          <a:xfrm>
            <a:off x="882869" y="998483"/>
            <a:ext cx="7124265" cy="449842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76200" cmpd="sng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6C0080-5F96-4710-68B9-8B05A8FBECC2}"/>
              </a:ext>
            </a:extLst>
          </p:cNvPr>
          <p:cNvSpPr/>
          <p:nvPr/>
        </p:nvSpPr>
        <p:spPr>
          <a:xfrm>
            <a:off x="4390615" y="1552794"/>
            <a:ext cx="3271426" cy="29136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kern="100">
                <a:ln>
                  <a:noFill/>
                </a:ln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2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AA2F61C-5671-FC81-093E-D27BF59BDD20}"/>
              </a:ext>
            </a:extLst>
          </p:cNvPr>
          <p:cNvSpPr/>
          <p:nvPr/>
        </p:nvSpPr>
        <p:spPr>
          <a:xfrm>
            <a:off x="1836570" y="1553228"/>
            <a:ext cx="2461705" cy="29136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kern="100">
                <a:ln w="38100" cap="rnd" cmpd="sng" algn="ctr">
                  <a:solidFill>
                    <a:srgbClr val="FFFFFF"/>
                  </a:solidFill>
                  <a:prstDash val="solid"/>
                  <a:bevel/>
                </a:ln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2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261A55B-1905-2D8D-8031-2B5C34FC9F24}"/>
              </a:ext>
            </a:extLst>
          </p:cNvPr>
          <p:cNvGrpSpPr/>
          <p:nvPr/>
        </p:nvGrpSpPr>
        <p:grpSpPr>
          <a:xfrm>
            <a:off x="1728592" y="1114098"/>
            <a:ext cx="6212910" cy="3708424"/>
            <a:chOff x="1828800" y="688932"/>
            <a:chExt cx="6212910" cy="3269293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024B6F1-9BE4-AD96-718F-E72C6FEA0B50}"/>
                </a:ext>
              </a:extLst>
            </p:cNvPr>
            <p:cNvCxnSpPr/>
            <p:nvPr/>
          </p:nvCxnSpPr>
          <p:spPr>
            <a:xfrm>
              <a:off x="1828800" y="3958225"/>
              <a:ext cx="62129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1811106-24F1-474F-BEE3-99D97E8B32AC}"/>
                </a:ext>
              </a:extLst>
            </p:cNvPr>
            <p:cNvCxnSpPr/>
            <p:nvPr/>
          </p:nvCxnSpPr>
          <p:spPr>
            <a:xfrm flipV="1">
              <a:off x="1841326" y="688932"/>
              <a:ext cx="0" cy="32567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2290FDF-1F35-D4CD-2F51-E77565D193B9}"/>
              </a:ext>
            </a:extLst>
          </p:cNvPr>
          <p:cNvCxnSpPr>
            <a:cxnSpLocks/>
          </p:cNvCxnSpPr>
          <p:nvPr/>
        </p:nvCxnSpPr>
        <p:spPr>
          <a:xfrm>
            <a:off x="1741118" y="3854824"/>
            <a:ext cx="6111964" cy="0"/>
          </a:xfrm>
          <a:prstGeom prst="line">
            <a:avLst/>
          </a:prstGeom>
          <a:ln w="254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DB4C990-52A0-8F1E-9AE5-373F1D54941B}"/>
              </a:ext>
            </a:extLst>
          </p:cNvPr>
          <p:cNvCxnSpPr>
            <a:cxnSpLocks/>
          </p:cNvCxnSpPr>
          <p:nvPr/>
        </p:nvCxnSpPr>
        <p:spPr>
          <a:xfrm>
            <a:off x="1728592" y="2850777"/>
            <a:ext cx="6111964" cy="0"/>
          </a:xfrm>
          <a:prstGeom prst="line">
            <a:avLst/>
          </a:prstGeom>
          <a:ln w="254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3B8E4628-3399-C83A-AD44-35813AEE66D7}"/>
              </a:ext>
            </a:extLst>
          </p:cNvPr>
          <p:cNvSpPr/>
          <p:nvPr/>
        </p:nvSpPr>
        <p:spPr>
          <a:xfrm>
            <a:off x="2091128" y="2758190"/>
            <a:ext cx="209862" cy="209862"/>
          </a:xfrm>
          <a:prstGeom prst="ellipse">
            <a:avLst/>
          </a:prstGeom>
          <a:gradFill flip="none" rotWithShape="1">
            <a:gsLst>
              <a:gs pos="100000">
                <a:schemeClr val="accent2">
                  <a:lumMod val="75000"/>
                </a:schemeClr>
              </a:gs>
              <a:gs pos="67000">
                <a:schemeClr val="accent2">
                  <a:lumMod val="95000"/>
                  <a:lumOff val="5000"/>
                </a:schemeClr>
              </a:gs>
              <a:gs pos="4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2">
                <a:lumMod val="40000"/>
                <a:lumOff val="6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7D39608-5196-C4C9-4D06-F95EF6647831}"/>
              </a:ext>
            </a:extLst>
          </p:cNvPr>
          <p:cNvSpPr/>
          <p:nvPr/>
        </p:nvSpPr>
        <p:spPr>
          <a:xfrm>
            <a:off x="2441137" y="2758190"/>
            <a:ext cx="209862" cy="209862"/>
          </a:xfrm>
          <a:prstGeom prst="ellipse">
            <a:avLst/>
          </a:prstGeom>
          <a:gradFill flip="none" rotWithShape="1">
            <a:gsLst>
              <a:gs pos="100000">
                <a:schemeClr val="accent2">
                  <a:lumMod val="75000"/>
                </a:schemeClr>
              </a:gs>
              <a:gs pos="67000">
                <a:schemeClr val="accent2">
                  <a:lumMod val="95000"/>
                  <a:lumOff val="5000"/>
                </a:schemeClr>
              </a:gs>
              <a:gs pos="4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2">
                <a:lumMod val="40000"/>
                <a:lumOff val="6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FC324AB-1621-B439-0B65-93AD9F3EB731}"/>
              </a:ext>
            </a:extLst>
          </p:cNvPr>
          <p:cNvSpPr/>
          <p:nvPr/>
        </p:nvSpPr>
        <p:spPr>
          <a:xfrm>
            <a:off x="2933040" y="2748539"/>
            <a:ext cx="209862" cy="209862"/>
          </a:xfrm>
          <a:prstGeom prst="ellipse">
            <a:avLst/>
          </a:prstGeom>
          <a:gradFill flip="none" rotWithShape="1">
            <a:gsLst>
              <a:gs pos="100000">
                <a:schemeClr val="accent2">
                  <a:lumMod val="75000"/>
                </a:schemeClr>
              </a:gs>
              <a:gs pos="67000">
                <a:schemeClr val="accent2">
                  <a:lumMod val="95000"/>
                  <a:lumOff val="5000"/>
                </a:schemeClr>
              </a:gs>
              <a:gs pos="4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2">
                <a:lumMod val="40000"/>
                <a:lumOff val="6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C88B2DC-517E-B981-3AF6-D89EADAFB110}"/>
              </a:ext>
            </a:extLst>
          </p:cNvPr>
          <p:cNvSpPr/>
          <p:nvPr/>
        </p:nvSpPr>
        <p:spPr>
          <a:xfrm>
            <a:off x="4062331" y="2745846"/>
            <a:ext cx="209862" cy="209862"/>
          </a:xfrm>
          <a:prstGeom prst="ellipse">
            <a:avLst/>
          </a:prstGeom>
          <a:gradFill flip="none" rotWithShape="1">
            <a:gsLst>
              <a:gs pos="100000">
                <a:schemeClr val="accent2">
                  <a:lumMod val="75000"/>
                </a:schemeClr>
              </a:gs>
              <a:gs pos="67000">
                <a:schemeClr val="accent2">
                  <a:lumMod val="95000"/>
                  <a:lumOff val="5000"/>
                </a:schemeClr>
              </a:gs>
              <a:gs pos="4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2">
                <a:lumMod val="40000"/>
                <a:lumOff val="6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2777FA1-1FE3-9EF2-7904-6545015B9C67}"/>
              </a:ext>
            </a:extLst>
          </p:cNvPr>
          <p:cNvSpPr/>
          <p:nvPr/>
        </p:nvSpPr>
        <p:spPr>
          <a:xfrm>
            <a:off x="4758102" y="2758190"/>
            <a:ext cx="209862" cy="209862"/>
          </a:xfrm>
          <a:prstGeom prst="ellipse">
            <a:avLst/>
          </a:prstGeom>
          <a:gradFill flip="none" rotWithShape="1">
            <a:gsLst>
              <a:gs pos="100000">
                <a:schemeClr val="accent2">
                  <a:lumMod val="75000"/>
                </a:schemeClr>
              </a:gs>
              <a:gs pos="67000">
                <a:schemeClr val="accent2">
                  <a:lumMod val="95000"/>
                  <a:lumOff val="5000"/>
                </a:schemeClr>
              </a:gs>
              <a:gs pos="4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2">
                <a:lumMod val="40000"/>
                <a:lumOff val="6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56CBF33-3A07-DCF1-EDA0-FD4FDC34FDD0}"/>
              </a:ext>
            </a:extLst>
          </p:cNvPr>
          <p:cNvSpPr/>
          <p:nvPr/>
        </p:nvSpPr>
        <p:spPr>
          <a:xfrm>
            <a:off x="3391884" y="2736467"/>
            <a:ext cx="209862" cy="209862"/>
          </a:xfrm>
          <a:prstGeom prst="ellipse">
            <a:avLst/>
          </a:prstGeom>
          <a:gradFill flip="none" rotWithShape="1">
            <a:gsLst>
              <a:gs pos="100000">
                <a:schemeClr val="accent2">
                  <a:lumMod val="75000"/>
                </a:schemeClr>
              </a:gs>
              <a:gs pos="67000">
                <a:schemeClr val="accent2">
                  <a:lumMod val="95000"/>
                  <a:lumOff val="5000"/>
                </a:schemeClr>
              </a:gs>
              <a:gs pos="40000">
                <a:schemeClr val="accent2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2">
                <a:lumMod val="40000"/>
                <a:lumOff val="6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ED7986B-8173-EC1E-016F-ED1AF17B043C}"/>
              </a:ext>
            </a:extLst>
          </p:cNvPr>
          <p:cNvSpPr/>
          <p:nvPr/>
        </p:nvSpPr>
        <p:spPr>
          <a:xfrm>
            <a:off x="2603460" y="3736396"/>
            <a:ext cx="209862" cy="209862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6">
                <a:lumMod val="20000"/>
                <a:lumOff val="8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4CEF73F-1799-C728-84E6-695144D701DC}"/>
              </a:ext>
            </a:extLst>
          </p:cNvPr>
          <p:cNvSpPr/>
          <p:nvPr/>
        </p:nvSpPr>
        <p:spPr>
          <a:xfrm>
            <a:off x="3150320" y="3739043"/>
            <a:ext cx="209862" cy="209862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6">
                <a:lumMod val="20000"/>
                <a:lumOff val="8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E1BC478-A850-19F9-8DB6-4B4A8B24893E}"/>
              </a:ext>
            </a:extLst>
          </p:cNvPr>
          <p:cNvSpPr/>
          <p:nvPr/>
        </p:nvSpPr>
        <p:spPr>
          <a:xfrm>
            <a:off x="4437294" y="3749893"/>
            <a:ext cx="209862" cy="209862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6">
                <a:lumMod val="20000"/>
                <a:lumOff val="8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8916E44-ECC9-5162-3EC9-AFB9980C0FD6}"/>
              </a:ext>
            </a:extLst>
          </p:cNvPr>
          <p:cNvSpPr/>
          <p:nvPr/>
        </p:nvSpPr>
        <p:spPr>
          <a:xfrm>
            <a:off x="4870409" y="3741396"/>
            <a:ext cx="209862" cy="209862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6">
                <a:lumMod val="20000"/>
                <a:lumOff val="8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09ABABB-509F-0018-1BC4-80A806D0172B}"/>
              </a:ext>
            </a:extLst>
          </p:cNvPr>
          <p:cNvSpPr/>
          <p:nvPr/>
        </p:nvSpPr>
        <p:spPr>
          <a:xfrm>
            <a:off x="5378680" y="3754201"/>
            <a:ext cx="209862" cy="209862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46000">
                <a:schemeClr val="accent6">
                  <a:lumMod val="95000"/>
                  <a:lumOff val="5000"/>
                </a:schemeClr>
              </a:gs>
              <a:gs pos="100000">
                <a:schemeClr val="accent6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19050">
            <a:solidFill>
              <a:schemeClr val="accent6">
                <a:lumMod val="20000"/>
                <a:lumOff val="80000"/>
              </a:schemeClr>
            </a:solidFill>
          </a:ln>
          <a:effectLst>
            <a:glow rad="83820">
              <a:schemeClr val="tx1">
                <a:lumMod val="75000"/>
                <a:lumOff val="25000"/>
                <a:alpha val="43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5147255-F115-33EC-D6B4-33F6C1847742}"/>
                  </a:ext>
                </a:extLst>
              </p:cNvPr>
              <p:cNvSpPr/>
              <p:nvPr/>
            </p:nvSpPr>
            <p:spPr>
              <a:xfrm>
                <a:off x="2431071" y="1704271"/>
                <a:ext cx="645795" cy="41719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kern="100">
                            <a:solidFill>
                              <a:srgbClr val="833C0B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i="1" kern="100">
                            <a:solidFill>
                              <a:srgbClr val="833C0B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i="1" kern="100">
                            <a:solidFill>
                              <a:srgbClr val="833C0B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i="1" kern="100" dirty="0">
                    <a:solidFill>
                      <a:srgbClr val="833C0B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endParaRPr lang="en-US" sz="12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5147255-F115-33EC-D6B4-33F6C18477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1071" y="1704271"/>
                <a:ext cx="645795" cy="4171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13FA253-5F56-E59A-45CE-55D212B786F2}"/>
                  </a:ext>
                </a:extLst>
              </p:cNvPr>
              <p:cNvSpPr/>
              <p:nvPr/>
            </p:nvSpPr>
            <p:spPr>
              <a:xfrm>
                <a:off x="4870409" y="1662820"/>
                <a:ext cx="645795" cy="41719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100">
                            <a:solidFill>
                              <a:srgbClr val="0BA5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kern="100">
                            <a:solidFill>
                              <a:srgbClr val="0BA5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i="1" kern="100">
                            <a:solidFill>
                              <a:srgbClr val="0BA5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kern="100">
                    <a:solidFill>
                      <a:srgbClr val="0BA500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endParaRPr lang="en-US" sz="1200" kern="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13FA253-5F56-E59A-45CE-55D212B786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409" y="1662820"/>
                <a:ext cx="645795" cy="4171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4A0223B-4DE5-27C1-1AF9-41D40FE2A39D}"/>
                  </a:ext>
                </a:extLst>
              </p:cNvPr>
              <p:cNvSpPr/>
              <p:nvPr/>
            </p:nvSpPr>
            <p:spPr>
              <a:xfrm>
                <a:off x="1136866" y="2745846"/>
                <a:ext cx="517434" cy="32587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kern="100" smtClean="0">
                          <a:solidFill>
                            <a:srgbClr val="833C0B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en-US" sz="1200" kern="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4A0223B-4DE5-27C1-1AF9-41D40FE2A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866" y="2745846"/>
                <a:ext cx="517434" cy="3258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1FE1A24-0003-9A63-DDA2-4EB766E1D304}"/>
                  </a:ext>
                </a:extLst>
              </p:cNvPr>
              <p:cNvSpPr/>
              <p:nvPr/>
            </p:nvSpPr>
            <p:spPr>
              <a:xfrm>
                <a:off x="1131348" y="3725886"/>
                <a:ext cx="517434" cy="32587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kern="1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en-US" sz="2800" kern="100" dirty="0">
                  <a:solidFill>
                    <a:srgbClr val="00B050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81FE1A24-0003-9A63-DDA2-4EB766E1D3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348" y="3725886"/>
                <a:ext cx="517434" cy="3258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0A15190-8728-48B0-5987-97EAF6E15C99}"/>
                  </a:ext>
                </a:extLst>
              </p:cNvPr>
              <p:cNvSpPr/>
              <p:nvPr/>
            </p:nvSpPr>
            <p:spPr>
              <a:xfrm>
                <a:off x="3712458" y="4900710"/>
                <a:ext cx="649680" cy="46216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800" b="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800" kern="100" dirty="0">
                  <a:solidFill>
                    <a:schemeClr val="tx1"/>
                  </a:solidFill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0A15190-8728-48B0-5987-97EAF6E15C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458" y="4900710"/>
                <a:ext cx="649680" cy="4621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4419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44BA97-EED5-E945-13BD-6C7522A61F22}"/>
              </a:ext>
            </a:extLst>
          </p:cNvPr>
          <p:cNvSpPr/>
          <p:nvPr/>
        </p:nvSpPr>
        <p:spPr>
          <a:xfrm>
            <a:off x="1253490" y="1739900"/>
            <a:ext cx="4476115" cy="290512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80517C-FE22-86CB-F98E-846AF7B39EF3}"/>
              </a:ext>
            </a:extLst>
          </p:cNvPr>
          <p:cNvSpPr/>
          <p:nvPr/>
        </p:nvSpPr>
        <p:spPr>
          <a:xfrm>
            <a:off x="3312160" y="2030095"/>
            <a:ext cx="1868805" cy="22415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8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kern="100">
                <a:ln>
                  <a:noFill/>
                </a:ln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2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29BEDA-E2C2-604D-A0A0-17187BE04E4D}"/>
              </a:ext>
            </a:extLst>
          </p:cNvPr>
          <p:cNvSpPr/>
          <p:nvPr/>
        </p:nvSpPr>
        <p:spPr>
          <a:xfrm>
            <a:off x="1845945" y="2030095"/>
            <a:ext cx="1418590" cy="22415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200" kern="100">
                <a:ln w="38100" cap="rnd" cmpd="sng" algn="ctr">
                  <a:solidFill>
                    <a:srgbClr val="FFFFFF"/>
                  </a:solidFill>
                  <a:prstDash val="solid"/>
                  <a:bevel/>
                </a:ln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2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379E09-8FCA-9800-7C02-B6096D415DF8}"/>
              </a:ext>
            </a:extLst>
          </p:cNvPr>
          <p:cNvCxnSpPr/>
          <p:nvPr/>
        </p:nvCxnSpPr>
        <p:spPr>
          <a:xfrm>
            <a:off x="1844675" y="3604260"/>
            <a:ext cx="1443355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  <a:effectLst>
            <a:glow rad="25400">
              <a:schemeClr val="accent3">
                <a:satMod val="175000"/>
                <a:alpha val="57000"/>
              </a:scheme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B34F8C-44CE-5C96-FC47-63C3DC38DBA4}"/>
              </a:ext>
            </a:extLst>
          </p:cNvPr>
          <p:cNvCxnSpPr/>
          <p:nvPr/>
        </p:nvCxnSpPr>
        <p:spPr>
          <a:xfrm flipV="1">
            <a:off x="3286760" y="2926080"/>
            <a:ext cx="1845310" cy="317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>
            <a:glow rad="25400">
              <a:schemeClr val="accent3">
                <a:satMod val="175000"/>
                <a:alpha val="57000"/>
              </a:scheme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7842EB-6922-9583-4427-24F2256969BD}"/>
              </a:ext>
            </a:extLst>
          </p:cNvPr>
          <p:cNvCxnSpPr/>
          <p:nvPr/>
        </p:nvCxnSpPr>
        <p:spPr>
          <a:xfrm>
            <a:off x="1809750" y="4369435"/>
            <a:ext cx="3559175" cy="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8D7E1DA-500F-59D6-FAC0-D1A19A7A8323}"/>
              </a:ext>
            </a:extLst>
          </p:cNvPr>
          <p:cNvSpPr/>
          <p:nvPr/>
        </p:nvSpPr>
        <p:spPr>
          <a:xfrm>
            <a:off x="2103755" y="3354705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D82AEE-6184-D078-4DE9-80F2BBEF530B}"/>
              </a:ext>
            </a:extLst>
          </p:cNvPr>
          <p:cNvSpPr/>
          <p:nvPr/>
        </p:nvSpPr>
        <p:spPr>
          <a:xfrm rot="4094057">
            <a:off x="2422525" y="3518535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E64C68-1C80-D433-D018-C53CC81584C4}"/>
              </a:ext>
            </a:extLst>
          </p:cNvPr>
          <p:cNvSpPr/>
          <p:nvPr/>
        </p:nvSpPr>
        <p:spPr>
          <a:xfrm>
            <a:off x="2190750" y="3668395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AFEB93B-1880-CFF6-37C3-8358B14A9986}"/>
              </a:ext>
            </a:extLst>
          </p:cNvPr>
          <p:cNvSpPr/>
          <p:nvPr/>
        </p:nvSpPr>
        <p:spPr>
          <a:xfrm rot="4094057">
            <a:off x="3129915" y="3579495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2D2CBA-9608-281D-E154-5D270D9594FF}"/>
              </a:ext>
            </a:extLst>
          </p:cNvPr>
          <p:cNvSpPr/>
          <p:nvPr/>
        </p:nvSpPr>
        <p:spPr>
          <a:xfrm rot="4094057">
            <a:off x="2871470" y="3471545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044F3D2-C0AF-5B69-B80D-0D6783ED1726}"/>
              </a:ext>
            </a:extLst>
          </p:cNvPr>
          <p:cNvSpPr/>
          <p:nvPr/>
        </p:nvSpPr>
        <p:spPr>
          <a:xfrm rot="4094057">
            <a:off x="2688590" y="3621405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872F96-44CC-4863-F5D4-F281D768F706}"/>
              </a:ext>
            </a:extLst>
          </p:cNvPr>
          <p:cNvSpPr/>
          <p:nvPr/>
        </p:nvSpPr>
        <p:spPr>
          <a:xfrm>
            <a:off x="1906270" y="3563620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2D7E826-B38D-25D6-4533-CF1A5BCC7C34}"/>
              </a:ext>
            </a:extLst>
          </p:cNvPr>
          <p:cNvSpPr/>
          <p:nvPr/>
        </p:nvSpPr>
        <p:spPr>
          <a:xfrm rot="4094057">
            <a:off x="3371850" y="2796540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CCBA400-38B8-DB2C-373C-59A7BADFF3B6}"/>
              </a:ext>
            </a:extLst>
          </p:cNvPr>
          <p:cNvSpPr/>
          <p:nvPr/>
        </p:nvSpPr>
        <p:spPr>
          <a:xfrm rot="4094057">
            <a:off x="3810635" y="2943225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15D6E11-562B-76C1-E491-7D073D10783C}"/>
              </a:ext>
            </a:extLst>
          </p:cNvPr>
          <p:cNvSpPr/>
          <p:nvPr/>
        </p:nvSpPr>
        <p:spPr>
          <a:xfrm rot="4094057">
            <a:off x="3647440" y="2767330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C33DABE-F3C1-9942-E5C8-A8DF35D7E9B2}"/>
              </a:ext>
            </a:extLst>
          </p:cNvPr>
          <p:cNvSpPr/>
          <p:nvPr/>
        </p:nvSpPr>
        <p:spPr>
          <a:xfrm rot="4094057">
            <a:off x="3575685" y="2983865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E3912C2-C4DB-A523-7883-F29A0A995C6F}"/>
              </a:ext>
            </a:extLst>
          </p:cNvPr>
          <p:cNvSpPr/>
          <p:nvPr/>
        </p:nvSpPr>
        <p:spPr>
          <a:xfrm rot="4094057">
            <a:off x="4207510" y="2956560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9E0B0D-1945-D34C-7395-F54ACAB10180}"/>
              </a:ext>
            </a:extLst>
          </p:cNvPr>
          <p:cNvSpPr/>
          <p:nvPr/>
        </p:nvSpPr>
        <p:spPr>
          <a:xfrm rot="4094057">
            <a:off x="4708525" y="3018790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709ECD6-47CC-88ED-390C-7D1D8CD8D7FF}"/>
              </a:ext>
            </a:extLst>
          </p:cNvPr>
          <p:cNvSpPr/>
          <p:nvPr/>
        </p:nvSpPr>
        <p:spPr>
          <a:xfrm rot="4094057">
            <a:off x="4011930" y="2766695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35BF035-2BC5-2BE0-A07C-55B03D464D97}"/>
              </a:ext>
            </a:extLst>
          </p:cNvPr>
          <p:cNvSpPr/>
          <p:nvPr/>
        </p:nvSpPr>
        <p:spPr>
          <a:xfrm rot="4094057">
            <a:off x="4473575" y="3059430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CBBA1DE-93B4-2E7C-DA17-5DB740E7DDFC}"/>
              </a:ext>
            </a:extLst>
          </p:cNvPr>
          <p:cNvSpPr/>
          <p:nvPr/>
        </p:nvSpPr>
        <p:spPr>
          <a:xfrm rot="4094057">
            <a:off x="4436110" y="2804795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5738E19-C092-6586-C305-B9EC0D0F4441}"/>
              </a:ext>
            </a:extLst>
          </p:cNvPr>
          <p:cNvSpPr/>
          <p:nvPr/>
        </p:nvSpPr>
        <p:spPr>
          <a:xfrm rot="4094057">
            <a:off x="2480945" y="3702050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5FE68B0-38A7-3B4F-5BE7-279D4D65B8E3}"/>
              </a:ext>
            </a:extLst>
          </p:cNvPr>
          <p:cNvSpPr/>
          <p:nvPr/>
        </p:nvSpPr>
        <p:spPr>
          <a:xfrm rot="4094057">
            <a:off x="2572385" y="3335655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CD64736-F605-854E-5D38-49AE31631E4F}"/>
              </a:ext>
            </a:extLst>
          </p:cNvPr>
          <p:cNvCxnSpPr/>
          <p:nvPr/>
        </p:nvCxnSpPr>
        <p:spPr>
          <a:xfrm flipV="1">
            <a:off x="1800860" y="1917065"/>
            <a:ext cx="0" cy="24479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5D3004E3-CF58-2AE1-6689-65E3739F6053}"/>
              </a:ext>
            </a:extLst>
          </p:cNvPr>
          <p:cNvSpPr/>
          <p:nvPr/>
        </p:nvSpPr>
        <p:spPr>
          <a:xfrm rot="4094057">
            <a:off x="4755515" y="2682240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0C2D727-BC7E-9E6C-B9DB-03EBCDBD3D04}"/>
              </a:ext>
            </a:extLst>
          </p:cNvPr>
          <p:cNvSpPr/>
          <p:nvPr/>
        </p:nvSpPr>
        <p:spPr>
          <a:xfrm rot="4094057">
            <a:off x="4008120" y="3061335"/>
            <a:ext cx="116205" cy="11620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38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3175">
            <a:solidFill>
              <a:schemeClr val="bg1"/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AE15C11B-EF96-412C-2AA3-F372D6DA5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7954" y="2197574"/>
            <a:ext cx="646113" cy="417513"/>
          </a:xfrm>
          <a:prstGeom prst="rect">
            <a:avLst/>
          </a:prstGeom>
          <a:solidFill>
            <a:srgbClr val="FBE4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33C0B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R1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33C0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9F8BDAB9-33E3-D170-C6E8-102322963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2594" y="2126609"/>
            <a:ext cx="646113" cy="417513"/>
          </a:xfrm>
          <a:prstGeom prst="rect">
            <a:avLst/>
          </a:prstGeom>
          <a:solidFill>
            <a:srgbClr val="E2EFD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>
                <a:ln>
                  <a:noFill/>
                </a:ln>
                <a:solidFill>
                  <a:srgbClr val="0BA500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R2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BA5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3967A8C7-B53B-2DC8-799C-7D414CBEE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588" y="3184525"/>
            <a:ext cx="1047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8CF01351-B5BA-DDD7-3C12-1073E8DED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2806" y="2900303"/>
            <a:ext cx="5016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Rectangle 32">
            <a:extLst>
              <a:ext uri="{FF2B5EF4-FFF2-40B4-BE49-F238E27FC236}">
                <a16:creationId xmlns:a16="http://schemas.microsoft.com/office/drawing/2014/main" id="{08E185BB-97BC-1113-8D56-C021718D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6" name="Rectangle 39">
            <a:extLst>
              <a:ext uri="{FF2B5EF4-FFF2-40B4-BE49-F238E27FC236}">
                <a16:creationId xmlns:a16="http://schemas.microsoft.com/office/drawing/2014/main" id="{85D76C02-8836-76FD-DFF9-422B1540D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62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085711D-E7B8-63E4-000A-2EAB93E35618}"/>
              </a:ext>
            </a:extLst>
          </p:cNvPr>
          <p:cNvSpPr/>
          <p:nvPr/>
        </p:nvSpPr>
        <p:spPr>
          <a:xfrm>
            <a:off x="778934" y="828137"/>
            <a:ext cx="5926666" cy="38962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8E1914-667B-F329-8871-2F7A82B5364F}"/>
              </a:ext>
            </a:extLst>
          </p:cNvPr>
          <p:cNvSpPr/>
          <p:nvPr/>
        </p:nvSpPr>
        <p:spPr>
          <a:xfrm>
            <a:off x="2964393" y="1105957"/>
            <a:ext cx="592666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E43823-85E1-FBCF-6F02-1F84E413F765}"/>
              </a:ext>
            </a:extLst>
          </p:cNvPr>
          <p:cNvSpPr/>
          <p:nvPr/>
        </p:nvSpPr>
        <p:spPr>
          <a:xfrm>
            <a:off x="1667935" y="1888067"/>
            <a:ext cx="592666" cy="355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2C8888-E753-58A4-6A37-473A0C25FF9A}"/>
              </a:ext>
            </a:extLst>
          </p:cNvPr>
          <p:cNvSpPr/>
          <p:nvPr/>
        </p:nvSpPr>
        <p:spPr>
          <a:xfrm>
            <a:off x="1075269" y="2599268"/>
            <a:ext cx="592666" cy="3556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21B530B-B7B7-A9D8-E443-2A9B4AEEEE27}"/>
              </a:ext>
            </a:extLst>
          </p:cNvPr>
          <p:cNvSpPr/>
          <p:nvPr/>
        </p:nvSpPr>
        <p:spPr>
          <a:xfrm>
            <a:off x="2334686" y="2607734"/>
            <a:ext cx="592666" cy="3556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7B852AE-C859-351F-09CC-8CE6C8678930}"/>
              </a:ext>
            </a:extLst>
          </p:cNvPr>
          <p:cNvSpPr/>
          <p:nvPr/>
        </p:nvSpPr>
        <p:spPr>
          <a:xfrm>
            <a:off x="3488266" y="2658535"/>
            <a:ext cx="592666" cy="3556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702CF8C-B207-FDC9-5930-3F3EE4D7DE6C}"/>
              </a:ext>
            </a:extLst>
          </p:cNvPr>
          <p:cNvSpPr/>
          <p:nvPr/>
        </p:nvSpPr>
        <p:spPr>
          <a:xfrm>
            <a:off x="5105400" y="2599268"/>
            <a:ext cx="592666" cy="3556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34D23BA-44AD-0D11-FB7E-4D6B2635A976}"/>
              </a:ext>
            </a:extLst>
          </p:cNvPr>
          <p:cNvSpPr/>
          <p:nvPr/>
        </p:nvSpPr>
        <p:spPr>
          <a:xfrm>
            <a:off x="4377265" y="3378197"/>
            <a:ext cx="592666" cy="355600"/>
          </a:xfrm>
          <a:prstGeom prst="roundRect">
            <a:avLst/>
          </a:prstGeom>
          <a:solidFill>
            <a:srgbClr val="BC9CF7"/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D471BC5-FC31-C8C7-887C-59DD9E6F877F}"/>
              </a:ext>
            </a:extLst>
          </p:cNvPr>
          <p:cNvSpPr/>
          <p:nvPr/>
        </p:nvSpPr>
        <p:spPr>
          <a:xfrm>
            <a:off x="3731680" y="4114794"/>
            <a:ext cx="592666" cy="355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59F6107-2F64-A653-E709-83F13BA4F1E9}"/>
              </a:ext>
            </a:extLst>
          </p:cNvPr>
          <p:cNvSpPr/>
          <p:nvPr/>
        </p:nvSpPr>
        <p:spPr>
          <a:xfrm>
            <a:off x="5052481" y="4106332"/>
            <a:ext cx="592666" cy="3556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E0B3BC8-5E2C-D733-F5BE-45EDE11CF987}"/>
              </a:ext>
            </a:extLst>
          </p:cNvPr>
          <p:cNvSpPr/>
          <p:nvPr/>
        </p:nvSpPr>
        <p:spPr>
          <a:xfrm>
            <a:off x="5816598" y="3344331"/>
            <a:ext cx="592666" cy="355600"/>
          </a:xfrm>
          <a:prstGeom prst="roundRect">
            <a:avLst/>
          </a:prstGeom>
          <a:solidFill>
            <a:srgbClr val="BC9CF7"/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009E10-AA64-90CF-99C8-8F5F74E7DDF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964268" y="1461557"/>
            <a:ext cx="1296458" cy="426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55B7B0-B79E-94F3-48CB-9F2A6A2C1C67}"/>
              </a:ext>
            </a:extLst>
          </p:cNvPr>
          <p:cNvCxnSpPr>
            <a:cxnSpLocks/>
          </p:cNvCxnSpPr>
          <p:nvPr/>
        </p:nvCxnSpPr>
        <p:spPr>
          <a:xfrm flipH="1">
            <a:off x="1270003" y="2243667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66BC05-770D-3A4A-F6CA-C5BBFB66F9CB}"/>
              </a:ext>
            </a:extLst>
          </p:cNvPr>
          <p:cNvCxnSpPr>
            <a:cxnSpLocks/>
          </p:cNvCxnSpPr>
          <p:nvPr/>
        </p:nvCxnSpPr>
        <p:spPr>
          <a:xfrm flipH="1">
            <a:off x="3757087" y="2243662"/>
            <a:ext cx="916511" cy="4021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C3B4BB-6241-3345-D0BB-147B65625E88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4654549" y="2954868"/>
            <a:ext cx="747184" cy="381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402759-4522-EF42-5F71-C69E7D50B090}"/>
              </a:ext>
            </a:extLst>
          </p:cNvPr>
          <p:cNvCxnSpPr>
            <a:cxnSpLocks/>
          </p:cNvCxnSpPr>
          <p:nvPr/>
        </p:nvCxnSpPr>
        <p:spPr>
          <a:xfrm flipH="1">
            <a:off x="3960284" y="3759193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9D2883-C64B-C9AB-9D43-AD1DCFF6874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953685" y="2252133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77B4AB-D55B-5D31-3A34-A5E6CDDCAF10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3260726" y="1461557"/>
            <a:ext cx="1311274" cy="443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F0DFA6F-25E8-F185-25BB-2C49738CF8CF}"/>
              </a:ext>
            </a:extLst>
          </p:cNvPr>
          <p:cNvCxnSpPr>
            <a:cxnSpLocks/>
          </p:cNvCxnSpPr>
          <p:nvPr/>
        </p:nvCxnSpPr>
        <p:spPr>
          <a:xfrm>
            <a:off x="4603751" y="2243662"/>
            <a:ext cx="823383" cy="3302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1412A67-C468-FF22-7646-77981AB69156}"/>
              </a:ext>
            </a:extLst>
          </p:cNvPr>
          <p:cNvCxnSpPr>
            <a:cxnSpLocks/>
          </p:cNvCxnSpPr>
          <p:nvPr/>
        </p:nvCxnSpPr>
        <p:spPr>
          <a:xfrm>
            <a:off x="5376330" y="2954864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0D7638B-1FCF-BF12-83A3-BE9A258D8A4B}"/>
              </a:ext>
            </a:extLst>
          </p:cNvPr>
          <p:cNvCxnSpPr>
            <a:cxnSpLocks/>
          </p:cNvCxnSpPr>
          <p:nvPr/>
        </p:nvCxnSpPr>
        <p:spPr>
          <a:xfrm>
            <a:off x="4663014" y="3759193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BB4625-2F1A-1BDA-4928-3EC41C962137}"/>
              </a:ext>
            </a:extLst>
          </p:cNvPr>
          <p:cNvSpPr/>
          <p:nvPr/>
        </p:nvSpPr>
        <p:spPr>
          <a:xfrm>
            <a:off x="4275667" y="1905001"/>
            <a:ext cx="592666" cy="355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625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085711D-E7B8-63E4-000A-2EAB93E35618}"/>
              </a:ext>
            </a:extLst>
          </p:cNvPr>
          <p:cNvSpPr/>
          <p:nvPr/>
        </p:nvSpPr>
        <p:spPr>
          <a:xfrm>
            <a:off x="778934" y="1007533"/>
            <a:ext cx="5926666" cy="3716867"/>
          </a:xfrm>
          <a:prstGeom prst="rect">
            <a:avLst/>
          </a:prstGeom>
          <a:solidFill>
            <a:srgbClr val="D8C4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8E1914-667B-F329-8871-2F7A82B5364F}"/>
              </a:ext>
            </a:extLst>
          </p:cNvPr>
          <p:cNvSpPr/>
          <p:nvPr/>
        </p:nvSpPr>
        <p:spPr>
          <a:xfrm>
            <a:off x="2964393" y="1105957"/>
            <a:ext cx="592666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E43823-85E1-FBCF-6F02-1F84E413F765}"/>
              </a:ext>
            </a:extLst>
          </p:cNvPr>
          <p:cNvSpPr/>
          <p:nvPr/>
        </p:nvSpPr>
        <p:spPr>
          <a:xfrm>
            <a:off x="1667935" y="1888067"/>
            <a:ext cx="592666" cy="355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2C8888-E753-58A4-6A37-473A0C25FF9A}"/>
              </a:ext>
            </a:extLst>
          </p:cNvPr>
          <p:cNvSpPr/>
          <p:nvPr/>
        </p:nvSpPr>
        <p:spPr>
          <a:xfrm>
            <a:off x="1075269" y="2599268"/>
            <a:ext cx="592666" cy="3556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21B530B-B7B7-A9D8-E443-2A9B4AEEEE27}"/>
              </a:ext>
            </a:extLst>
          </p:cNvPr>
          <p:cNvSpPr/>
          <p:nvPr/>
        </p:nvSpPr>
        <p:spPr>
          <a:xfrm>
            <a:off x="2334686" y="2607734"/>
            <a:ext cx="592666" cy="3556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34D23BA-44AD-0D11-FB7E-4D6B2635A976}"/>
              </a:ext>
            </a:extLst>
          </p:cNvPr>
          <p:cNvSpPr/>
          <p:nvPr/>
        </p:nvSpPr>
        <p:spPr>
          <a:xfrm>
            <a:off x="1742020" y="3280835"/>
            <a:ext cx="592666" cy="355600"/>
          </a:xfrm>
          <a:prstGeom prst="roundRect">
            <a:avLst/>
          </a:prstGeom>
          <a:solidFill>
            <a:srgbClr val="FFB4B3"/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D471BC5-FC31-C8C7-887C-59DD9E6F877F}"/>
              </a:ext>
            </a:extLst>
          </p:cNvPr>
          <p:cNvSpPr/>
          <p:nvPr/>
        </p:nvSpPr>
        <p:spPr>
          <a:xfrm>
            <a:off x="1096435" y="4017432"/>
            <a:ext cx="592666" cy="3556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59F6107-2F64-A653-E709-83F13BA4F1E9}"/>
              </a:ext>
            </a:extLst>
          </p:cNvPr>
          <p:cNvSpPr/>
          <p:nvPr/>
        </p:nvSpPr>
        <p:spPr>
          <a:xfrm>
            <a:off x="2417236" y="4008970"/>
            <a:ext cx="592666" cy="3556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E0B3BC8-5E2C-D733-F5BE-45EDE11CF987}"/>
              </a:ext>
            </a:extLst>
          </p:cNvPr>
          <p:cNvSpPr/>
          <p:nvPr/>
        </p:nvSpPr>
        <p:spPr>
          <a:xfrm>
            <a:off x="2964393" y="3302001"/>
            <a:ext cx="592666" cy="355600"/>
          </a:xfrm>
          <a:prstGeom prst="roundRect">
            <a:avLst/>
          </a:prstGeom>
          <a:solidFill>
            <a:srgbClr val="FFB4B3"/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009E10-AA64-90CF-99C8-8F5F74E7DDF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964268" y="1461557"/>
            <a:ext cx="1296458" cy="426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55B7B0-B79E-94F3-48CB-9F2A6A2C1C67}"/>
              </a:ext>
            </a:extLst>
          </p:cNvPr>
          <p:cNvCxnSpPr>
            <a:cxnSpLocks/>
          </p:cNvCxnSpPr>
          <p:nvPr/>
        </p:nvCxnSpPr>
        <p:spPr>
          <a:xfrm flipH="1">
            <a:off x="1270003" y="2243667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C3B4BB-6241-3345-D0BB-147B65625E88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2038353" y="2965454"/>
            <a:ext cx="574144" cy="3153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402759-4522-EF42-5F71-C69E7D50B090}"/>
              </a:ext>
            </a:extLst>
          </p:cNvPr>
          <p:cNvCxnSpPr>
            <a:cxnSpLocks/>
          </p:cNvCxnSpPr>
          <p:nvPr/>
        </p:nvCxnSpPr>
        <p:spPr>
          <a:xfrm flipH="1">
            <a:off x="1325039" y="3661831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9D2883-C64B-C9AB-9D43-AD1DCFF6874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953685" y="2252133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77B4AB-D55B-5D31-3A34-A5E6CDDCAF10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3260726" y="1461557"/>
            <a:ext cx="1311274" cy="443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1412A67-C468-FF22-7646-77981AB69156}"/>
              </a:ext>
            </a:extLst>
          </p:cNvPr>
          <p:cNvCxnSpPr>
            <a:cxnSpLocks/>
          </p:cNvCxnSpPr>
          <p:nvPr/>
        </p:nvCxnSpPr>
        <p:spPr>
          <a:xfrm>
            <a:off x="2614089" y="2959103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0D7638B-1FCF-BF12-83A3-BE9A258D8A4B}"/>
              </a:ext>
            </a:extLst>
          </p:cNvPr>
          <p:cNvCxnSpPr>
            <a:cxnSpLocks/>
          </p:cNvCxnSpPr>
          <p:nvPr/>
        </p:nvCxnSpPr>
        <p:spPr>
          <a:xfrm>
            <a:off x="2027769" y="3661831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BB4625-2F1A-1BDA-4928-3EC41C962137}"/>
              </a:ext>
            </a:extLst>
          </p:cNvPr>
          <p:cNvSpPr/>
          <p:nvPr/>
        </p:nvSpPr>
        <p:spPr>
          <a:xfrm>
            <a:off x="4275667" y="1905001"/>
            <a:ext cx="592666" cy="355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420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085711D-E7B8-63E4-000A-2EAB93E35618}"/>
              </a:ext>
            </a:extLst>
          </p:cNvPr>
          <p:cNvSpPr/>
          <p:nvPr/>
        </p:nvSpPr>
        <p:spPr>
          <a:xfrm>
            <a:off x="778934" y="1007533"/>
            <a:ext cx="5926666" cy="3716867"/>
          </a:xfrm>
          <a:prstGeom prst="rect">
            <a:avLst/>
          </a:prstGeom>
          <a:solidFill>
            <a:srgbClr val="A2BC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8E1914-667B-F329-8871-2F7A82B5364F}"/>
              </a:ext>
            </a:extLst>
          </p:cNvPr>
          <p:cNvSpPr/>
          <p:nvPr/>
        </p:nvSpPr>
        <p:spPr>
          <a:xfrm>
            <a:off x="2964393" y="1105957"/>
            <a:ext cx="592666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E43823-85E1-FBCF-6F02-1F84E413F765}"/>
              </a:ext>
            </a:extLst>
          </p:cNvPr>
          <p:cNvSpPr/>
          <p:nvPr/>
        </p:nvSpPr>
        <p:spPr>
          <a:xfrm>
            <a:off x="1667935" y="1888067"/>
            <a:ext cx="592666" cy="355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7B852AE-C859-351F-09CC-8CE6C8678930}"/>
              </a:ext>
            </a:extLst>
          </p:cNvPr>
          <p:cNvSpPr/>
          <p:nvPr/>
        </p:nvSpPr>
        <p:spPr>
          <a:xfrm>
            <a:off x="3488266" y="2658535"/>
            <a:ext cx="592666" cy="3556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702CF8C-B207-FDC9-5930-3F3EE4D7DE6C}"/>
              </a:ext>
            </a:extLst>
          </p:cNvPr>
          <p:cNvSpPr/>
          <p:nvPr/>
        </p:nvSpPr>
        <p:spPr>
          <a:xfrm>
            <a:off x="5105400" y="2599268"/>
            <a:ext cx="592666" cy="3556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34D23BA-44AD-0D11-FB7E-4D6B2635A976}"/>
              </a:ext>
            </a:extLst>
          </p:cNvPr>
          <p:cNvSpPr/>
          <p:nvPr/>
        </p:nvSpPr>
        <p:spPr>
          <a:xfrm>
            <a:off x="4377265" y="3378197"/>
            <a:ext cx="592666" cy="355600"/>
          </a:xfrm>
          <a:prstGeom prst="roundRect">
            <a:avLst/>
          </a:prstGeom>
          <a:solidFill>
            <a:srgbClr val="BC9CF7"/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E0B3BC8-5E2C-D733-F5BE-45EDE11CF987}"/>
              </a:ext>
            </a:extLst>
          </p:cNvPr>
          <p:cNvSpPr/>
          <p:nvPr/>
        </p:nvSpPr>
        <p:spPr>
          <a:xfrm>
            <a:off x="5816598" y="3344331"/>
            <a:ext cx="592666" cy="355600"/>
          </a:xfrm>
          <a:prstGeom prst="roundRect">
            <a:avLst/>
          </a:prstGeom>
          <a:solidFill>
            <a:srgbClr val="BC9CF7"/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009E10-AA64-90CF-99C8-8F5F74E7DDF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964268" y="1461557"/>
            <a:ext cx="1296458" cy="426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66BC05-770D-3A4A-F6CA-C5BBFB66F9CB}"/>
              </a:ext>
            </a:extLst>
          </p:cNvPr>
          <p:cNvCxnSpPr>
            <a:cxnSpLocks/>
          </p:cNvCxnSpPr>
          <p:nvPr/>
        </p:nvCxnSpPr>
        <p:spPr>
          <a:xfrm flipH="1">
            <a:off x="3757087" y="2243662"/>
            <a:ext cx="916511" cy="4021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C3B4BB-6241-3345-D0BB-147B65625E88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4654549" y="2954868"/>
            <a:ext cx="747184" cy="381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77B4AB-D55B-5D31-3A34-A5E6CDDCAF10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3260726" y="1461557"/>
            <a:ext cx="1311274" cy="443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F0DFA6F-25E8-F185-25BB-2C49738CF8CF}"/>
              </a:ext>
            </a:extLst>
          </p:cNvPr>
          <p:cNvCxnSpPr>
            <a:cxnSpLocks/>
          </p:cNvCxnSpPr>
          <p:nvPr/>
        </p:nvCxnSpPr>
        <p:spPr>
          <a:xfrm>
            <a:off x="4603751" y="2243662"/>
            <a:ext cx="823383" cy="3302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1412A67-C468-FF22-7646-77981AB69156}"/>
              </a:ext>
            </a:extLst>
          </p:cNvPr>
          <p:cNvCxnSpPr>
            <a:cxnSpLocks/>
          </p:cNvCxnSpPr>
          <p:nvPr/>
        </p:nvCxnSpPr>
        <p:spPr>
          <a:xfrm>
            <a:off x="5376330" y="2954864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BB4625-2F1A-1BDA-4928-3EC41C962137}"/>
              </a:ext>
            </a:extLst>
          </p:cNvPr>
          <p:cNvSpPr/>
          <p:nvPr/>
        </p:nvSpPr>
        <p:spPr>
          <a:xfrm>
            <a:off x="4275667" y="1905001"/>
            <a:ext cx="592666" cy="355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056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085711D-E7B8-63E4-000A-2EAB93E35618}"/>
              </a:ext>
            </a:extLst>
          </p:cNvPr>
          <p:cNvSpPr/>
          <p:nvPr/>
        </p:nvSpPr>
        <p:spPr>
          <a:xfrm>
            <a:off x="778934" y="785005"/>
            <a:ext cx="5926666" cy="39393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8E1914-667B-F329-8871-2F7A82B5364F}"/>
              </a:ext>
            </a:extLst>
          </p:cNvPr>
          <p:cNvSpPr/>
          <p:nvPr/>
        </p:nvSpPr>
        <p:spPr>
          <a:xfrm>
            <a:off x="2964393" y="1105957"/>
            <a:ext cx="592666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E43823-85E1-FBCF-6F02-1F84E413F765}"/>
              </a:ext>
            </a:extLst>
          </p:cNvPr>
          <p:cNvSpPr/>
          <p:nvPr/>
        </p:nvSpPr>
        <p:spPr>
          <a:xfrm>
            <a:off x="1667935" y="1888067"/>
            <a:ext cx="592666" cy="355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2C8888-E753-58A4-6A37-473A0C25FF9A}"/>
              </a:ext>
            </a:extLst>
          </p:cNvPr>
          <p:cNvSpPr/>
          <p:nvPr/>
        </p:nvSpPr>
        <p:spPr>
          <a:xfrm>
            <a:off x="1075269" y="2599268"/>
            <a:ext cx="592666" cy="3556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21B530B-B7B7-A9D8-E443-2A9B4AEEEE27}"/>
              </a:ext>
            </a:extLst>
          </p:cNvPr>
          <p:cNvSpPr/>
          <p:nvPr/>
        </p:nvSpPr>
        <p:spPr>
          <a:xfrm>
            <a:off x="2334686" y="2607734"/>
            <a:ext cx="592666" cy="3556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009E10-AA64-90CF-99C8-8F5F74E7DDF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964268" y="1461557"/>
            <a:ext cx="1296458" cy="426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55B7B0-B79E-94F3-48CB-9F2A6A2C1C67}"/>
              </a:ext>
            </a:extLst>
          </p:cNvPr>
          <p:cNvCxnSpPr>
            <a:cxnSpLocks/>
          </p:cNvCxnSpPr>
          <p:nvPr/>
        </p:nvCxnSpPr>
        <p:spPr>
          <a:xfrm flipH="1">
            <a:off x="1270003" y="2243667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9D2883-C64B-C9AB-9D43-AD1DCFF6874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953685" y="2252133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77B4AB-D55B-5D31-3A34-A5E6CDDCAF10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3260726" y="1461557"/>
            <a:ext cx="1311274" cy="443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BB4625-2F1A-1BDA-4928-3EC41C962137}"/>
              </a:ext>
            </a:extLst>
          </p:cNvPr>
          <p:cNvSpPr/>
          <p:nvPr/>
        </p:nvSpPr>
        <p:spPr>
          <a:xfrm>
            <a:off x="4275667" y="1905001"/>
            <a:ext cx="592666" cy="355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171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CB68F-1CDC-0C0A-A6E0-800ECCFBD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4918A-4EF0-6DC0-75A7-E4526F275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33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085711D-E7B8-63E4-000A-2EAB93E35618}"/>
              </a:ext>
            </a:extLst>
          </p:cNvPr>
          <p:cNvSpPr/>
          <p:nvPr/>
        </p:nvSpPr>
        <p:spPr>
          <a:xfrm>
            <a:off x="778934" y="1007533"/>
            <a:ext cx="5926666" cy="37168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8E1914-667B-F329-8871-2F7A82B5364F}"/>
              </a:ext>
            </a:extLst>
          </p:cNvPr>
          <p:cNvSpPr/>
          <p:nvPr/>
        </p:nvSpPr>
        <p:spPr>
          <a:xfrm>
            <a:off x="2964393" y="1105957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E43823-85E1-FBCF-6F02-1F84E413F765}"/>
              </a:ext>
            </a:extLst>
          </p:cNvPr>
          <p:cNvSpPr/>
          <p:nvPr/>
        </p:nvSpPr>
        <p:spPr>
          <a:xfrm>
            <a:off x="1667935" y="1888067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2C8888-E753-58A4-6A37-473A0C25FF9A}"/>
              </a:ext>
            </a:extLst>
          </p:cNvPr>
          <p:cNvSpPr/>
          <p:nvPr/>
        </p:nvSpPr>
        <p:spPr>
          <a:xfrm>
            <a:off x="1075269" y="2599268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21B530B-B7B7-A9D8-E443-2A9B4AEEEE27}"/>
              </a:ext>
            </a:extLst>
          </p:cNvPr>
          <p:cNvSpPr/>
          <p:nvPr/>
        </p:nvSpPr>
        <p:spPr>
          <a:xfrm>
            <a:off x="2334686" y="2607734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7B852AE-C859-351F-09CC-8CE6C8678930}"/>
              </a:ext>
            </a:extLst>
          </p:cNvPr>
          <p:cNvSpPr/>
          <p:nvPr/>
        </p:nvSpPr>
        <p:spPr>
          <a:xfrm>
            <a:off x="3488266" y="2658535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702CF8C-B207-FDC9-5930-3F3EE4D7DE6C}"/>
              </a:ext>
            </a:extLst>
          </p:cNvPr>
          <p:cNvSpPr/>
          <p:nvPr/>
        </p:nvSpPr>
        <p:spPr>
          <a:xfrm>
            <a:off x="5105400" y="2599268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34D23BA-44AD-0D11-FB7E-4D6B2635A976}"/>
              </a:ext>
            </a:extLst>
          </p:cNvPr>
          <p:cNvSpPr/>
          <p:nvPr/>
        </p:nvSpPr>
        <p:spPr>
          <a:xfrm>
            <a:off x="4377265" y="3378197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D471BC5-FC31-C8C7-887C-59DD9E6F877F}"/>
              </a:ext>
            </a:extLst>
          </p:cNvPr>
          <p:cNvSpPr/>
          <p:nvPr/>
        </p:nvSpPr>
        <p:spPr>
          <a:xfrm>
            <a:off x="3731680" y="4114794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59F6107-2F64-A653-E709-83F13BA4F1E9}"/>
              </a:ext>
            </a:extLst>
          </p:cNvPr>
          <p:cNvSpPr/>
          <p:nvPr/>
        </p:nvSpPr>
        <p:spPr>
          <a:xfrm>
            <a:off x="5052481" y="4106332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E0B3BC8-5E2C-D733-F5BE-45EDE11CF987}"/>
              </a:ext>
            </a:extLst>
          </p:cNvPr>
          <p:cNvSpPr/>
          <p:nvPr/>
        </p:nvSpPr>
        <p:spPr>
          <a:xfrm>
            <a:off x="5816598" y="3344331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009E10-AA64-90CF-99C8-8F5F74E7DDF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964268" y="1461557"/>
            <a:ext cx="1296458" cy="426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55B7B0-B79E-94F3-48CB-9F2A6A2C1C67}"/>
              </a:ext>
            </a:extLst>
          </p:cNvPr>
          <p:cNvCxnSpPr>
            <a:cxnSpLocks/>
          </p:cNvCxnSpPr>
          <p:nvPr/>
        </p:nvCxnSpPr>
        <p:spPr>
          <a:xfrm flipH="1">
            <a:off x="1270003" y="2243667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66BC05-770D-3A4A-F6CA-C5BBFB66F9CB}"/>
              </a:ext>
            </a:extLst>
          </p:cNvPr>
          <p:cNvCxnSpPr>
            <a:cxnSpLocks/>
          </p:cNvCxnSpPr>
          <p:nvPr/>
        </p:nvCxnSpPr>
        <p:spPr>
          <a:xfrm flipH="1">
            <a:off x="3757087" y="2243662"/>
            <a:ext cx="916511" cy="4021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C3B4BB-6241-3345-D0BB-147B65625E88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4654549" y="2954868"/>
            <a:ext cx="747184" cy="381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402759-4522-EF42-5F71-C69E7D50B090}"/>
              </a:ext>
            </a:extLst>
          </p:cNvPr>
          <p:cNvCxnSpPr>
            <a:cxnSpLocks/>
          </p:cNvCxnSpPr>
          <p:nvPr/>
        </p:nvCxnSpPr>
        <p:spPr>
          <a:xfrm flipH="1">
            <a:off x="3960284" y="3759193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9D2883-C64B-C9AB-9D43-AD1DCFF6874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953685" y="2252133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77B4AB-D55B-5D31-3A34-A5E6CDDCAF10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3260726" y="1461557"/>
            <a:ext cx="1311274" cy="443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F0DFA6F-25E8-F185-25BB-2C49738CF8CF}"/>
              </a:ext>
            </a:extLst>
          </p:cNvPr>
          <p:cNvCxnSpPr>
            <a:cxnSpLocks/>
          </p:cNvCxnSpPr>
          <p:nvPr/>
        </p:nvCxnSpPr>
        <p:spPr>
          <a:xfrm>
            <a:off x="4603751" y="2243662"/>
            <a:ext cx="823383" cy="3302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1412A67-C468-FF22-7646-77981AB69156}"/>
              </a:ext>
            </a:extLst>
          </p:cNvPr>
          <p:cNvCxnSpPr>
            <a:cxnSpLocks/>
          </p:cNvCxnSpPr>
          <p:nvPr/>
        </p:nvCxnSpPr>
        <p:spPr>
          <a:xfrm>
            <a:off x="5376330" y="2954864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0D7638B-1FCF-BF12-83A3-BE9A258D8A4B}"/>
              </a:ext>
            </a:extLst>
          </p:cNvPr>
          <p:cNvCxnSpPr>
            <a:cxnSpLocks/>
          </p:cNvCxnSpPr>
          <p:nvPr/>
        </p:nvCxnSpPr>
        <p:spPr>
          <a:xfrm>
            <a:off x="4663014" y="3759193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BB4625-2F1A-1BDA-4928-3EC41C962137}"/>
              </a:ext>
            </a:extLst>
          </p:cNvPr>
          <p:cNvSpPr/>
          <p:nvPr/>
        </p:nvSpPr>
        <p:spPr>
          <a:xfrm>
            <a:off x="4275667" y="1905001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835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085711D-E7B8-63E4-000A-2EAB93E35618}"/>
              </a:ext>
            </a:extLst>
          </p:cNvPr>
          <p:cNvSpPr/>
          <p:nvPr/>
        </p:nvSpPr>
        <p:spPr>
          <a:xfrm>
            <a:off x="778934" y="1007533"/>
            <a:ext cx="5926666" cy="37168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8E1914-667B-F329-8871-2F7A82B5364F}"/>
              </a:ext>
            </a:extLst>
          </p:cNvPr>
          <p:cNvSpPr/>
          <p:nvPr/>
        </p:nvSpPr>
        <p:spPr>
          <a:xfrm>
            <a:off x="2964393" y="1105957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E43823-85E1-FBCF-6F02-1F84E413F765}"/>
              </a:ext>
            </a:extLst>
          </p:cNvPr>
          <p:cNvSpPr/>
          <p:nvPr/>
        </p:nvSpPr>
        <p:spPr>
          <a:xfrm>
            <a:off x="1667935" y="1888067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2C8888-E753-58A4-6A37-473A0C25FF9A}"/>
              </a:ext>
            </a:extLst>
          </p:cNvPr>
          <p:cNvSpPr/>
          <p:nvPr/>
        </p:nvSpPr>
        <p:spPr>
          <a:xfrm>
            <a:off x="1075269" y="2599268"/>
            <a:ext cx="592666" cy="3556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21B530B-B7B7-A9D8-E443-2A9B4AEEEE27}"/>
              </a:ext>
            </a:extLst>
          </p:cNvPr>
          <p:cNvSpPr/>
          <p:nvPr/>
        </p:nvSpPr>
        <p:spPr>
          <a:xfrm>
            <a:off x="2334686" y="2607734"/>
            <a:ext cx="592666" cy="355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7B852AE-C859-351F-09CC-8CE6C8678930}"/>
              </a:ext>
            </a:extLst>
          </p:cNvPr>
          <p:cNvSpPr/>
          <p:nvPr/>
        </p:nvSpPr>
        <p:spPr>
          <a:xfrm>
            <a:off x="3488266" y="2658535"/>
            <a:ext cx="592666" cy="355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702CF8C-B207-FDC9-5930-3F3EE4D7DE6C}"/>
              </a:ext>
            </a:extLst>
          </p:cNvPr>
          <p:cNvSpPr/>
          <p:nvPr/>
        </p:nvSpPr>
        <p:spPr>
          <a:xfrm>
            <a:off x="5105400" y="2599268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34D23BA-44AD-0D11-FB7E-4D6B2635A976}"/>
              </a:ext>
            </a:extLst>
          </p:cNvPr>
          <p:cNvSpPr/>
          <p:nvPr/>
        </p:nvSpPr>
        <p:spPr>
          <a:xfrm>
            <a:off x="4377265" y="3378197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D471BC5-FC31-C8C7-887C-59DD9E6F877F}"/>
              </a:ext>
            </a:extLst>
          </p:cNvPr>
          <p:cNvSpPr/>
          <p:nvPr/>
        </p:nvSpPr>
        <p:spPr>
          <a:xfrm>
            <a:off x="3731680" y="4114794"/>
            <a:ext cx="592666" cy="3556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59F6107-2F64-A653-E709-83F13BA4F1E9}"/>
              </a:ext>
            </a:extLst>
          </p:cNvPr>
          <p:cNvSpPr/>
          <p:nvPr/>
        </p:nvSpPr>
        <p:spPr>
          <a:xfrm>
            <a:off x="5052481" y="4106332"/>
            <a:ext cx="592666" cy="355600"/>
          </a:xfrm>
          <a:prstGeom prst="roundRect">
            <a:avLst/>
          </a:prstGeom>
          <a:solidFill>
            <a:srgbClr val="BC9CF7"/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E0B3BC8-5E2C-D733-F5BE-45EDE11CF987}"/>
              </a:ext>
            </a:extLst>
          </p:cNvPr>
          <p:cNvSpPr/>
          <p:nvPr/>
        </p:nvSpPr>
        <p:spPr>
          <a:xfrm>
            <a:off x="5816598" y="3344331"/>
            <a:ext cx="592666" cy="355600"/>
          </a:xfrm>
          <a:prstGeom prst="roundRect">
            <a:avLst/>
          </a:prstGeom>
          <a:solidFill>
            <a:srgbClr val="FFFF00"/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009E10-AA64-90CF-99C8-8F5F74E7DDF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964268" y="1461557"/>
            <a:ext cx="1296458" cy="426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55B7B0-B79E-94F3-48CB-9F2A6A2C1C67}"/>
              </a:ext>
            </a:extLst>
          </p:cNvPr>
          <p:cNvCxnSpPr>
            <a:cxnSpLocks/>
          </p:cNvCxnSpPr>
          <p:nvPr/>
        </p:nvCxnSpPr>
        <p:spPr>
          <a:xfrm flipH="1">
            <a:off x="1270003" y="2243667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66BC05-770D-3A4A-F6CA-C5BBFB66F9CB}"/>
              </a:ext>
            </a:extLst>
          </p:cNvPr>
          <p:cNvCxnSpPr>
            <a:cxnSpLocks/>
          </p:cNvCxnSpPr>
          <p:nvPr/>
        </p:nvCxnSpPr>
        <p:spPr>
          <a:xfrm flipH="1">
            <a:off x="3757087" y="2243662"/>
            <a:ext cx="916511" cy="4021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C3B4BB-6241-3345-D0BB-147B65625E88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4654549" y="2954868"/>
            <a:ext cx="747184" cy="381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402759-4522-EF42-5F71-C69E7D50B090}"/>
              </a:ext>
            </a:extLst>
          </p:cNvPr>
          <p:cNvCxnSpPr>
            <a:cxnSpLocks/>
          </p:cNvCxnSpPr>
          <p:nvPr/>
        </p:nvCxnSpPr>
        <p:spPr>
          <a:xfrm flipH="1">
            <a:off x="3960284" y="3759193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9D2883-C64B-C9AB-9D43-AD1DCFF6874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953685" y="2252133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77B4AB-D55B-5D31-3A34-A5E6CDDCAF10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3260726" y="1461557"/>
            <a:ext cx="1311274" cy="443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F0DFA6F-25E8-F185-25BB-2C49738CF8CF}"/>
              </a:ext>
            </a:extLst>
          </p:cNvPr>
          <p:cNvCxnSpPr>
            <a:cxnSpLocks/>
          </p:cNvCxnSpPr>
          <p:nvPr/>
        </p:nvCxnSpPr>
        <p:spPr>
          <a:xfrm>
            <a:off x="4603751" y="2243662"/>
            <a:ext cx="823383" cy="3302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1412A67-C468-FF22-7646-77981AB69156}"/>
              </a:ext>
            </a:extLst>
          </p:cNvPr>
          <p:cNvCxnSpPr>
            <a:cxnSpLocks/>
          </p:cNvCxnSpPr>
          <p:nvPr/>
        </p:nvCxnSpPr>
        <p:spPr>
          <a:xfrm>
            <a:off x="5376330" y="2954864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0D7638B-1FCF-BF12-83A3-BE9A258D8A4B}"/>
              </a:ext>
            </a:extLst>
          </p:cNvPr>
          <p:cNvCxnSpPr>
            <a:cxnSpLocks/>
          </p:cNvCxnSpPr>
          <p:nvPr/>
        </p:nvCxnSpPr>
        <p:spPr>
          <a:xfrm>
            <a:off x="4663014" y="3759193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BB4625-2F1A-1BDA-4928-3EC41C962137}"/>
              </a:ext>
            </a:extLst>
          </p:cNvPr>
          <p:cNvSpPr/>
          <p:nvPr/>
        </p:nvSpPr>
        <p:spPr>
          <a:xfrm>
            <a:off x="4275667" y="1905001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902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085711D-E7B8-63E4-000A-2EAB93E35618}"/>
              </a:ext>
            </a:extLst>
          </p:cNvPr>
          <p:cNvSpPr/>
          <p:nvPr/>
        </p:nvSpPr>
        <p:spPr>
          <a:xfrm>
            <a:off x="778934" y="1007533"/>
            <a:ext cx="5926666" cy="37168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8E1914-667B-F329-8871-2F7A82B5364F}"/>
              </a:ext>
            </a:extLst>
          </p:cNvPr>
          <p:cNvSpPr/>
          <p:nvPr/>
        </p:nvSpPr>
        <p:spPr>
          <a:xfrm>
            <a:off x="2964393" y="1105957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E43823-85E1-FBCF-6F02-1F84E413F765}"/>
              </a:ext>
            </a:extLst>
          </p:cNvPr>
          <p:cNvSpPr/>
          <p:nvPr/>
        </p:nvSpPr>
        <p:spPr>
          <a:xfrm>
            <a:off x="1667935" y="1888067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2C8888-E753-58A4-6A37-473A0C25FF9A}"/>
              </a:ext>
            </a:extLst>
          </p:cNvPr>
          <p:cNvSpPr/>
          <p:nvPr/>
        </p:nvSpPr>
        <p:spPr>
          <a:xfrm>
            <a:off x="1075269" y="2599268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21B530B-B7B7-A9D8-E443-2A9B4AEEEE27}"/>
              </a:ext>
            </a:extLst>
          </p:cNvPr>
          <p:cNvSpPr/>
          <p:nvPr/>
        </p:nvSpPr>
        <p:spPr>
          <a:xfrm>
            <a:off x="2334686" y="2607734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34D23BA-44AD-0D11-FB7E-4D6B2635A976}"/>
              </a:ext>
            </a:extLst>
          </p:cNvPr>
          <p:cNvSpPr/>
          <p:nvPr/>
        </p:nvSpPr>
        <p:spPr>
          <a:xfrm>
            <a:off x="1742020" y="3280835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D471BC5-FC31-C8C7-887C-59DD9E6F877F}"/>
              </a:ext>
            </a:extLst>
          </p:cNvPr>
          <p:cNvSpPr/>
          <p:nvPr/>
        </p:nvSpPr>
        <p:spPr>
          <a:xfrm>
            <a:off x="1096435" y="4017432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59F6107-2F64-A653-E709-83F13BA4F1E9}"/>
              </a:ext>
            </a:extLst>
          </p:cNvPr>
          <p:cNvSpPr/>
          <p:nvPr/>
        </p:nvSpPr>
        <p:spPr>
          <a:xfrm>
            <a:off x="2417236" y="4008970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E0B3BC8-5E2C-D733-F5BE-45EDE11CF987}"/>
              </a:ext>
            </a:extLst>
          </p:cNvPr>
          <p:cNvSpPr/>
          <p:nvPr/>
        </p:nvSpPr>
        <p:spPr>
          <a:xfrm>
            <a:off x="2964393" y="3302001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009E10-AA64-90CF-99C8-8F5F74E7DDF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964268" y="1461557"/>
            <a:ext cx="1296458" cy="426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55B7B0-B79E-94F3-48CB-9F2A6A2C1C67}"/>
              </a:ext>
            </a:extLst>
          </p:cNvPr>
          <p:cNvCxnSpPr>
            <a:cxnSpLocks/>
          </p:cNvCxnSpPr>
          <p:nvPr/>
        </p:nvCxnSpPr>
        <p:spPr>
          <a:xfrm flipH="1">
            <a:off x="1270003" y="2243667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C3B4BB-6241-3345-D0BB-147B65625E88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2038353" y="2965454"/>
            <a:ext cx="574144" cy="3153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402759-4522-EF42-5F71-C69E7D50B090}"/>
              </a:ext>
            </a:extLst>
          </p:cNvPr>
          <p:cNvCxnSpPr>
            <a:cxnSpLocks/>
          </p:cNvCxnSpPr>
          <p:nvPr/>
        </p:nvCxnSpPr>
        <p:spPr>
          <a:xfrm flipH="1">
            <a:off x="1325039" y="3661831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9D2883-C64B-C9AB-9D43-AD1DCFF6874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953685" y="2252133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77B4AB-D55B-5D31-3A34-A5E6CDDCAF10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3260726" y="1461557"/>
            <a:ext cx="1311274" cy="443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1412A67-C468-FF22-7646-77981AB69156}"/>
              </a:ext>
            </a:extLst>
          </p:cNvPr>
          <p:cNvCxnSpPr>
            <a:cxnSpLocks/>
          </p:cNvCxnSpPr>
          <p:nvPr/>
        </p:nvCxnSpPr>
        <p:spPr>
          <a:xfrm>
            <a:off x="2614089" y="2959103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0D7638B-1FCF-BF12-83A3-BE9A258D8A4B}"/>
              </a:ext>
            </a:extLst>
          </p:cNvPr>
          <p:cNvCxnSpPr>
            <a:cxnSpLocks/>
          </p:cNvCxnSpPr>
          <p:nvPr/>
        </p:nvCxnSpPr>
        <p:spPr>
          <a:xfrm>
            <a:off x="2027769" y="3661831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BB4625-2F1A-1BDA-4928-3EC41C962137}"/>
              </a:ext>
            </a:extLst>
          </p:cNvPr>
          <p:cNvSpPr/>
          <p:nvPr/>
        </p:nvSpPr>
        <p:spPr>
          <a:xfrm>
            <a:off x="4275667" y="1905001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4347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085711D-E7B8-63E4-000A-2EAB93E35618}"/>
              </a:ext>
            </a:extLst>
          </p:cNvPr>
          <p:cNvSpPr/>
          <p:nvPr/>
        </p:nvSpPr>
        <p:spPr>
          <a:xfrm>
            <a:off x="778934" y="1007533"/>
            <a:ext cx="5926666" cy="37168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8E1914-667B-F329-8871-2F7A82B5364F}"/>
              </a:ext>
            </a:extLst>
          </p:cNvPr>
          <p:cNvSpPr/>
          <p:nvPr/>
        </p:nvSpPr>
        <p:spPr>
          <a:xfrm>
            <a:off x="2964393" y="1105957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E43823-85E1-FBCF-6F02-1F84E413F765}"/>
              </a:ext>
            </a:extLst>
          </p:cNvPr>
          <p:cNvSpPr/>
          <p:nvPr/>
        </p:nvSpPr>
        <p:spPr>
          <a:xfrm>
            <a:off x="1667935" y="1888067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2C8888-E753-58A4-6A37-473A0C25FF9A}"/>
              </a:ext>
            </a:extLst>
          </p:cNvPr>
          <p:cNvSpPr/>
          <p:nvPr/>
        </p:nvSpPr>
        <p:spPr>
          <a:xfrm>
            <a:off x="1075269" y="2599268"/>
            <a:ext cx="592666" cy="3556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21B530B-B7B7-A9D8-E443-2A9B4AEEEE27}"/>
              </a:ext>
            </a:extLst>
          </p:cNvPr>
          <p:cNvSpPr/>
          <p:nvPr/>
        </p:nvSpPr>
        <p:spPr>
          <a:xfrm>
            <a:off x="2334686" y="2607734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34D23BA-44AD-0D11-FB7E-4D6B2635A976}"/>
              </a:ext>
            </a:extLst>
          </p:cNvPr>
          <p:cNvSpPr/>
          <p:nvPr/>
        </p:nvSpPr>
        <p:spPr>
          <a:xfrm>
            <a:off x="1742020" y="3280835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D471BC5-FC31-C8C7-887C-59DD9E6F877F}"/>
              </a:ext>
            </a:extLst>
          </p:cNvPr>
          <p:cNvSpPr/>
          <p:nvPr/>
        </p:nvSpPr>
        <p:spPr>
          <a:xfrm>
            <a:off x="1096435" y="4017432"/>
            <a:ext cx="592666" cy="355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59F6107-2F64-A653-E709-83F13BA4F1E9}"/>
              </a:ext>
            </a:extLst>
          </p:cNvPr>
          <p:cNvSpPr/>
          <p:nvPr/>
        </p:nvSpPr>
        <p:spPr>
          <a:xfrm>
            <a:off x="2417236" y="4008970"/>
            <a:ext cx="592666" cy="355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E0B3BC8-5E2C-D733-F5BE-45EDE11CF987}"/>
              </a:ext>
            </a:extLst>
          </p:cNvPr>
          <p:cNvSpPr/>
          <p:nvPr/>
        </p:nvSpPr>
        <p:spPr>
          <a:xfrm>
            <a:off x="2964393" y="3302001"/>
            <a:ext cx="592666" cy="355600"/>
          </a:xfrm>
          <a:prstGeom prst="roundRect">
            <a:avLst/>
          </a:prstGeom>
          <a:solidFill>
            <a:srgbClr val="BC9CF7"/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009E10-AA64-90CF-99C8-8F5F74E7DDF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964268" y="1461557"/>
            <a:ext cx="1296458" cy="426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55B7B0-B79E-94F3-48CB-9F2A6A2C1C67}"/>
              </a:ext>
            </a:extLst>
          </p:cNvPr>
          <p:cNvCxnSpPr>
            <a:cxnSpLocks/>
          </p:cNvCxnSpPr>
          <p:nvPr/>
        </p:nvCxnSpPr>
        <p:spPr>
          <a:xfrm flipH="1">
            <a:off x="1270003" y="2243667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C3B4BB-6241-3345-D0BB-147B65625E88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2038353" y="2965454"/>
            <a:ext cx="574144" cy="3153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A402759-4522-EF42-5F71-C69E7D50B090}"/>
              </a:ext>
            </a:extLst>
          </p:cNvPr>
          <p:cNvCxnSpPr>
            <a:cxnSpLocks/>
          </p:cNvCxnSpPr>
          <p:nvPr/>
        </p:nvCxnSpPr>
        <p:spPr>
          <a:xfrm flipH="1">
            <a:off x="1325039" y="3661831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9D2883-C64B-C9AB-9D43-AD1DCFF6874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953685" y="2252133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77B4AB-D55B-5D31-3A34-A5E6CDDCAF10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3260726" y="1461557"/>
            <a:ext cx="1311274" cy="443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1412A67-C468-FF22-7646-77981AB69156}"/>
              </a:ext>
            </a:extLst>
          </p:cNvPr>
          <p:cNvCxnSpPr>
            <a:cxnSpLocks/>
          </p:cNvCxnSpPr>
          <p:nvPr/>
        </p:nvCxnSpPr>
        <p:spPr>
          <a:xfrm>
            <a:off x="2614089" y="2959103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0D7638B-1FCF-BF12-83A3-BE9A258D8A4B}"/>
              </a:ext>
            </a:extLst>
          </p:cNvPr>
          <p:cNvCxnSpPr>
            <a:cxnSpLocks/>
          </p:cNvCxnSpPr>
          <p:nvPr/>
        </p:nvCxnSpPr>
        <p:spPr>
          <a:xfrm>
            <a:off x="2027769" y="3661831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BB4625-2F1A-1BDA-4928-3EC41C962137}"/>
              </a:ext>
            </a:extLst>
          </p:cNvPr>
          <p:cNvSpPr/>
          <p:nvPr/>
        </p:nvSpPr>
        <p:spPr>
          <a:xfrm>
            <a:off x="4275667" y="1905001"/>
            <a:ext cx="592666" cy="3556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445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085711D-E7B8-63E4-000A-2EAB93E35618}"/>
              </a:ext>
            </a:extLst>
          </p:cNvPr>
          <p:cNvSpPr/>
          <p:nvPr/>
        </p:nvSpPr>
        <p:spPr>
          <a:xfrm>
            <a:off x="778934" y="1007533"/>
            <a:ext cx="5926666" cy="37168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8E1914-667B-F329-8871-2F7A82B5364F}"/>
              </a:ext>
            </a:extLst>
          </p:cNvPr>
          <p:cNvSpPr/>
          <p:nvPr/>
        </p:nvSpPr>
        <p:spPr>
          <a:xfrm>
            <a:off x="2964393" y="1105957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E43823-85E1-FBCF-6F02-1F84E413F765}"/>
              </a:ext>
            </a:extLst>
          </p:cNvPr>
          <p:cNvSpPr/>
          <p:nvPr/>
        </p:nvSpPr>
        <p:spPr>
          <a:xfrm>
            <a:off x="1667935" y="1888067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7B852AE-C859-351F-09CC-8CE6C8678930}"/>
              </a:ext>
            </a:extLst>
          </p:cNvPr>
          <p:cNvSpPr/>
          <p:nvPr/>
        </p:nvSpPr>
        <p:spPr>
          <a:xfrm>
            <a:off x="3488266" y="2658535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702CF8C-B207-FDC9-5930-3F3EE4D7DE6C}"/>
              </a:ext>
            </a:extLst>
          </p:cNvPr>
          <p:cNvSpPr/>
          <p:nvPr/>
        </p:nvSpPr>
        <p:spPr>
          <a:xfrm>
            <a:off x="5105400" y="2599268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34D23BA-44AD-0D11-FB7E-4D6B2635A976}"/>
              </a:ext>
            </a:extLst>
          </p:cNvPr>
          <p:cNvSpPr/>
          <p:nvPr/>
        </p:nvSpPr>
        <p:spPr>
          <a:xfrm>
            <a:off x="4377265" y="3378197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E0B3BC8-5E2C-D733-F5BE-45EDE11CF987}"/>
              </a:ext>
            </a:extLst>
          </p:cNvPr>
          <p:cNvSpPr/>
          <p:nvPr/>
        </p:nvSpPr>
        <p:spPr>
          <a:xfrm>
            <a:off x="5816598" y="3344331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009E10-AA64-90CF-99C8-8F5F74E7DDF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964268" y="1461557"/>
            <a:ext cx="1296458" cy="426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66BC05-770D-3A4A-F6CA-C5BBFB66F9CB}"/>
              </a:ext>
            </a:extLst>
          </p:cNvPr>
          <p:cNvCxnSpPr>
            <a:cxnSpLocks/>
          </p:cNvCxnSpPr>
          <p:nvPr/>
        </p:nvCxnSpPr>
        <p:spPr>
          <a:xfrm flipH="1">
            <a:off x="3757087" y="2243662"/>
            <a:ext cx="916511" cy="4021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C3B4BB-6241-3345-D0BB-147B65625E88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4654549" y="2954868"/>
            <a:ext cx="747184" cy="381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77B4AB-D55B-5D31-3A34-A5E6CDDCAF10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3260726" y="1461557"/>
            <a:ext cx="1311274" cy="443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F0DFA6F-25E8-F185-25BB-2C49738CF8CF}"/>
              </a:ext>
            </a:extLst>
          </p:cNvPr>
          <p:cNvCxnSpPr>
            <a:cxnSpLocks/>
          </p:cNvCxnSpPr>
          <p:nvPr/>
        </p:nvCxnSpPr>
        <p:spPr>
          <a:xfrm>
            <a:off x="4603751" y="2243662"/>
            <a:ext cx="823383" cy="3302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1412A67-C468-FF22-7646-77981AB69156}"/>
              </a:ext>
            </a:extLst>
          </p:cNvPr>
          <p:cNvCxnSpPr>
            <a:cxnSpLocks/>
          </p:cNvCxnSpPr>
          <p:nvPr/>
        </p:nvCxnSpPr>
        <p:spPr>
          <a:xfrm>
            <a:off x="5376330" y="2954864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BB4625-2F1A-1BDA-4928-3EC41C962137}"/>
              </a:ext>
            </a:extLst>
          </p:cNvPr>
          <p:cNvSpPr/>
          <p:nvPr/>
        </p:nvSpPr>
        <p:spPr>
          <a:xfrm>
            <a:off x="4275667" y="1905001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674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085711D-E7B8-63E4-000A-2EAB93E35618}"/>
              </a:ext>
            </a:extLst>
          </p:cNvPr>
          <p:cNvSpPr/>
          <p:nvPr/>
        </p:nvSpPr>
        <p:spPr>
          <a:xfrm>
            <a:off x="778934" y="1007533"/>
            <a:ext cx="5926666" cy="37168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8E1914-667B-F329-8871-2F7A82B5364F}"/>
              </a:ext>
            </a:extLst>
          </p:cNvPr>
          <p:cNvSpPr/>
          <p:nvPr/>
        </p:nvSpPr>
        <p:spPr>
          <a:xfrm>
            <a:off x="2964393" y="1105957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E43823-85E1-FBCF-6F02-1F84E413F765}"/>
              </a:ext>
            </a:extLst>
          </p:cNvPr>
          <p:cNvSpPr/>
          <p:nvPr/>
        </p:nvSpPr>
        <p:spPr>
          <a:xfrm>
            <a:off x="1667935" y="1888067"/>
            <a:ext cx="592666" cy="3556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7B852AE-C859-351F-09CC-8CE6C8678930}"/>
              </a:ext>
            </a:extLst>
          </p:cNvPr>
          <p:cNvSpPr/>
          <p:nvPr/>
        </p:nvSpPr>
        <p:spPr>
          <a:xfrm>
            <a:off x="3488266" y="2658535"/>
            <a:ext cx="592666" cy="355600"/>
          </a:xfrm>
          <a:prstGeom prst="roundRect">
            <a:avLst/>
          </a:prstGeom>
          <a:solidFill>
            <a:srgbClr val="FFFF00"/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702CF8C-B207-FDC9-5930-3F3EE4D7DE6C}"/>
              </a:ext>
            </a:extLst>
          </p:cNvPr>
          <p:cNvSpPr/>
          <p:nvPr/>
        </p:nvSpPr>
        <p:spPr>
          <a:xfrm>
            <a:off x="5105400" y="2599268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34D23BA-44AD-0D11-FB7E-4D6B2635A976}"/>
              </a:ext>
            </a:extLst>
          </p:cNvPr>
          <p:cNvSpPr/>
          <p:nvPr/>
        </p:nvSpPr>
        <p:spPr>
          <a:xfrm>
            <a:off x="4377265" y="3378197"/>
            <a:ext cx="592666" cy="355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E0B3BC8-5E2C-D733-F5BE-45EDE11CF987}"/>
              </a:ext>
            </a:extLst>
          </p:cNvPr>
          <p:cNvSpPr/>
          <p:nvPr/>
        </p:nvSpPr>
        <p:spPr>
          <a:xfrm>
            <a:off x="5816598" y="3344331"/>
            <a:ext cx="592666" cy="355600"/>
          </a:xfrm>
          <a:prstGeom prst="roundRect">
            <a:avLst/>
          </a:prstGeom>
          <a:solidFill>
            <a:srgbClr val="BC9CF7"/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009E10-AA64-90CF-99C8-8F5F74E7DDF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964268" y="1461557"/>
            <a:ext cx="1296458" cy="426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66BC05-770D-3A4A-F6CA-C5BBFB66F9CB}"/>
              </a:ext>
            </a:extLst>
          </p:cNvPr>
          <p:cNvCxnSpPr>
            <a:cxnSpLocks/>
          </p:cNvCxnSpPr>
          <p:nvPr/>
        </p:nvCxnSpPr>
        <p:spPr>
          <a:xfrm flipH="1">
            <a:off x="3757087" y="2243662"/>
            <a:ext cx="916511" cy="4021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C3B4BB-6241-3345-D0BB-147B65625E88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4654549" y="2954868"/>
            <a:ext cx="747184" cy="381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77B4AB-D55B-5D31-3A34-A5E6CDDCAF10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3260726" y="1461557"/>
            <a:ext cx="1311274" cy="443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F0DFA6F-25E8-F185-25BB-2C49738CF8CF}"/>
              </a:ext>
            </a:extLst>
          </p:cNvPr>
          <p:cNvCxnSpPr>
            <a:cxnSpLocks/>
          </p:cNvCxnSpPr>
          <p:nvPr/>
        </p:nvCxnSpPr>
        <p:spPr>
          <a:xfrm>
            <a:off x="4603751" y="2243662"/>
            <a:ext cx="823383" cy="3302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1412A67-C468-FF22-7646-77981AB69156}"/>
              </a:ext>
            </a:extLst>
          </p:cNvPr>
          <p:cNvCxnSpPr>
            <a:cxnSpLocks/>
          </p:cNvCxnSpPr>
          <p:nvPr/>
        </p:nvCxnSpPr>
        <p:spPr>
          <a:xfrm>
            <a:off x="5376330" y="2954864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BB4625-2F1A-1BDA-4928-3EC41C962137}"/>
              </a:ext>
            </a:extLst>
          </p:cNvPr>
          <p:cNvSpPr/>
          <p:nvPr/>
        </p:nvSpPr>
        <p:spPr>
          <a:xfrm>
            <a:off x="4275667" y="1905001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0604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085711D-E7B8-63E4-000A-2EAB93E35618}"/>
              </a:ext>
            </a:extLst>
          </p:cNvPr>
          <p:cNvSpPr/>
          <p:nvPr/>
        </p:nvSpPr>
        <p:spPr>
          <a:xfrm>
            <a:off x="778934" y="1007533"/>
            <a:ext cx="5926666" cy="37168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8E1914-667B-F329-8871-2F7A82B5364F}"/>
              </a:ext>
            </a:extLst>
          </p:cNvPr>
          <p:cNvSpPr/>
          <p:nvPr/>
        </p:nvSpPr>
        <p:spPr>
          <a:xfrm>
            <a:off x="2964393" y="1105957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E43823-85E1-FBCF-6F02-1F84E413F765}"/>
              </a:ext>
            </a:extLst>
          </p:cNvPr>
          <p:cNvSpPr/>
          <p:nvPr/>
        </p:nvSpPr>
        <p:spPr>
          <a:xfrm>
            <a:off x="1667935" y="1888067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2C8888-E753-58A4-6A37-473A0C25FF9A}"/>
              </a:ext>
            </a:extLst>
          </p:cNvPr>
          <p:cNvSpPr/>
          <p:nvPr/>
        </p:nvSpPr>
        <p:spPr>
          <a:xfrm>
            <a:off x="1075269" y="2599268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21B530B-B7B7-A9D8-E443-2A9B4AEEEE27}"/>
              </a:ext>
            </a:extLst>
          </p:cNvPr>
          <p:cNvSpPr/>
          <p:nvPr/>
        </p:nvSpPr>
        <p:spPr>
          <a:xfrm>
            <a:off x="2334686" y="2607734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009E10-AA64-90CF-99C8-8F5F74E7DDF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964268" y="1461557"/>
            <a:ext cx="1296458" cy="426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55B7B0-B79E-94F3-48CB-9F2A6A2C1C67}"/>
              </a:ext>
            </a:extLst>
          </p:cNvPr>
          <p:cNvCxnSpPr>
            <a:cxnSpLocks/>
          </p:cNvCxnSpPr>
          <p:nvPr/>
        </p:nvCxnSpPr>
        <p:spPr>
          <a:xfrm flipH="1">
            <a:off x="1270003" y="2243667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9D2883-C64B-C9AB-9D43-AD1DCFF6874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953685" y="2252133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77B4AB-D55B-5D31-3A34-A5E6CDDCAF10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3260726" y="1461557"/>
            <a:ext cx="1311274" cy="443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BB4625-2F1A-1BDA-4928-3EC41C962137}"/>
              </a:ext>
            </a:extLst>
          </p:cNvPr>
          <p:cNvSpPr/>
          <p:nvPr/>
        </p:nvSpPr>
        <p:spPr>
          <a:xfrm>
            <a:off x="4275667" y="1905001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678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085711D-E7B8-63E4-000A-2EAB93E35618}"/>
              </a:ext>
            </a:extLst>
          </p:cNvPr>
          <p:cNvSpPr/>
          <p:nvPr/>
        </p:nvSpPr>
        <p:spPr>
          <a:xfrm>
            <a:off x="778934" y="1007533"/>
            <a:ext cx="5926666" cy="37168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8E1914-667B-F329-8871-2F7A82B5364F}"/>
              </a:ext>
            </a:extLst>
          </p:cNvPr>
          <p:cNvSpPr/>
          <p:nvPr/>
        </p:nvSpPr>
        <p:spPr>
          <a:xfrm>
            <a:off x="2964393" y="1105957"/>
            <a:ext cx="592666" cy="3556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BE43823-85E1-FBCF-6F02-1F84E413F765}"/>
              </a:ext>
            </a:extLst>
          </p:cNvPr>
          <p:cNvSpPr/>
          <p:nvPr/>
        </p:nvSpPr>
        <p:spPr>
          <a:xfrm>
            <a:off x="1667935" y="1888067"/>
            <a:ext cx="592666" cy="3556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2C8888-E753-58A4-6A37-473A0C25FF9A}"/>
              </a:ext>
            </a:extLst>
          </p:cNvPr>
          <p:cNvSpPr/>
          <p:nvPr/>
        </p:nvSpPr>
        <p:spPr>
          <a:xfrm>
            <a:off x="1075269" y="2599268"/>
            <a:ext cx="592666" cy="355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21B530B-B7B7-A9D8-E443-2A9B4AEEEE27}"/>
              </a:ext>
            </a:extLst>
          </p:cNvPr>
          <p:cNvSpPr/>
          <p:nvPr/>
        </p:nvSpPr>
        <p:spPr>
          <a:xfrm>
            <a:off x="2334686" y="2607734"/>
            <a:ext cx="592666" cy="355600"/>
          </a:xfrm>
          <a:prstGeom prst="roundRect">
            <a:avLst/>
          </a:prstGeom>
          <a:solidFill>
            <a:srgbClr val="BC9CF7"/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009E10-AA64-90CF-99C8-8F5F74E7DDF4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964268" y="1461557"/>
            <a:ext cx="1296458" cy="426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55B7B0-B79E-94F3-48CB-9F2A6A2C1C67}"/>
              </a:ext>
            </a:extLst>
          </p:cNvPr>
          <p:cNvCxnSpPr>
            <a:cxnSpLocks/>
          </p:cNvCxnSpPr>
          <p:nvPr/>
        </p:nvCxnSpPr>
        <p:spPr>
          <a:xfrm flipH="1">
            <a:off x="1270003" y="2243667"/>
            <a:ext cx="694265" cy="347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9D2883-C64B-C9AB-9D43-AD1DCFF6874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953685" y="2252133"/>
            <a:ext cx="677334" cy="3556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77B4AB-D55B-5D31-3A34-A5E6CDDCAF10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3260726" y="1461557"/>
            <a:ext cx="1311274" cy="4434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BB4625-2F1A-1BDA-4928-3EC41C962137}"/>
              </a:ext>
            </a:extLst>
          </p:cNvPr>
          <p:cNvSpPr/>
          <p:nvPr/>
        </p:nvSpPr>
        <p:spPr>
          <a:xfrm>
            <a:off x="4275667" y="1905001"/>
            <a:ext cx="592666" cy="355600"/>
          </a:xfrm>
          <a:prstGeom prst="roundRect">
            <a:avLst/>
          </a:prstGeom>
          <a:solidFill>
            <a:srgbClr val="FFB4B3"/>
          </a:solidFill>
          <a:ln>
            <a:solidFill>
              <a:schemeClr val="bg1"/>
            </a:solidFill>
          </a:ln>
          <a:effectLst>
            <a:glow rad="63500">
              <a:schemeClr val="tx1">
                <a:lumMod val="65000"/>
                <a:lumOff val="35000"/>
                <a:alpha val="40000"/>
              </a:schemeClr>
            </a:glow>
          </a:effectLst>
          <a:scene3d>
            <a:camera prst="orthographicFront"/>
            <a:lightRig rig="balanced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1553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F332DEAA-6B50-A074-8CA1-B55D13072929}"/>
              </a:ext>
            </a:extLst>
          </p:cNvPr>
          <p:cNvGrpSpPr/>
          <p:nvPr/>
        </p:nvGrpSpPr>
        <p:grpSpPr>
          <a:xfrm>
            <a:off x="1208101" y="874322"/>
            <a:ext cx="5566826" cy="3853066"/>
            <a:chOff x="876407" y="1116369"/>
            <a:chExt cx="5566826" cy="3853066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E289DFD5-3209-146E-6BC4-530B21EF020C}"/>
                </a:ext>
              </a:extLst>
            </p:cNvPr>
            <p:cNvSpPr/>
            <p:nvPr/>
          </p:nvSpPr>
          <p:spPr>
            <a:xfrm>
              <a:off x="876407" y="1116369"/>
              <a:ext cx="5566826" cy="3853066"/>
            </a:xfrm>
            <a:prstGeom prst="roundRect">
              <a:avLst/>
            </a:prstGeom>
            <a:ln w="136525" cmpd="sng">
              <a:solidFill>
                <a:srgbClr val="00B050">
                  <a:alpha val="75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3406589"/>
                        <a:gd name="connsiteY0" fmla="*/ 532719 h 3196249"/>
                        <a:gd name="connsiteX1" fmla="*/ 532719 w 3406589"/>
                        <a:gd name="connsiteY1" fmla="*/ 0 h 3196249"/>
                        <a:gd name="connsiteX2" fmla="*/ 2873870 w 3406589"/>
                        <a:gd name="connsiteY2" fmla="*/ 0 h 3196249"/>
                        <a:gd name="connsiteX3" fmla="*/ 3406589 w 3406589"/>
                        <a:gd name="connsiteY3" fmla="*/ 532719 h 3196249"/>
                        <a:gd name="connsiteX4" fmla="*/ 3406589 w 3406589"/>
                        <a:gd name="connsiteY4" fmla="*/ 2663530 h 3196249"/>
                        <a:gd name="connsiteX5" fmla="*/ 2873870 w 3406589"/>
                        <a:gd name="connsiteY5" fmla="*/ 3196249 h 3196249"/>
                        <a:gd name="connsiteX6" fmla="*/ 532719 w 3406589"/>
                        <a:gd name="connsiteY6" fmla="*/ 3196249 h 3196249"/>
                        <a:gd name="connsiteX7" fmla="*/ 0 w 3406589"/>
                        <a:gd name="connsiteY7" fmla="*/ 2663530 h 3196249"/>
                        <a:gd name="connsiteX8" fmla="*/ 0 w 3406589"/>
                        <a:gd name="connsiteY8" fmla="*/ 532719 h 31962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406589" h="3196249" fill="none" extrusionOk="0">
                          <a:moveTo>
                            <a:pt x="0" y="532719"/>
                          </a:moveTo>
                          <a:cubicBezTo>
                            <a:pt x="-18840" y="235459"/>
                            <a:pt x="247510" y="7363"/>
                            <a:pt x="532719" y="0"/>
                          </a:cubicBezTo>
                          <a:cubicBezTo>
                            <a:pt x="1605480" y="130954"/>
                            <a:pt x="1934091" y="43574"/>
                            <a:pt x="2873870" y="0"/>
                          </a:cubicBezTo>
                          <a:cubicBezTo>
                            <a:pt x="3173128" y="7771"/>
                            <a:pt x="3426772" y="263229"/>
                            <a:pt x="3406589" y="532719"/>
                          </a:cubicBezTo>
                          <a:cubicBezTo>
                            <a:pt x="3256150" y="1220567"/>
                            <a:pt x="3492468" y="1786686"/>
                            <a:pt x="3406589" y="2663530"/>
                          </a:cubicBezTo>
                          <a:cubicBezTo>
                            <a:pt x="3393398" y="2959909"/>
                            <a:pt x="3147627" y="3182134"/>
                            <a:pt x="2873870" y="3196249"/>
                          </a:cubicBezTo>
                          <a:cubicBezTo>
                            <a:pt x="2280893" y="3351446"/>
                            <a:pt x="1508156" y="3359269"/>
                            <a:pt x="532719" y="3196249"/>
                          </a:cubicBezTo>
                          <a:cubicBezTo>
                            <a:pt x="241396" y="3157152"/>
                            <a:pt x="-13473" y="2965610"/>
                            <a:pt x="0" y="2663530"/>
                          </a:cubicBezTo>
                          <a:cubicBezTo>
                            <a:pt x="64656" y="2086733"/>
                            <a:pt x="-17807" y="1194716"/>
                            <a:pt x="0" y="532719"/>
                          </a:cubicBezTo>
                          <a:close/>
                        </a:path>
                        <a:path w="3406589" h="3196249" stroke="0" extrusionOk="0">
                          <a:moveTo>
                            <a:pt x="0" y="532719"/>
                          </a:moveTo>
                          <a:cubicBezTo>
                            <a:pt x="-10851" y="231813"/>
                            <a:pt x="215309" y="8706"/>
                            <a:pt x="532719" y="0"/>
                          </a:cubicBezTo>
                          <a:cubicBezTo>
                            <a:pt x="1534735" y="132882"/>
                            <a:pt x="1741772" y="-84951"/>
                            <a:pt x="2873870" y="0"/>
                          </a:cubicBezTo>
                          <a:cubicBezTo>
                            <a:pt x="3146882" y="20704"/>
                            <a:pt x="3403218" y="257136"/>
                            <a:pt x="3406589" y="532719"/>
                          </a:cubicBezTo>
                          <a:cubicBezTo>
                            <a:pt x="3426776" y="1112827"/>
                            <a:pt x="3559069" y="1629223"/>
                            <a:pt x="3406589" y="2663530"/>
                          </a:cubicBezTo>
                          <a:cubicBezTo>
                            <a:pt x="3416044" y="2958865"/>
                            <a:pt x="3181041" y="3169582"/>
                            <a:pt x="2873870" y="3196249"/>
                          </a:cubicBezTo>
                          <a:cubicBezTo>
                            <a:pt x="2480130" y="3283888"/>
                            <a:pt x="1486446" y="3123570"/>
                            <a:pt x="532719" y="3196249"/>
                          </a:cubicBezTo>
                          <a:cubicBezTo>
                            <a:pt x="235255" y="3165246"/>
                            <a:pt x="-21677" y="2987868"/>
                            <a:pt x="0" y="2663530"/>
                          </a:cubicBezTo>
                          <a:cubicBezTo>
                            <a:pt x="-38581" y="1626247"/>
                            <a:pt x="63341" y="766501"/>
                            <a:pt x="0" y="53271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glow rad="221091">
                <a:schemeClr val="tx1">
                  <a:lumMod val="85000"/>
                  <a:lumOff val="15000"/>
                  <a:alpha val="32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close up of a lemon&#10;&#10;Description automatically generated">
              <a:extLst>
                <a:ext uri="{FF2B5EF4-FFF2-40B4-BE49-F238E27FC236}">
                  <a16:creationId xmlns:a16="http://schemas.microsoft.com/office/drawing/2014/main" id="{87673A42-7C44-104E-3F58-59F11AD7B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0813" y="1796772"/>
              <a:ext cx="938659" cy="1045010"/>
            </a:xfrm>
            <a:prstGeom prst="rect">
              <a:avLst/>
            </a:prstGeom>
          </p:spPr>
        </p:pic>
        <p:pic>
          <p:nvPicPr>
            <p:cNvPr id="7" name="Picture 6" descr="A close up of a lemon&#10;&#10;Description automatically generated">
              <a:extLst>
                <a:ext uri="{FF2B5EF4-FFF2-40B4-BE49-F238E27FC236}">
                  <a16:creationId xmlns:a16="http://schemas.microsoft.com/office/drawing/2014/main" id="{2966C9EB-8A46-C351-D44E-B3759D3701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63918" y="1178043"/>
              <a:ext cx="1017466" cy="903052"/>
            </a:xfrm>
            <a:prstGeom prst="rect">
              <a:avLst/>
            </a:prstGeom>
          </p:spPr>
        </p:pic>
        <p:pic>
          <p:nvPicPr>
            <p:cNvPr id="9" name="Picture 8" descr="A close up of a lemon&#10;&#10;Description automatically generated">
              <a:extLst>
                <a:ext uri="{FF2B5EF4-FFF2-40B4-BE49-F238E27FC236}">
                  <a16:creationId xmlns:a16="http://schemas.microsoft.com/office/drawing/2014/main" id="{C7159710-ED26-E939-39E2-E96B9E374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7708" y="2028840"/>
              <a:ext cx="1124390" cy="903053"/>
            </a:xfrm>
            <a:prstGeom prst="rect">
              <a:avLst/>
            </a:prstGeom>
          </p:spPr>
        </p:pic>
        <p:pic>
          <p:nvPicPr>
            <p:cNvPr id="11" name="Picture 10" descr="A lemon with a leaf on it&#10;&#10;Description automatically generated">
              <a:extLst>
                <a:ext uri="{FF2B5EF4-FFF2-40B4-BE49-F238E27FC236}">
                  <a16:creationId xmlns:a16="http://schemas.microsoft.com/office/drawing/2014/main" id="{210B602C-272C-7DAB-04A4-08B650737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14112" y="3256317"/>
              <a:ext cx="1076343" cy="1195362"/>
            </a:xfrm>
            <a:prstGeom prst="rect">
              <a:avLst/>
            </a:prstGeom>
          </p:spPr>
        </p:pic>
        <p:pic>
          <p:nvPicPr>
            <p:cNvPr id="13" name="Picture 12" descr="A close up of an orange&#10;&#10;Description automatically generated">
              <a:extLst>
                <a:ext uri="{FF2B5EF4-FFF2-40B4-BE49-F238E27FC236}">
                  <a16:creationId xmlns:a16="http://schemas.microsoft.com/office/drawing/2014/main" id="{D4B1F69F-222F-35A6-8F17-DAFF2D2F0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75593" y="2071676"/>
              <a:ext cx="938659" cy="1066658"/>
            </a:xfrm>
            <a:prstGeom prst="rect">
              <a:avLst/>
            </a:prstGeom>
          </p:spPr>
        </p:pic>
        <p:pic>
          <p:nvPicPr>
            <p:cNvPr id="15" name="Picture 14" descr="A close-up of an orange&#10;&#10;Description automatically generated">
              <a:extLst>
                <a:ext uri="{FF2B5EF4-FFF2-40B4-BE49-F238E27FC236}">
                  <a16:creationId xmlns:a16="http://schemas.microsoft.com/office/drawing/2014/main" id="{1DEFB264-12DF-6743-60BA-81D37C081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254621" y="1230861"/>
              <a:ext cx="867888" cy="1009998"/>
            </a:xfrm>
            <a:prstGeom prst="rect">
              <a:avLst/>
            </a:prstGeom>
          </p:spPr>
        </p:pic>
        <p:pic>
          <p:nvPicPr>
            <p:cNvPr id="17" name="Picture 16" descr="A close-up of an orange&#10;&#10;Description automatically generated">
              <a:extLst>
                <a:ext uri="{FF2B5EF4-FFF2-40B4-BE49-F238E27FC236}">
                  <a16:creationId xmlns:a16="http://schemas.microsoft.com/office/drawing/2014/main" id="{2770755B-C0CF-DF69-49D8-EE0CB5CC2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162878" y="1178043"/>
              <a:ext cx="1169927" cy="974939"/>
            </a:xfrm>
            <a:prstGeom prst="rect">
              <a:avLst/>
            </a:prstGeom>
          </p:spPr>
        </p:pic>
        <p:pic>
          <p:nvPicPr>
            <p:cNvPr id="19" name="Picture 18" descr="A close up of an orange&#10;&#10;Description automatically generated">
              <a:extLst>
                <a:ext uri="{FF2B5EF4-FFF2-40B4-BE49-F238E27FC236}">
                  <a16:creationId xmlns:a16="http://schemas.microsoft.com/office/drawing/2014/main" id="{E705D6FD-973C-AAE2-1F04-045FE3462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sharpenSoften amount="5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381416" y="2234676"/>
              <a:ext cx="1110111" cy="969886"/>
            </a:xfrm>
            <a:prstGeom prst="rect">
              <a:avLst/>
            </a:prstGeom>
          </p:spPr>
        </p:pic>
        <p:pic>
          <p:nvPicPr>
            <p:cNvPr id="21" name="Picture 20" descr="A close up of an orange&#10;&#10;Description automatically generated">
              <a:extLst>
                <a:ext uri="{FF2B5EF4-FFF2-40B4-BE49-F238E27FC236}">
                  <a16:creationId xmlns:a16="http://schemas.microsoft.com/office/drawing/2014/main" id="{79127939-259B-73E7-0B96-553846365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96956" y="3243631"/>
              <a:ext cx="1017464" cy="1083534"/>
            </a:xfrm>
            <a:prstGeom prst="rect">
              <a:avLst/>
            </a:prstGeom>
          </p:spPr>
        </p:pic>
        <p:pic>
          <p:nvPicPr>
            <p:cNvPr id="23" name="Picture 22" descr="A close up of an orange&#10;&#10;Description automatically generated">
              <a:extLst>
                <a:ext uri="{FF2B5EF4-FFF2-40B4-BE49-F238E27FC236}">
                  <a16:creationId xmlns:a16="http://schemas.microsoft.com/office/drawing/2014/main" id="{F009E61B-055D-A473-BF22-F1B014DE2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16200000" flipH="1">
              <a:off x="1232793" y="3003234"/>
              <a:ext cx="838549" cy="1017465"/>
            </a:xfrm>
            <a:prstGeom prst="rect">
              <a:avLst/>
            </a:prstGeom>
          </p:spPr>
        </p:pic>
        <p:pic>
          <p:nvPicPr>
            <p:cNvPr id="25" name="Picture 24" descr="A close up of an orange&#10;&#10;Description automatically generated">
              <a:extLst>
                <a:ext uri="{FF2B5EF4-FFF2-40B4-BE49-F238E27FC236}">
                  <a16:creationId xmlns:a16="http://schemas.microsoft.com/office/drawing/2014/main" id="{521C7BB9-B6FE-84B9-EBCF-C6304037F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22095" y="3770793"/>
              <a:ext cx="1088880" cy="1114652"/>
            </a:xfrm>
            <a:prstGeom prst="rect">
              <a:avLst/>
            </a:prstGeom>
          </p:spPr>
        </p:pic>
        <p:pic>
          <p:nvPicPr>
            <p:cNvPr id="27" name="Picture 26" descr="A close up of a lemon&#10;&#10;Description automatically generated">
              <a:extLst>
                <a:ext uri="{FF2B5EF4-FFF2-40B4-BE49-F238E27FC236}">
                  <a16:creationId xmlns:a16="http://schemas.microsoft.com/office/drawing/2014/main" id="{7EDEFDDB-41B1-1892-5A48-A3D1C63BF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152978" y="3611788"/>
              <a:ext cx="1107714" cy="838550"/>
            </a:xfrm>
            <a:prstGeom prst="rect">
              <a:avLst/>
            </a:prstGeom>
          </p:spPr>
        </p:pic>
        <p:pic>
          <p:nvPicPr>
            <p:cNvPr id="29" name="Picture 28" descr="A lemon with leaves on it&#10;&#10;Description automatically generated">
              <a:extLst>
                <a:ext uri="{FF2B5EF4-FFF2-40B4-BE49-F238E27FC236}">
                  <a16:creationId xmlns:a16="http://schemas.microsoft.com/office/drawing/2014/main" id="{BF10F757-7FD9-B3DA-20B3-71A55F6BA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484265" y="2403877"/>
              <a:ext cx="968360" cy="11306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4911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6D5AD3-6C64-8533-47A6-EDD4612CE8D2}"/>
              </a:ext>
            </a:extLst>
          </p:cNvPr>
          <p:cNvSpPr/>
          <p:nvPr/>
        </p:nvSpPr>
        <p:spPr>
          <a:xfrm>
            <a:off x="137652" y="98322"/>
            <a:ext cx="4336025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3F5707-1894-D23B-74AA-9812E1EEF856}"/>
              </a:ext>
            </a:extLst>
          </p:cNvPr>
          <p:cNvSpPr/>
          <p:nvPr/>
        </p:nvSpPr>
        <p:spPr>
          <a:xfrm>
            <a:off x="1474838" y="98322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Width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0B29E8-26A4-90C1-1FBF-9A8A65FE8ACC}"/>
              </a:ext>
            </a:extLst>
          </p:cNvPr>
          <p:cNvSpPr/>
          <p:nvPr/>
        </p:nvSpPr>
        <p:spPr>
          <a:xfrm>
            <a:off x="2964427" y="98322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Height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ACB0AB-B5D5-BB90-E683-107961F9CD7B}"/>
              </a:ext>
            </a:extLst>
          </p:cNvPr>
          <p:cNvSpPr/>
          <p:nvPr/>
        </p:nvSpPr>
        <p:spPr>
          <a:xfrm>
            <a:off x="137652" y="894734"/>
            <a:ext cx="4336025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3BCE88-C6B8-422C-5324-0C3CBFD3063B}"/>
              </a:ext>
            </a:extLst>
          </p:cNvPr>
          <p:cNvSpPr/>
          <p:nvPr/>
        </p:nvSpPr>
        <p:spPr>
          <a:xfrm>
            <a:off x="1474838" y="894734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6.8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7ED68C-2FAA-F295-BFE7-9439A3F68025}"/>
              </a:ext>
            </a:extLst>
          </p:cNvPr>
          <p:cNvSpPr/>
          <p:nvPr/>
        </p:nvSpPr>
        <p:spPr>
          <a:xfrm>
            <a:off x="2964427" y="894734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7.5</a:t>
            </a:r>
          </a:p>
        </p:txBody>
      </p:sp>
      <p:pic>
        <p:nvPicPr>
          <p:cNvPr id="11" name="Picture 10" descr="A close up of a lemon&#10;&#10;Description automatically generated">
            <a:extLst>
              <a:ext uri="{FF2B5EF4-FFF2-40B4-BE49-F238E27FC236}">
                <a16:creationId xmlns:a16="http://schemas.microsoft.com/office/drawing/2014/main" id="{4EEA9B6C-456E-780E-D888-3E687F7D8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41" y="928999"/>
            <a:ext cx="742559" cy="6590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2225D62-D219-AA69-221B-4F8B7E097FF4}"/>
              </a:ext>
            </a:extLst>
          </p:cNvPr>
          <p:cNvSpPr/>
          <p:nvPr/>
        </p:nvSpPr>
        <p:spPr>
          <a:xfrm>
            <a:off x="132734" y="1691147"/>
            <a:ext cx="4336025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C7175-9785-B09D-F460-EA506F514E4F}"/>
              </a:ext>
            </a:extLst>
          </p:cNvPr>
          <p:cNvSpPr/>
          <p:nvPr/>
        </p:nvSpPr>
        <p:spPr>
          <a:xfrm>
            <a:off x="1469920" y="1691147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436158-28C8-5B92-3DB2-0FC16AC2A0ED}"/>
              </a:ext>
            </a:extLst>
          </p:cNvPr>
          <p:cNvSpPr/>
          <p:nvPr/>
        </p:nvSpPr>
        <p:spPr>
          <a:xfrm>
            <a:off x="2959509" y="1691147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14DB59-90AA-FE87-6F3E-0E869B08F320}"/>
              </a:ext>
            </a:extLst>
          </p:cNvPr>
          <p:cNvSpPr/>
          <p:nvPr/>
        </p:nvSpPr>
        <p:spPr>
          <a:xfrm>
            <a:off x="142570" y="2487559"/>
            <a:ext cx="4336025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AB9F9E-EF77-D677-65F1-EFD409A208EE}"/>
              </a:ext>
            </a:extLst>
          </p:cNvPr>
          <p:cNvSpPr/>
          <p:nvPr/>
        </p:nvSpPr>
        <p:spPr>
          <a:xfrm>
            <a:off x="1479756" y="2487559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5.9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072FAE-601A-1006-B1D8-339B3359FF1C}"/>
              </a:ext>
            </a:extLst>
          </p:cNvPr>
          <p:cNvSpPr/>
          <p:nvPr/>
        </p:nvSpPr>
        <p:spPr>
          <a:xfrm>
            <a:off x="2969345" y="2487559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232403-1F58-2972-1512-C88BDEF1D9EF}"/>
              </a:ext>
            </a:extLst>
          </p:cNvPr>
          <p:cNvSpPr/>
          <p:nvPr/>
        </p:nvSpPr>
        <p:spPr>
          <a:xfrm>
            <a:off x="142570" y="3283971"/>
            <a:ext cx="4336025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45C695-93DA-801D-4852-FDF06E757E23}"/>
              </a:ext>
            </a:extLst>
          </p:cNvPr>
          <p:cNvSpPr/>
          <p:nvPr/>
        </p:nvSpPr>
        <p:spPr>
          <a:xfrm>
            <a:off x="1479756" y="3283971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EDE8D5-2E34-DF81-4F08-F7EE2BEE7DAE}"/>
              </a:ext>
            </a:extLst>
          </p:cNvPr>
          <p:cNvSpPr/>
          <p:nvPr/>
        </p:nvSpPr>
        <p:spPr>
          <a:xfrm>
            <a:off x="2969345" y="3283971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8.2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25D9BD-CB27-4DC5-E74D-68D573D42560}"/>
              </a:ext>
            </a:extLst>
          </p:cNvPr>
          <p:cNvSpPr/>
          <p:nvPr/>
        </p:nvSpPr>
        <p:spPr>
          <a:xfrm>
            <a:off x="142570" y="4080384"/>
            <a:ext cx="4336025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1BF88D-CA28-61AC-6D86-444E87A3C261}"/>
              </a:ext>
            </a:extLst>
          </p:cNvPr>
          <p:cNvSpPr/>
          <p:nvPr/>
        </p:nvSpPr>
        <p:spPr>
          <a:xfrm>
            <a:off x="1479756" y="4080384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6.4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48C332-D973-4EA6-14A4-24ADA204FBF0}"/>
              </a:ext>
            </a:extLst>
          </p:cNvPr>
          <p:cNvSpPr/>
          <p:nvPr/>
        </p:nvSpPr>
        <p:spPr>
          <a:xfrm>
            <a:off x="2969345" y="4080384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8.1</a:t>
            </a:r>
          </a:p>
        </p:txBody>
      </p:sp>
      <p:pic>
        <p:nvPicPr>
          <p:cNvPr id="28" name="Picture 27" descr="A close up of an orange&#10;&#10;Description automatically generated">
            <a:extLst>
              <a:ext uri="{FF2B5EF4-FFF2-40B4-BE49-F238E27FC236}">
                <a16:creationId xmlns:a16="http://schemas.microsoft.com/office/drawing/2014/main" id="{CAA888CE-361E-17BE-AF10-89D063177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59" y="1742692"/>
            <a:ext cx="610122" cy="693321"/>
          </a:xfrm>
          <a:prstGeom prst="rect">
            <a:avLst/>
          </a:prstGeom>
        </p:spPr>
      </p:pic>
      <p:pic>
        <p:nvPicPr>
          <p:cNvPr id="29" name="Picture 28" descr="A close up of a lemon&#10;&#10;Description automatically generated">
            <a:extLst>
              <a:ext uri="{FF2B5EF4-FFF2-40B4-BE49-F238E27FC236}">
                <a16:creationId xmlns:a16="http://schemas.microsoft.com/office/drawing/2014/main" id="{8A8DE8D0-2A1F-2BC8-64E7-3A899FB69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782" y="2587687"/>
            <a:ext cx="802762" cy="644738"/>
          </a:xfrm>
          <a:prstGeom prst="rect">
            <a:avLst/>
          </a:prstGeom>
        </p:spPr>
      </p:pic>
      <p:pic>
        <p:nvPicPr>
          <p:cNvPr id="30" name="Picture 29" descr="A close up of an orange&#10;&#10;Description automatically generated">
            <a:extLst>
              <a:ext uri="{FF2B5EF4-FFF2-40B4-BE49-F238E27FC236}">
                <a16:creationId xmlns:a16="http://schemas.microsoft.com/office/drawing/2014/main" id="{5595F3A1-08ED-6C19-6E70-FBCD5EBB36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455" y="3332552"/>
            <a:ext cx="733313" cy="640684"/>
          </a:xfrm>
          <a:prstGeom prst="rect">
            <a:avLst/>
          </a:prstGeom>
        </p:spPr>
      </p:pic>
      <p:pic>
        <p:nvPicPr>
          <p:cNvPr id="31" name="Picture 30" descr="A close-up of an orange&#10;&#10;Description automatically generated">
            <a:extLst>
              <a:ext uri="{FF2B5EF4-FFF2-40B4-BE49-F238E27FC236}">
                <a16:creationId xmlns:a16="http://schemas.microsoft.com/office/drawing/2014/main" id="{95AF7BB2-236C-7A93-40D9-001175EF50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8511" y="4133779"/>
            <a:ext cx="592589" cy="689621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6EFFF34-2DB0-53C5-6FEB-50B3AD9071F6}"/>
              </a:ext>
            </a:extLst>
          </p:cNvPr>
          <p:cNvSpPr/>
          <p:nvPr/>
        </p:nvSpPr>
        <p:spPr>
          <a:xfrm>
            <a:off x="137652" y="4823400"/>
            <a:ext cx="4336025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2026868-1A3D-584D-F973-46C720242DBB}"/>
              </a:ext>
            </a:extLst>
          </p:cNvPr>
          <p:cNvSpPr/>
          <p:nvPr/>
        </p:nvSpPr>
        <p:spPr>
          <a:xfrm>
            <a:off x="1474838" y="4823400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5.9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72C8B6-9528-E780-70A3-D7B33D67E9D6}"/>
              </a:ext>
            </a:extLst>
          </p:cNvPr>
          <p:cNvSpPr/>
          <p:nvPr/>
        </p:nvSpPr>
        <p:spPr>
          <a:xfrm>
            <a:off x="2964427" y="4823400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695E4A9-2AFB-510A-9456-4F66EC889CA1}"/>
              </a:ext>
            </a:extLst>
          </p:cNvPr>
          <p:cNvSpPr/>
          <p:nvPr/>
        </p:nvSpPr>
        <p:spPr>
          <a:xfrm>
            <a:off x="4660487" y="98322"/>
            <a:ext cx="4336025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336BEE-748B-CAB5-65A1-5E9DEF556345}"/>
              </a:ext>
            </a:extLst>
          </p:cNvPr>
          <p:cNvSpPr/>
          <p:nvPr/>
        </p:nvSpPr>
        <p:spPr>
          <a:xfrm>
            <a:off x="5997673" y="98322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4.9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39D3207-998A-37A0-C7ED-0DBDE08E9120}"/>
              </a:ext>
            </a:extLst>
          </p:cNvPr>
          <p:cNvSpPr/>
          <p:nvPr/>
        </p:nvSpPr>
        <p:spPr>
          <a:xfrm>
            <a:off x="7487262" y="98322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6.4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09DCEB1-215E-17D5-42BD-D815E41FAE5A}"/>
              </a:ext>
            </a:extLst>
          </p:cNvPr>
          <p:cNvSpPr/>
          <p:nvPr/>
        </p:nvSpPr>
        <p:spPr>
          <a:xfrm>
            <a:off x="4655569" y="894735"/>
            <a:ext cx="4336025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EACBAD-FCA6-5604-6BCA-831B658D83E9}"/>
              </a:ext>
            </a:extLst>
          </p:cNvPr>
          <p:cNvSpPr/>
          <p:nvPr/>
        </p:nvSpPr>
        <p:spPr>
          <a:xfrm>
            <a:off x="5992755" y="894735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3E232E-6E9C-0DA0-5378-872ADF705FC4}"/>
              </a:ext>
            </a:extLst>
          </p:cNvPr>
          <p:cNvSpPr/>
          <p:nvPr/>
        </p:nvSpPr>
        <p:spPr>
          <a:xfrm>
            <a:off x="7482344" y="894735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7.9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A8CBA1-BF50-21DB-C69C-AB6E42CA9EBB}"/>
              </a:ext>
            </a:extLst>
          </p:cNvPr>
          <p:cNvSpPr/>
          <p:nvPr/>
        </p:nvSpPr>
        <p:spPr>
          <a:xfrm>
            <a:off x="4665405" y="1691147"/>
            <a:ext cx="4336025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7B5E389-56D6-A44C-5A7D-5EEB0C6C368C}"/>
              </a:ext>
            </a:extLst>
          </p:cNvPr>
          <p:cNvSpPr/>
          <p:nvPr/>
        </p:nvSpPr>
        <p:spPr>
          <a:xfrm>
            <a:off x="6002591" y="1691147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6.9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E04C20-4754-23E3-FFE0-25492922F5C0}"/>
              </a:ext>
            </a:extLst>
          </p:cNvPr>
          <p:cNvSpPr/>
          <p:nvPr/>
        </p:nvSpPr>
        <p:spPr>
          <a:xfrm>
            <a:off x="7492180" y="1691147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5F7EBC3-21D8-21FD-041B-7550CC223954}"/>
              </a:ext>
            </a:extLst>
          </p:cNvPr>
          <p:cNvSpPr/>
          <p:nvPr/>
        </p:nvSpPr>
        <p:spPr>
          <a:xfrm>
            <a:off x="4665405" y="2487559"/>
            <a:ext cx="4336025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270BFBB-2F9A-27D1-9810-93B3AFB07570}"/>
              </a:ext>
            </a:extLst>
          </p:cNvPr>
          <p:cNvSpPr/>
          <p:nvPr/>
        </p:nvSpPr>
        <p:spPr>
          <a:xfrm>
            <a:off x="6002591" y="2487559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6.8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3731F8A-7203-90C2-B5FD-17CF2AA7D919}"/>
              </a:ext>
            </a:extLst>
          </p:cNvPr>
          <p:cNvSpPr/>
          <p:nvPr/>
        </p:nvSpPr>
        <p:spPr>
          <a:xfrm>
            <a:off x="7492180" y="2487559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025DF59-31F0-3B8C-3D87-EE78D6E77098}"/>
              </a:ext>
            </a:extLst>
          </p:cNvPr>
          <p:cNvSpPr/>
          <p:nvPr/>
        </p:nvSpPr>
        <p:spPr>
          <a:xfrm>
            <a:off x="4665405" y="3283972"/>
            <a:ext cx="4336025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C3F23A1-B82E-9B2B-4F2A-D8352E6E52B9}"/>
              </a:ext>
            </a:extLst>
          </p:cNvPr>
          <p:cNvSpPr/>
          <p:nvPr/>
        </p:nvSpPr>
        <p:spPr>
          <a:xfrm>
            <a:off x="6002591" y="3283972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7.1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70002D7-DBB9-0F51-8103-3FE6D2CE8013}"/>
              </a:ext>
            </a:extLst>
          </p:cNvPr>
          <p:cNvSpPr/>
          <p:nvPr/>
        </p:nvSpPr>
        <p:spPr>
          <a:xfrm>
            <a:off x="7492180" y="3283972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2AA668E-F643-26DC-915C-6642D3EC1D55}"/>
              </a:ext>
            </a:extLst>
          </p:cNvPr>
          <p:cNvSpPr/>
          <p:nvPr/>
        </p:nvSpPr>
        <p:spPr>
          <a:xfrm>
            <a:off x="4660487" y="4026988"/>
            <a:ext cx="4336025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69A2DEE-5B99-1AC6-24E4-72B1D48823F5}"/>
              </a:ext>
            </a:extLst>
          </p:cNvPr>
          <p:cNvSpPr/>
          <p:nvPr/>
        </p:nvSpPr>
        <p:spPr>
          <a:xfrm>
            <a:off x="5997673" y="4026988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6.3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D9FBE9-7CC0-63D6-6D8C-C03C3DC219E6}"/>
              </a:ext>
            </a:extLst>
          </p:cNvPr>
          <p:cNvSpPr/>
          <p:nvPr/>
        </p:nvSpPr>
        <p:spPr>
          <a:xfrm>
            <a:off x="7487262" y="4026988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7.8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60C7A3C-BD91-E010-815F-26F8567FC82B}"/>
              </a:ext>
            </a:extLst>
          </p:cNvPr>
          <p:cNvSpPr/>
          <p:nvPr/>
        </p:nvSpPr>
        <p:spPr>
          <a:xfrm>
            <a:off x="4640826" y="4823399"/>
            <a:ext cx="4336025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E5149D7-32C6-5E4D-0180-20E78E65A817}"/>
              </a:ext>
            </a:extLst>
          </p:cNvPr>
          <p:cNvSpPr/>
          <p:nvPr/>
        </p:nvSpPr>
        <p:spPr>
          <a:xfrm>
            <a:off x="5978012" y="4823399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7.8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D6B18B0-B0BC-D065-5FC4-62F89B15F69B}"/>
              </a:ext>
            </a:extLst>
          </p:cNvPr>
          <p:cNvSpPr/>
          <p:nvPr/>
        </p:nvSpPr>
        <p:spPr>
          <a:xfrm>
            <a:off x="7467601" y="4823399"/>
            <a:ext cx="1484671" cy="7964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9.1</a:t>
            </a:r>
          </a:p>
        </p:txBody>
      </p:sp>
      <p:pic>
        <p:nvPicPr>
          <p:cNvPr id="61" name="Picture 60" descr="A lemon with a leaf on it&#10;&#10;Description automatically generated">
            <a:extLst>
              <a:ext uri="{FF2B5EF4-FFF2-40B4-BE49-F238E27FC236}">
                <a16:creationId xmlns:a16="http://schemas.microsoft.com/office/drawing/2014/main" id="{ACBB9970-C9A2-859D-768F-0304C3CDD5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511" y="4855254"/>
            <a:ext cx="659749" cy="732702"/>
          </a:xfrm>
          <a:prstGeom prst="rect">
            <a:avLst/>
          </a:prstGeom>
        </p:spPr>
      </p:pic>
      <p:pic>
        <p:nvPicPr>
          <p:cNvPr id="62" name="Picture 61" descr="A lemon with leaves on it&#10;&#10;Description automatically generated">
            <a:extLst>
              <a:ext uri="{FF2B5EF4-FFF2-40B4-BE49-F238E27FC236}">
                <a16:creationId xmlns:a16="http://schemas.microsoft.com/office/drawing/2014/main" id="{D27CA0CF-D98F-5C50-4C44-3FB06F5619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4435" y="161891"/>
            <a:ext cx="573222" cy="669276"/>
          </a:xfrm>
          <a:prstGeom prst="rect">
            <a:avLst/>
          </a:prstGeom>
        </p:spPr>
      </p:pic>
      <p:pic>
        <p:nvPicPr>
          <p:cNvPr id="63" name="Picture 62" descr="A close up of an orange&#10;&#10;Description automatically generated">
            <a:extLst>
              <a:ext uri="{FF2B5EF4-FFF2-40B4-BE49-F238E27FC236}">
                <a16:creationId xmlns:a16="http://schemas.microsoft.com/office/drawing/2014/main" id="{E1FA8D5B-FF83-7E94-0030-04E6C3B12A3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25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44435" y="944385"/>
            <a:ext cx="641535" cy="683193"/>
          </a:xfrm>
          <a:prstGeom prst="rect">
            <a:avLst/>
          </a:prstGeom>
        </p:spPr>
      </p:pic>
      <p:pic>
        <p:nvPicPr>
          <p:cNvPr id="64" name="Picture 63" descr="A close up of an orange&#10;&#10;Description automatically generated">
            <a:extLst>
              <a:ext uri="{FF2B5EF4-FFF2-40B4-BE49-F238E27FC236}">
                <a16:creationId xmlns:a16="http://schemas.microsoft.com/office/drawing/2014/main" id="{2109E838-3C23-7794-35BA-DBEDE858543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44434" y="1767270"/>
            <a:ext cx="641535" cy="656719"/>
          </a:xfrm>
          <a:prstGeom prst="rect">
            <a:avLst/>
          </a:prstGeom>
        </p:spPr>
      </p:pic>
      <p:pic>
        <p:nvPicPr>
          <p:cNvPr id="65" name="Picture 64" descr="A close up of a lemon&#10;&#10;Description automatically generated">
            <a:extLst>
              <a:ext uri="{FF2B5EF4-FFF2-40B4-BE49-F238E27FC236}">
                <a16:creationId xmlns:a16="http://schemas.microsoft.com/office/drawing/2014/main" id="{EB92AE12-C949-A37C-526D-F604CF7E0D8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32394" y="2611145"/>
            <a:ext cx="734282" cy="555858"/>
          </a:xfrm>
          <a:prstGeom prst="rect">
            <a:avLst/>
          </a:prstGeom>
        </p:spPr>
      </p:pic>
      <p:pic>
        <p:nvPicPr>
          <p:cNvPr id="66" name="Picture 65" descr="A close-up of an orange&#10;&#10;Description automatically generated">
            <a:extLst>
              <a:ext uri="{FF2B5EF4-FFF2-40B4-BE49-F238E27FC236}">
                <a16:creationId xmlns:a16="http://schemas.microsoft.com/office/drawing/2014/main" id="{1D13221D-C538-9849-9F0A-11E39F4753F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32394" y="3327493"/>
            <a:ext cx="780453" cy="650377"/>
          </a:xfrm>
          <a:prstGeom prst="rect">
            <a:avLst/>
          </a:prstGeom>
        </p:spPr>
      </p:pic>
      <p:pic>
        <p:nvPicPr>
          <p:cNvPr id="67" name="Picture 66" descr="A close up of a lemon&#10;&#10;Description automatically generated">
            <a:extLst>
              <a:ext uri="{FF2B5EF4-FFF2-40B4-BE49-F238E27FC236}">
                <a16:creationId xmlns:a16="http://schemas.microsoft.com/office/drawing/2014/main" id="{1DA6D6C7-A946-A694-7EA8-CF62C0CA5AD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49870" y="4094409"/>
            <a:ext cx="584186" cy="650375"/>
          </a:xfrm>
          <a:prstGeom prst="rect">
            <a:avLst/>
          </a:prstGeom>
        </p:spPr>
      </p:pic>
      <p:pic>
        <p:nvPicPr>
          <p:cNvPr id="68" name="Picture 67" descr="A close up of an orange&#10;&#10;Description automatically generated">
            <a:extLst>
              <a:ext uri="{FF2B5EF4-FFF2-40B4-BE49-F238E27FC236}">
                <a16:creationId xmlns:a16="http://schemas.microsoft.com/office/drawing/2014/main" id="{C39B59AB-AE57-1A8B-2EE2-63667FE8119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16200000" flipH="1">
            <a:off x="5074022" y="4826641"/>
            <a:ext cx="651026" cy="78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767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68BDE-A02B-3AF8-371E-6C0B8781A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5F90131-4675-A0D9-A3DD-C66D6755267F}"/>
              </a:ext>
            </a:extLst>
          </p:cNvPr>
          <p:cNvGrpSpPr/>
          <p:nvPr/>
        </p:nvGrpSpPr>
        <p:grpSpPr>
          <a:xfrm>
            <a:off x="779929" y="1416424"/>
            <a:ext cx="6880529" cy="3286800"/>
            <a:chOff x="406251" y="1386511"/>
            <a:chExt cx="7433502" cy="329878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B9E4459-E203-23D8-DF7D-851B8D748BCD}"/>
                </a:ext>
              </a:extLst>
            </p:cNvPr>
            <p:cNvGrpSpPr/>
            <p:nvPr/>
          </p:nvGrpSpPr>
          <p:grpSpPr>
            <a:xfrm>
              <a:off x="4259311" y="1386511"/>
              <a:ext cx="3580442" cy="3298783"/>
              <a:chOff x="4182993" y="330859"/>
              <a:chExt cx="3580442" cy="3298783"/>
            </a:xfrm>
          </p:grpSpPr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50BC35A3-146E-EAC9-0077-BA49FBC440E7}"/>
                  </a:ext>
                </a:extLst>
              </p:cNvPr>
              <p:cNvSpPr/>
              <p:nvPr/>
            </p:nvSpPr>
            <p:spPr>
              <a:xfrm>
                <a:off x="4182993" y="330859"/>
                <a:ext cx="3580442" cy="3298783"/>
              </a:xfrm>
              <a:prstGeom prst="roundRect">
                <a:avLst/>
              </a:prstGeom>
              <a:ln w="92075">
                <a:solidFill>
                  <a:srgbClr val="C00000">
                    <a:alpha val="60830"/>
                  </a:srgbClr>
                </a:solidFill>
              </a:ln>
              <a:effectLst>
                <a:glow rad="228600">
                  <a:schemeClr val="tx1">
                    <a:lumMod val="75000"/>
                    <a:lumOff val="25000"/>
                    <a:alpha val="40000"/>
                  </a:schemeClr>
                </a:glo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" name="Picture 4" descr="A close up of a lemon&#10;&#10;Description automatically generated">
                <a:extLst>
                  <a:ext uri="{FF2B5EF4-FFF2-40B4-BE49-F238E27FC236}">
                    <a16:creationId xmlns:a16="http://schemas.microsoft.com/office/drawing/2014/main" id="{3CBB1E7E-5951-3A3F-F793-593893FE89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587086" y="806184"/>
                <a:ext cx="1017464" cy="1045010"/>
              </a:xfrm>
              <a:prstGeom prst="rect">
                <a:avLst/>
              </a:prstGeom>
            </p:spPr>
          </p:pic>
          <p:pic>
            <p:nvPicPr>
              <p:cNvPr id="13" name="Picture 12" descr="A close up of an orange&#10;&#10;Description automatically generated">
                <a:extLst>
                  <a:ext uri="{FF2B5EF4-FFF2-40B4-BE49-F238E27FC236}">
                    <a16:creationId xmlns:a16="http://schemas.microsoft.com/office/drawing/2014/main" id="{89281D2E-F2A4-95B6-16B9-1C1B913567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16915" y="423463"/>
                <a:ext cx="979041" cy="1083534"/>
              </a:xfrm>
              <a:prstGeom prst="rect">
                <a:avLst/>
              </a:prstGeom>
            </p:spPr>
          </p:pic>
          <p:pic>
            <p:nvPicPr>
              <p:cNvPr id="17" name="Picture 16" descr="A close-up of an orange&#10;&#10;Description automatically generated">
                <a:extLst>
                  <a:ext uri="{FF2B5EF4-FFF2-40B4-BE49-F238E27FC236}">
                    <a16:creationId xmlns:a16="http://schemas.microsoft.com/office/drawing/2014/main" id="{F305CA09-E8E9-8D10-7565-BF1836863F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536312" y="462840"/>
                <a:ext cx="1169927" cy="974939"/>
              </a:xfrm>
              <a:prstGeom prst="rect">
                <a:avLst/>
              </a:prstGeom>
            </p:spPr>
          </p:pic>
          <p:pic>
            <p:nvPicPr>
              <p:cNvPr id="19" name="Picture 18" descr="A close up of an orange&#10;&#10;Description automatically generated">
                <a:extLst>
                  <a:ext uri="{FF2B5EF4-FFF2-40B4-BE49-F238E27FC236}">
                    <a16:creationId xmlns:a16="http://schemas.microsoft.com/office/drawing/2014/main" id="{B2BFD263-06F1-FBA6-F46D-778D8F5B02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harpenSoften amount="50000"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517854" y="1582127"/>
                <a:ext cx="973577" cy="850598"/>
              </a:xfrm>
              <a:prstGeom prst="rect">
                <a:avLst/>
              </a:prstGeom>
            </p:spPr>
          </p:pic>
          <p:pic>
            <p:nvPicPr>
              <p:cNvPr id="21" name="Picture 20" descr="A close up of an orange&#10;&#10;Description automatically generated">
                <a:extLst>
                  <a:ext uri="{FF2B5EF4-FFF2-40B4-BE49-F238E27FC236}">
                    <a16:creationId xmlns:a16="http://schemas.microsoft.com/office/drawing/2014/main" id="{D230D0B1-CB76-49C4-9994-A4749E905C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harpenSoften amount="25000"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688764" y="1421348"/>
                <a:ext cx="1017464" cy="1083534"/>
              </a:xfrm>
              <a:prstGeom prst="rect">
                <a:avLst/>
              </a:prstGeom>
            </p:spPr>
          </p:pic>
          <p:pic>
            <p:nvPicPr>
              <p:cNvPr id="25" name="Picture 24" descr="A close up of an orange&#10;&#10;Description automatically generated">
                <a:extLst>
                  <a:ext uri="{FF2B5EF4-FFF2-40B4-BE49-F238E27FC236}">
                    <a16:creationId xmlns:a16="http://schemas.microsoft.com/office/drawing/2014/main" id="{AB053602-C6EE-9F6A-8B5F-342E76B972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sharpenSoften amount="25000"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850109" y="2432725"/>
                <a:ext cx="1169926" cy="1114652"/>
              </a:xfrm>
              <a:prstGeom prst="rect">
                <a:avLst/>
              </a:prstGeom>
            </p:spPr>
          </p:pic>
          <p:pic>
            <p:nvPicPr>
              <p:cNvPr id="27" name="Picture 26" descr="A close up of a lemon&#10;&#10;Description automatically generated">
                <a:extLst>
                  <a:ext uri="{FF2B5EF4-FFF2-40B4-BE49-F238E27FC236}">
                    <a16:creationId xmlns:a16="http://schemas.microsoft.com/office/drawing/2014/main" id="{B08E4E03-5CC6-D3EB-689F-95B83BFD15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88732" y="2504882"/>
                <a:ext cx="1017464" cy="872730"/>
              </a:xfrm>
              <a:prstGeom prst="rect">
                <a:avLst/>
              </a:prstGeom>
            </p:spPr>
          </p:pic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3EA83B8-B408-FDBE-8EAA-368C6FDDF4EE}"/>
                </a:ext>
              </a:extLst>
            </p:cNvPr>
            <p:cNvGrpSpPr/>
            <p:nvPr/>
          </p:nvGrpSpPr>
          <p:grpSpPr>
            <a:xfrm>
              <a:off x="406251" y="1437779"/>
              <a:ext cx="3406589" cy="3196249"/>
              <a:chOff x="448235" y="326880"/>
              <a:chExt cx="3406589" cy="3196249"/>
            </a:xfrm>
          </p:grpSpPr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438A32E6-4D50-D432-D6FA-599FEDBA873C}"/>
                  </a:ext>
                </a:extLst>
              </p:cNvPr>
              <p:cNvSpPr/>
              <p:nvPr/>
            </p:nvSpPr>
            <p:spPr>
              <a:xfrm>
                <a:off x="448235" y="326880"/>
                <a:ext cx="3406589" cy="3196249"/>
              </a:xfrm>
              <a:prstGeom prst="roundRect">
                <a:avLst/>
              </a:prstGeom>
              <a:ln w="136525" cmpd="sng">
                <a:solidFill>
                  <a:srgbClr val="854BCF">
                    <a:alpha val="75000"/>
                  </a:srgb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3406589"/>
                          <a:gd name="connsiteY0" fmla="*/ 532719 h 3196249"/>
                          <a:gd name="connsiteX1" fmla="*/ 532719 w 3406589"/>
                          <a:gd name="connsiteY1" fmla="*/ 0 h 3196249"/>
                          <a:gd name="connsiteX2" fmla="*/ 2873870 w 3406589"/>
                          <a:gd name="connsiteY2" fmla="*/ 0 h 3196249"/>
                          <a:gd name="connsiteX3" fmla="*/ 3406589 w 3406589"/>
                          <a:gd name="connsiteY3" fmla="*/ 532719 h 3196249"/>
                          <a:gd name="connsiteX4" fmla="*/ 3406589 w 3406589"/>
                          <a:gd name="connsiteY4" fmla="*/ 2663530 h 3196249"/>
                          <a:gd name="connsiteX5" fmla="*/ 2873870 w 3406589"/>
                          <a:gd name="connsiteY5" fmla="*/ 3196249 h 3196249"/>
                          <a:gd name="connsiteX6" fmla="*/ 532719 w 3406589"/>
                          <a:gd name="connsiteY6" fmla="*/ 3196249 h 3196249"/>
                          <a:gd name="connsiteX7" fmla="*/ 0 w 3406589"/>
                          <a:gd name="connsiteY7" fmla="*/ 2663530 h 3196249"/>
                          <a:gd name="connsiteX8" fmla="*/ 0 w 3406589"/>
                          <a:gd name="connsiteY8" fmla="*/ 532719 h 319624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406589" h="3196249" fill="none" extrusionOk="0">
                            <a:moveTo>
                              <a:pt x="0" y="532719"/>
                            </a:moveTo>
                            <a:cubicBezTo>
                              <a:pt x="-18840" y="235459"/>
                              <a:pt x="247510" y="7363"/>
                              <a:pt x="532719" y="0"/>
                            </a:cubicBezTo>
                            <a:cubicBezTo>
                              <a:pt x="1605480" y="130954"/>
                              <a:pt x="1934091" y="43574"/>
                              <a:pt x="2873870" y="0"/>
                            </a:cubicBezTo>
                            <a:cubicBezTo>
                              <a:pt x="3173128" y="7771"/>
                              <a:pt x="3426772" y="263229"/>
                              <a:pt x="3406589" y="532719"/>
                            </a:cubicBezTo>
                            <a:cubicBezTo>
                              <a:pt x="3256150" y="1220567"/>
                              <a:pt x="3492468" y="1786686"/>
                              <a:pt x="3406589" y="2663530"/>
                            </a:cubicBezTo>
                            <a:cubicBezTo>
                              <a:pt x="3393398" y="2959909"/>
                              <a:pt x="3147627" y="3182134"/>
                              <a:pt x="2873870" y="3196249"/>
                            </a:cubicBezTo>
                            <a:cubicBezTo>
                              <a:pt x="2280893" y="3351446"/>
                              <a:pt x="1508156" y="3359269"/>
                              <a:pt x="532719" y="3196249"/>
                            </a:cubicBezTo>
                            <a:cubicBezTo>
                              <a:pt x="241396" y="3157152"/>
                              <a:pt x="-13473" y="2965610"/>
                              <a:pt x="0" y="2663530"/>
                            </a:cubicBezTo>
                            <a:cubicBezTo>
                              <a:pt x="64656" y="2086733"/>
                              <a:pt x="-17807" y="1194716"/>
                              <a:pt x="0" y="532719"/>
                            </a:cubicBezTo>
                            <a:close/>
                          </a:path>
                          <a:path w="3406589" h="3196249" stroke="0" extrusionOk="0">
                            <a:moveTo>
                              <a:pt x="0" y="532719"/>
                            </a:moveTo>
                            <a:cubicBezTo>
                              <a:pt x="-10851" y="231813"/>
                              <a:pt x="215309" y="8706"/>
                              <a:pt x="532719" y="0"/>
                            </a:cubicBezTo>
                            <a:cubicBezTo>
                              <a:pt x="1534735" y="132882"/>
                              <a:pt x="1741772" y="-84951"/>
                              <a:pt x="2873870" y="0"/>
                            </a:cubicBezTo>
                            <a:cubicBezTo>
                              <a:pt x="3146882" y="20704"/>
                              <a:pt x="3403218" y="257136"/>
                              <a:pt x="3406589" y="532719"/>
                            </a:cubicBezTo>
                            <a:cubicBezTo>
                              <a:pt x="3426776" y="1112827"/>
                              <a:pt x="3559069" y="1629223"/>
                              <a:pt x="3406589" y="2663530"/>
                            </a:cubicBezTo>
                            <a:cubicBezTo>
                              <a:pt x="3416044" y="2958865"/>
                              <a:pt x="3181041" y="3169582"/>
                              <a:pt x="2873870" y="3196249"/>
                            </a:cubicBezTo>
                            <a:cubicBezTo>
                              <a:pt x="2480130" y="3283888"/>
                              <a:pt x="1486446" y="3123570"/>
                              <a:pt x="532719" y="3196249"/>
                            </a:cubicBezTo>
                            <a:cubicBezTo>
                              <a:pt x="235255" y="3165246"/>
                              <a:pt x="-21677" y="2987868"/>
                              <a:pt x="0" y="2663530"/>
                            </a:cubicBezTo>
                            <a:cubicBezTo>
                              <a:pt x="-38581" y="1626247"/>
                              <a:pt x="63341" y="766501"/>
                              <a:pt x="0" y="532719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>
                <a:glow rad="221091">
                  <a:schemeClr val="tx1">
                    <a:lumMod val="85000"/>
                    <a:lumOff val="15000"/>
                    <a:alpha val="32000"/>
                  </a:schemeClr>
                </a:glo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" name="Picture 6" descr="A close up of a lemon&#10;&#10;Description automatically generated">
                <a:extLst>
                  <a:ext uri="{FF2B5EF4-FFF2-40B4-BE49-F238E27FC236}">
                    <a16:creationId xmlns:a16="http://schemas.microsoft.com/office/drawing/2014/main" id="{A7564C3C-E6A0-1604-A94D-5CDAD1301C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67219" y="462840"/>
                <a:ext cx="1017466" cy="903052"/>
              </a:xfrm>
              <a:prstGeom prst="rect">
                <a:avLst/>
              </a:prstGeom>
            </p:spPr>
          </p:pic>
          <p:pic>
            <p:nvPicPr>
              <p:cNvPr id="9" name="Picture 8" descr="A close up of a lemon&#10;&#10;Description automatically generated">
                <a:extLst>
                  <a:ext uri="{FF2B5EF4-FFF2-40B4-BE49-F238E27FC236}">
                    <a16:creationId xmlns:a16="http://schemas.microsoft.com/office/drawing/2014/main" id="{850D1B34-3500-F694-0556-1A9ADC9F5C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3907" y="1126950"/>
                <a:ext cx="1124390" cy="903053"/>
              </a:xfrm>
              <a:prstGeom prst="rect">
                <a:avLst/>
              </a:prstGeom>
            </p:spPr>
          </p:pic>
          <p:pic>
            <p:nvPicPr>
              <p:cNvPr id="11" name="Picture 10" descr="A lemon with a leaf on it&#10;&#10;Description automatically generated">
                <a:extLst>
                  <a:ext uri="{FF2B5EF4-FFF2-40B4-BE49-F238E27FC236}">
                    <a16:creationId xmlns:a16="http://schemas.microsoft.com/office/drawing/2014/main" id="{A76A193D-FB94-3468-E316-FC77DD4042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78585" y="1126950"/>
                <a:ext cx="958281" cy="1195362"/>
              </a:xfrm>
              <a:prstGeom prst="rect">
                <a:avLst/>
              </a:prstGeom>
            </p:spPr>
          </p:pic>
          <p:pic>
            <p:nvPicPr>
              <p:cNvPr id="15" name="Picture 14" descr="A close-up of an orange&#10;&#10;Description automatically generated">
                <a:extLst>
                  <a:ext uri="{FF2B5EF4-FFF2-40B4-BE49-F238E27FC236}">
                    <a16:creationId xmlns:a16="http://schemas.microsoft.com/office/drawing/2014/main" id="{5AED5D9B-F74F-0782-DDDD-4371A261AF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sharpenSoften amount="25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737804" y="1366532"/>
                <a:ext cx="867888" cy="1009998"/>
              </a:xfrm>
              <a:prstGeom prst="rect">
                <a:avLst/>
              </a:prstGeom>
            </p:spPr>
          </p:pic>
          <p:pic>
            <p:nvPicPr>
              <p:cNvPr id="23" name="Picture 22" descr="A close up of an orange&#10;&#10;Description automatically generated">
                <a:extLst>
                  <a:ext uri="{FF2B5EF4-FFF2-40B4-BE49-F238E27FC236}">
                    <a16:creationId xmlns:a16="http://schemas.microsoft.com/office/drawing/2014/main" id="{49F167EA-1622-0DDF-C8C3-26D9069FB4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 rot="16200000" flipH="1">
                <a:off x="756392" y="2182202"/>
                <a:ext cx="737242" cy="1017465"/>
              </a:xfrm>
              <a:prstGeom prst="rect">
                <a:avLst/>
              </a:prstGeom>
            </p:spPr>
          </p:pic>
          <p:pic>
            <p:nvPicPr>
              <p:cNvPr id="29" name="Picture 28" descr="A lemon with leaves on it&#10;&#10;Description automatically generated">
                <a:extLst>
                  <a:ext uri="{FF2B5EF4-FFF2-40B4-BE49-F238E27FC236}">
                    <a16:creationId xmlns:a16="http://schemas.microsoft.com/office/drawing/2014/main" id="{4B72D192-9B87-D928-8C90-F40839AFEB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64845" y="2322312"/>
                <a:ext cx="953040" cy="111273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0466084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AC754-04F3-F53A-91A7-0FA3D1B30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73B2752-DA50-7FC2-40E6-7B0C5C606332}"/>
              </a:ext>
            </a:extLst>
          </p:cNvPr>
          <p:cNvSpPr/>
          <p:nvPr/>
        </p:nvSpPr>
        <p:spPr>
          <a:xfrm>
            <a:off x="4152332" y="200416"/>
            <a:ext cx="3993926" cy="64383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6F1B41-3465-D23D-EADF-6385F1168F63}"/>
              </a:ext>
            </a:extLst>
          </p:cNvPr>
          <p:cNvSpPr/>
          <p:nvPr/>
        </p:nvSpPr>
        <p:spPr>
          <a:xfrm>
            <a:off x="237995" y="200416"/>
            <a:ext cx="3895594" cy="643837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B8A8052-67C6-6599-09C6-1848544FDB54}"/>
              </a:ext>
            </a:extLst>
          </p:cNvPr>
          <p:cNvGrpSpPr/>
          <p:nvPr/>
        </p:nvGrpSpPr>
        <p:grpSpPr>
          <a:xfrm>
            <a:off x="779929" y="1416424"/>
            <a:ext cx="6880529" cy="3286800"/>
            <a:chOff x="406251" y="1386511"/>
            <a:chExt cx="7433502" cy="329878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9C3016D-0D1E-A02E-FE2C-1C8DB42DB365}"/>
                </a:ext>
              </a:extLst>
            </p:cNvPr>
            <p:cNvGrpSpPr/>
            <p:nvPr/>
          </p:nvGrpSpPr>
          <p:grpSpPr>
            <a:xfrm>
              <a:off x="4259311" y="1386511"/>
              <a:ext cx="3580442" cy="3298783"/>
              <a:chOff x="4182993" y="330859"/>
              <a:chExt cx="3580442" cy="3298783"/>
            </a:xfrm>
          </p:grpSpPr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E5BF7EE-7BFA-DAF0-4E26-C56E75EFE539}"/>
                  </a:ext>
                </a:extLst>
              </p:cNvPr>
              <p:cNvSpPr/>
              <p:nvPr/>
            </p:nvSpPr>
            <p:spPr>
              <a:xfrm>
                <a:off x="4182993" y="330859"/>
                <a:ext cx="3580442" cy="3298783"/>
              </a:xfrm>
              <a:prstGeom prst="roundRect">
                <a:avLst/>
              </a:prstGeom>
              <a:ln w="92075">
                <a:solidFill>
                  <a:srgbClr val="C00000">
                    <a:alpha val="60830"/>
                  </a:srgbClr>
                </a:solidFill>
              </a:ln>
              <a:effectLst>
                <a:glow rad="228600">
                  <a:schemeClr val="tx1">
                    <a:lumMod val="75000"/>
                    <a:lumOff val="25000"/>
                    <a:alpha val="40000"/>
                  </a:schemeClr>
                </a:glo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" name="Picture 12" descr="A close up of an orange&#10;&#10;Description automatically generated">
                <a:extLst>
                  <a:ext uri="{FF2B5EF4-FFF2-40B4-BE49-F238E27FC236}">
                    <a16:creationId xmlns:a16="http://schemas.microsoft.com/office/drawing/2014/main" id="{6855D507-56A8-998E-ACCC-D5000DD0D2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16915" y="423463"/>
                <a:ext cx="979041" cy="1083534"/>
              </a:xfrm>
              <a:prstGeom prst="rect">
                <a:avLst/>
              </a:prstGeom>
            </p:spPr>
          </p:pic>
          <p:pic>
            <p:nvPicPr>
              <p:cNvPr id="17" name="Picture 16" descr="A close-up of an orange&#10;&#10;Description automatically generated">
                <a:extLst>
                  <a:ext uri="{FF2B5EF4-FFF2-40B4-BE49-F238E27FC236}">
                    <a16:creationId xmlns:a16="http://schemas.microsoft.com/office/drawing/2014/main" id="{4113C3C5-6FA1-1A61-EEF3-E644BF6C5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536312" y="462840"/>
                <a:ext cx="1169927" cy="974939"/>
              </a:xfrm>
              <a:prstGeom prst="rect">
                <a:avLst/>
              </a:prstGeom>
            </p:spPr>
          </p:pic>
          <p:pic>
            <p:nvPicPr>
              <p:cNvPr id="19" name="Picture 18" descr="A close up of an orange&#10;&#10;Description automatically generated">
                <a:extLst>
                  <a:ext uri="{FF2B5EF4-FFF2-40B4-BE49-F238E27FC236}">
                    <a16:creationId xmlns:a16="http://schemas.microsoft.com/office/drawing/2014/main" id="{62E0360B-770E-C3C1-7E18-8096304F64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harpenSoften amount="50000"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517854" y="1582127"/>
                <a:ext cx="973577" cy="850598"/>
              </a:xfrm>
              <a:prstGeom prst="rect">
                <a:avLst/>
              </a:prstGeom>
            </p:spPr>
          </p:pic>
          <p:pic>
            <p:nvPicPr>
              <p:cNvPr id="21" name="Picture 20" descr="A close up of an orange&#10;&#10;Description automatically generated">
                <a:extLst>
                  <a:ext uri="{FF2B5EF4-FFF2-40B4-BE49-F238E27FC236}">
                    <a16:creationId xmlns:a16="http://schemas.microsoft.com/office/drawing/2014/main" id="{C5481AB4-C4D7-A6A8-DE19-2C11606E95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sharpenSoften amount="25000"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666136" y="1450176"/>
                <a:ext cx="1017464" cy="1083534"/>
              </a:xfrm>
              <a:prstGeom prst="rect">
                <a:avLst/>
              </a:prstGeom>
            </p:spPr>
          </p:pic>
          <p:pic>
            <p:nvPicPr>
              <p:cNvPr id="25" name="Picture 24" descr="A close up of an orange&#10;&#10;Description automatically generated">
                <a:extLst>
                  <a:ext uri="{FF2B5EF4-FFF2-40B4-BE49-F238E27FC236}">
                    <a16:creationId xmlns:a16="http://schemas.microsoft.com/office/drawing/2014/main" id="{DBD52BC6-F007-8B1C-9083-8897ECE128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sharpenSoften amount="25000"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850109" y="2432725"/>
                <a:ext cx="1169926" cy="1114652"/>
              </a:xfrm>
              <a:prstGeom prst="rect">
                <a:avLst/>
              </a:prstGeom>
            </p:spPr>
          </p:pic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323ABFA-612A-CA41-338D-890DF7F9892B}"/>
                </a:ext>
              </a:extLst>
            </p:cNvPr>
            <p:cNvGrpSpPr/>
            <p:nvPr/>
          </p:nvGrpSpPr>
          <p:grpSpPr>
            <a:xfrm>
              <a:off x="406251" y="1437779"/>
              <a:ext cx="7050033" cy="3196249"/>
              <a:chOff x="448235" y="326880"/>
              <a:chExt cx="7050033" cy="3196249"/>
            </a:xfrm>
          </p:grpSpPr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C0C83F49-F3AC-784C-D1E4-7FBE6D3779E2}"/>
                  </a:ext>
                </a:extLst>
              </p:cNvPr>
              <p:cNvSpPr/>
              <p:nvPr/>
            </p:nvSpPr>
            <p:spPr>
              <a:xfrm>
                <a:off x="448235" y="326880"/>
                <a:ext cx="3406589" cy="3196249"/>
              </a:xfrm>
              <a:prstGeom prst="roundRect">
                <a:avLst/>
              </a:prstGeom>
              <a:ln w="136525" cmpd="sng">
                <a:solidFill>
                  <a:srgbClr val="854BCF">
                    <a:alpha val="75000"/>
                  </a:srgb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onnsiteX0" fmla="*/ 0 w 3406589"/>
                          <a:gd name="connsiteY0" fmla="*/ 532719 h 3196249"/>
                          <a:gd name="connsiteX1" fmla="*/ 532719 w 3406589"/>
                          <a:gd name="connsiteY1" fmla="*/ 0 h 3196249"/>
                          <a:gd name="connsiteX2" fmla="*/ 2873870 w 3406589"/>
                          <a:gd name="connsiteY2" fmla="*/ 0 h 3196249"/>
                          <a:gd name="connsiteX3" fmla="*/ 3406589 w 3406589"/>
                          <a:gd name="connsiteY3" fmla="*/ 532719 h 3196249"/>
                          <a:gd name="connsiteX4" fmla="*/ 3406589 w 3406589"/>
                          <a:gd name="connsiteY4" fmla="*/ 2663530 h 3196249"/>
                          <a:gd name="connsiteX5" fmla="*/ 2873870 w 3406589"/>
                          <a:gd name="connsiteY5" fmla="*/ 3196249 h 3196249"/>
                          <a:gd name="connsiteX6" fmla="*/ 532719 w 3406589"/>
                          <a:gd name="connsiteY6" fmla="*/ 3196249 h 3196249"/>
                          <a:gd name="connsiteX7" fmla="*/ 0 w 3406589"/>
                          <a:gd name="connsiteY7" fmla="*/ 2663530 h 3196249"/>
                          <a:gd name="connsiteX8" fmla="*/ 0 w 3406589"/>
                          <a:gd name="connsiteY8" fmla="*/ 532719 h 319624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406589" h="3196249" fill="none" extrusionOk="0">
                            <a:moveTo>
                              <a:pt x="0" y="532719"/>
                            </a:moveTo>
                            <a:cubicBezTo>
                              <a:pt x="-18840" y="235459"/>
                              <a:pt x="247510" y="7363"/>
                              <a:pt x="532719" y="0"/>
                            </a:cubicBezTo>
                            <a:cubicBezTo>
                              <a:pt x="1605480" y="130954"/>
                              <a:pt x="1934091" y="43574"/>
                              <a:pt x="2873870" y="0"/>
                            </a:cubicBezTo>
                            <a:cubicBezTo>
                              <a:pt x="3173128" y="7771"/>
                              <a:pt x="3426772" y="263229"/>
                              <a:pt x="3406589" y="532719"/>
                            </a:cubicBezTo>
                            <a:cubicBezTo>
                              <a:pt x="3256150" y="1220567"/>
                              <a:pt x="3492468" y="1786686"/>
                              <a:pt x="3406589" y="2663530"/>
                            </a:cubicBezTo>
                            <a:cubicBezTo>
                              <a:pt x="3393398" y="2959909"/>
                              <a:pt x="3147627" y="3182134"/>
                              <a:pt x="2873870" y="3196249"/>
                            </a:cubicBezTo>
                            <a:cubicBezTo>
                              <a:pt x="2280893" y="3351446"/>
                              <a:pt x="1508156" y="3359269"/>
                              <a:pt x="532719" y="3196249"/>
                            </a:cubicBezTo>
                            <a:cubicBezTo>
                              <a:pt x="241396" y="3157152"/>
                              <a:pt x="-13473" y="2965610"/>
                              <a:pt x="0" y="2663530"/>
                            </a:cubicBezTo>
                            <a:cubicBezTo>
                              <a:pt x="64656" y="2086733"/>
                              <a:pt x="-17807" y="1194716"/>
                              <a:pt x="0" y="532719"/>
                            </a:cubicBezTo>
                            <a:close/>
                          </a:path>
                          <a:path w="3406589" h="3196249" stroke="0" extrusionOk="0">
                            <a:moveTo>
                              <a:pt x="0" y="532719"/>
                            </a:moveTo>
                            <a:cubicBezTo>
                              <a:pt x="-10851" y="231813"/>
                              <a:pt x="215309" y="8706"/>
                              <a:pt x="532719" y="0"/>
                            </a:cubicBezTo>
                            <a:cubicBezTo>
                              <a:pt x="1534735" y="132882"/>
                              <a:pt x="1741772" y="-84951"/>
                              <a:pt x="2873870" y="0"/>
                            </a:cubicBezTo>
                            <a:cubicBezTo>
                              <a:pt x="3146882" y="20704"/>
                              <a:pt x="3403218" y="257136"/>
                              <a:pt x="3406589" y="532719"/>
                            </a:cubicBezTo>
                            <a:cubicBezTo>
                              <a:pt x="3426776" y="1112827"/>
                              <a:pt x="3559069" y="1629223"/>
                              <a:pt x="3406589" y="2663530"/>
                            </a:cubicBezTo>
                            <a:cubicBezTo>
                              <a:pt x="3416044" y="2958865"/>
                              <a:pt x="3181041" y="3169582"/>
                              <a:pt x="2873870" y="3196249"/>
                            </a:cubicBezTo>
                            <a:cubicBezTo>
                              <a:pt x="2480130" y="3283888"/>
                              <a:pt x="1486446" y="3123570"/>
                              <a:pt x="532719" y="3196249"/>
                            </a:cubicBezTo>
                            <a:cubicBezTo>
                              <a:pt x="235255" y="3165246"/>
                              <a:pt x="-21677" y="2987868"/>
                              <a:pt x="0" y="2663530"/>
                            </a:cubicBezTo>
                            <a:cubicBezTo>
                              <a:pt x="-38581" y="1626247"/>
                              <a:pt x="63341" y="766501"/>
                              <a:pt x="0" y="532719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>
                <a:glow rad="221091">
                  <a:schemeClr val="tx1">
                    <a:lumMod val="85000"/>
                    <a:lumOff val="15000"/>
                    <a:alpha val="32000"/>
                  </a:schemeClr>
                </a:glo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" name="Picture 6" descr="A close up of a lemon&#10;&#10;Description automatically generated">
                <a:extLst>
                  <a:ext uri="{FF2B5EF4-FFF2-40B4-BE49-F238E27FC236}">
                    <a16:creationId xmlns:a16="http://schemas.microsoft.com/office/drawing/2014/main" id="{1D99A1C6-8FFC-E25B-8AE9-02480550CE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62628" y="427899"/>
                <a:ext cx="1017466" cy="903052"/>
              </a:xfrm>
              <a:prstGeom prst="rect">
                <a:avLst/>
              </a:prstGeom>
            </p:spPr>
          </p:pic>
          <p:pic>
            <p:nvPicPr>
              <p:cNvPr id="11" name="Picture 10" descr="A lemon with a leaf on it&#10;&#10;Description automatically generated">
                <a:extLst>
                  <a:ext uri="{FF2B5EF4-FFF2-40B4-BE49-F238E27FC236}">
                    <a16:creationId xmlns:a16="http://schemas.microsoft.com/office/drawing/2014/main" id="{6BDF25B5-232A-DCB6-339D-73991F50CE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678585" y="1126950"/>
                <a:ext cx="958281" cy="1195362"/>
              </a:xfrm>
              <a:prstGeom prst="rect">
                <a:avLst/>
              </a:prstGeom>
            </p:spPr>
          </p:pic>
          <p:pic>
            <p:nvPicPr>
              <p:cNvPr id="15" name="Picture 14" descr="A close-up of an orange&#10;&#10;Description automatically generated">
                <a:extLst>
                  <a:ext uri="{FF2B5EF4-FFF2-40B4-BE49-F238E27FC236}">
                    <a16:creationId xmlns:a16="http://schemas.microsoft.com/office/drawing/2014/main" id="{0AE5FF10-DF90-24BF-39EF-C6873BAAA3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harpenSoften amount="25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630381" y="2387532"/>
                <a:ext cx="867887" cy="1009998"/>
              </a:xfrm>
              <a:prstGeom prst="rect">
                <a:avLst/>
              </a:prstGeom>
            </p:spPr>
          </p:pic>
          <p:pic>
            <p:nvPicPr>
              <p:cNvPr id="23" name="Picture 22" descr="A close up of an orange&#10;&#10;Description automatically generated">
                <a:extLst>
                  <a:ext uri="{FF2B5EF4-FFF2-40B4-BE49-F238E27FC236}">
                    <a16:creationId xmlns:a16="http://schemas.microsoft.com/office/drawing/2014/main" id="{387D3183-BF30-DC70-0A5E-32E50CD460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 rot="16200000" flipH="1">
                <a:off x="934386" y="734807"/>
                <a:ext cx="737242" cy="1017465"/>
              </a:xfrm>
              <a:prstGeom prst="rect">
                <a:avLst/>
              </a:prstGeom>
            </p:spPr>
          </p:pic>
          <p:pic>
            <p:nvPicPr>
              <p:cNvPr id="29" name="Picture 28" descr="A lemon with leaves on it&#10;&#10;Description automatically generated">
                <a:extLst>
                  <a:ext uri="{FF2B5EF4-FFF2-40B4-BE49-F238E27FC236}">
                    <a16:creationId xmlns:a16="http://schemas.microsoft.com/office/drawing/2014/main" id="{E7E50635-8CAA-BDEA-A039-95B80623B4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04039" y="1829615"/>
                <a:ext cx="953040" cy="1112739"/>
              </a:xfrm>
              <a:prstGeom prst="rect">
                <a:avLst/>
              </a:prstGeom>
            </p:spPr>
          </p:pic>
        </p:grpSp>
      </p:grpSp>
      <p:pic>
        <p:nvPicPr>
          <p:cNvPr id="8" name="Picture 7" descr="A close up of an orange&#10;&#10;Description automatically generated">
            <a:extLst>
              <a:ext uri="{FF2B5EF4-FFF2-40B4-BE49-F238E27FC236}">
                <a16:creationId xmlns:a16="http://schemas.microsoft.com/office/drawing/2014/main" id="{6992B2FD-70E7-F938-62D4-1FC2DA146C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1378" y="2712542"/>
            <a:ext cx="901153" cy="847508"/>
          </a:xfrm>
          <a:prstGeom prst="rect">
            <a:avLst/>
          </a:prstGeom>
        </p:spPr>
      </p:pic>
      <p:pic>
        <p:nvPicPr>
          <p:cNvPr id="10" name="Picture 9" descr="A close up of an orange&#10;&#10;Description automatically generated">
            <a:extLst>
              <a:ext uri="{FF2B5EF4-FFF2-40B4-BE49-F238E27FC236}">
                <a16:creationId xmlns:a16="http://schemas.microsoft.com/office/drawing/2014/main" id="{9F4A4D4D-BF65-C08E-5AEC-3B130681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001" y="3474020"/>
            <a:ext cx="906211" cy="1079598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857C9AB-19DF-7E04-4016-3BEB6D7DDC02}"/>
              </a:ext>
            </a:extLst>
          </p:cNvPr>
          <p:cNvSpPr/>
          <p:nvPr/>
        </p:nvSpPr>
        <p:spPr>
          <a:xfrm>
            <a:off x="1457776" y="739036"/>
            <a:ext cx="1573107" cy="55114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CC72044-C747-95F1-ED5D-7459E261C58B}"/>
              </a:ext>
            </a:extLst>
          </p:cNvPr>
          <p:cNvSpPr/>
          <p:nvPr/>
        </p:nvSpPr>
        <p:spPr>
          <a:xfrm>
            <a:off x="5216856" y="717098"/>
            <a:ext cx="1573107" cy="551145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2</a:t>
            </a:r>
          </a:p>
        </p:txBody>
      </p:sp>
    </p:spTree>
    <p:extLst>
      <p:ext uri="{BB962C8B-B14F-4D97-AF65-F5344CB8AC3E}">
        <p14:creationId xmlns:p14="http://schemas.microsoft.com/office/powerpoint/2010/main" val="34750201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08C9A-6100-E9E6-03F4-118282485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2200815-2696-02C3-FA68-F5D994219541}"/>
              </a:ext>
            </a:extLst>
          </p:cNvPr>
          <p:cNvGrpSpPr/>
          <p:nvPr/>
        </p:nvGrpSpPr>
        <p:grpSpPr>
          <a:xfrm>
            <a:off x="4346363" y="1416424"/>
            <a:ext cx="3314095" cy="3286800"/>
            <a:chOff x="4346363" y="1416424"/>
            <a:chExt cx="3314095" cy="3286800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6935DB92-FB01-7DAC-118A-23CEACA7C4D0}"/>
                </a:ext>
              </a:extLst>
            </p:cNvPr>
            <p:cNvSpPr/>
            <p:nvPr/>
          </p:nvSpPr>
          <p:spPr>
            <a:xfrm>
              <a:off x="4346363" y="1416424"/>
              <a:ext cx="3314095" cy="3286800"/>
            </a:xfrm>
            <a:prstGeom prst="roundRect">
              <a:avLst/>
            </a:prstGeom>
            <a:ln w="92075">
              <a:solidFill>
                <a:srgbClr val="4DFF64">
                  <a:alpha val="61176"/>
                </a:srgbClr>
              </a:solidFill>
            </a:ln>
            <a:effectLst>
              <a:glow rad="228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close up of a lemon&#10;&#10;Description automatically generated">
              <a:extLst>
                <a:ext uri="{FF2B5EF4-FFF2-40B4-BE49-F238E27FC236}">
                  <a16:creationId xmlns:a16="http://schemas.microsoft.com/office/drawing/2014/main" id="{180666BA-EA99-5927-446C-25D6C0AF3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71617" y="1890022"/>
              <a:ext cx="941775" cy="1041214"/>
            </a:xfrm>
            <a:prstGeom prst="rect">
              <a:avLst/>
            </a:prstGeom>
          </p:spPr>
        </p:pic>
        <p:pic>
          <p:nvPicPr>
            <p:cNvPr id="17" name="Picture 16" descr="A close-up of an orange&#10;&#10;Description automatically generated">
              <a:extLst>
                <a:ext uri="{FF2B5EF4-FFF2-40B4-BE49-F238E27FC236}">
                  <a16:creationId xmlns:a16="http://schemas.microsoft.com/office/drawing/2014/main" id="{AB50322F-F5B5-36BF-63C1-E98A43469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99009" y="1547926"/>
              <a:ext cx="1082897" cy="971397"/>
            </a:xfrm>
            <a:prstGeom prst="rect">
              <a:avLst/>
            </a:prstGeom>
          </p:spPr>
        </p:pic>
        <p:pic>
          <p:nvPicPr>
            <p:cNvPr id="19" name="Picture 18" descr="A close up of an orange&#10;&#10;Description automatically generated">
              <a:extLst>
                <a:ext uri="{FF2B5EF4-FFF2-40B4-BE49-F238E27FC236}">
                  <a16:creationId xmlns:a16="http://schemas.microsoft.com/office/drawing/2014/main" id="{14A9EBBA-9ACB-B7D1-4C91-55EAAF7C3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656314" y="2663147"/>
              <a:ext cx="901153" cy="847508"/>
            </a:xfrm>
            <a:prstGeom prst="rect">
              <a:avLst/>
            </a:prstGeom>
          </p:spPr>
        </p:pic>
        <p:pic>
          <p:nvPicPr>
            <p:cNvPr id="21" name="Picture 20" descr="A close up of an orange&#10;&#10;Description automatically generated">
              <a:extLst>
                <a:ext uri="{FF2B5EF4-FFF2-40B4-BE49-F238E27FC236}">
                  <a16:creationId xmlns:a16="http://schemas.microsoft.com/office/drawing/2014/main" id="{5882F30B-7799-38F8-0C7C-156D167BB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40121" y="2502952"/>
              <a:ext cx="941775" cy="1079598"/>
            </a:xfrm>
            <a:prstGeom prst="rect">
              <a:avLst/>
            </a:prstGeom>
          </p:spPr>
        </p:pic>
        <p:pic>
          <p:nvPicPr>
            <p:cNvPr id="27" name="Picture 26" descr="A close up of a lemon&#10;&#10;Description automatically generated">
              <a:extLst>
                <a:ext uri="{FF2B5EF4-FFF2-40B4-BE49-F238E27FC236}">
                  <a16:creationId xmlns:a16="http://schemas.microsoft.com/office/drawing/2014/main" id="{47B406B4-CFA4-6B6B-94CD-9E411C5B7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88018" y="3582550"/>
              <a:ext cx="941775" cy="869560"/>
            </a:xfrm>
            <a:prstGeom prst="rect">
              <a:avLst/>
            </a:prstGeom>
          </p:spPr>
        </p:pic>
        <p:pic>
          <p:nvPicPr>
            <p:cNvPr id="7" name="Picture 6" descr="A close up of a lemon&#10;&#10;Description automatically generated">
              <a:extLst>
                <a:ext uri="{FF2B5EF4-FFF2-40B4-BE49-F238E27FC236}">
                  <a16:creationId xmlns:a16="http://schemas.microsoft.com/office/drawing/2014/main" id="{4DC44962-6EE9-02C8-9CCF-B0FED73E3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13153" y="1617537"/>
              <a:ext cx="941777" cy="899771"/>
            </a:xfrm>
            <a:prstGeom prst="rect">
              <a:avLst/>
            </a:prstGeom>
          </p:spPr>
        </p:pic>
        <p:pic>
          <p:nvPicPr>
            <p:cNvPr id="9" name="Picture 8" descr="A close up of a lemon&#10;&#10;Description automatically generated">
              <a:extLst>
                <a:ext uri="{FF2B5EF4-FFF2-40B4-BE49-F238E27FC236}">
                  <a16:creationId xmlns:a16="http://schemas.microsoft.com/office/drawing/2014/main" id="{FBCD5871-B724-A3ED-12D3-9D681FCDE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40641" y="3637804"/>
              <a:ext cx="1040747" cy="899772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84E2C6A-82F2-E5DC-26A1-915E3255D7A2}"/>
              </a:ext>
            </a:extLst>
          </p:cNvPr>
          <p:cNvGrpSpPr/>
          <p:nvPr/>
        </p:nvGrpSpPr>
        <p:grpSpPr>
          <a:xfrm>
            <a:off x="779929" y="1467506"/>
            <a:ext cx="3153175" cy="3184638"/>
            <a:chOff x="779929" y="1467506"/>
            <a:chExt cx="3153175" cy="3184638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F15B13D-BE9D-559C-B3D7-E1B4662AA538}"/>
                </a:ext>
              </a:extLst>
            </p:cNvPr>
            <p:cNvSpPr/>
            <p:nvPr/>
          </p:nvSpPr>
          <p:spPr>
            <a:xfrm>
              <a:off x="779929" y="1467506"/>
              <a:ext cx="3153175" cy="3184638"/>
            </a:xfrm>
            <a:prstGeom prst="roundRect">
              <a:avLst/>
            </a:prstGeom>
            <a:ln w="136525" cmpd="sng">
              <a:solidFill>
                <a:srgbClr val="00B0F0">
                  <a:alpha val="75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3406589"/>
                        <a:gd name="connsiteY0" fmla="*/ 532719 h 3196249"/>
                        <a:gd name="connsiteX1" fmla="*/ 532719 w 3406589"/>
                        <a:gd name="connsiteY1" fmla="*/ 0 h 3196249"/>
                        <a:gd name="connsiteX2" fmla="*/ 2873870 w 3406589"/>
                        <a:gd name="connsiteY2" fmla="*/ 0 h 3196249"/>
                        <a:gd name="connsiteX3" fmla="*/ 3406589 w 3406589"/>
                        <a:gd name="connsiteY3" fmla="*/ 532719 h 3196249"/>
                        <a:gd name="connsiteX4" fmla="*/ 3406589 w 3406589"/>
                        <a:gd name="connsiteY4" fmla="*/ 2663530 h 3196249"/>
                        <a:gd name="connsiteX5" fmla="*/ 2873870 w 3406589"/>
                        <a:gd name="connsiteY5" fmla="*/ 3196249 h 3196249"/>
                        <a:gd name="connsiteX6" fmla="*/ 532719 w 3406589"/>
                        <a:gd name="connsiteY6" fmla="*/ 3196249 h 3196249"/>
                        <a:gd name="connsiteX7" fmla="*/ 0 w 3406589"/>
                        <a:gd name="connsiteY7" fmla="*/ 2663530 h 3196249"/>
                        <a:gd name="connsiteX8" fmla="*/ 0 w 3406589"/>
                        <a:gd name="connsiteY8" fmla="*/ 532719 h 31962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406589" h="3196249" fill="none" extrusionOk="0">
                          <a:moveTo>
                            <a:pt x="0" y="532719"/>
                          </a:moveTo>
                          <a:cubicBezTo>
                            <a:pt x="-18840" y="235459"/>
                            <a:pt x="247510" y="7363"/>
                            <a:pt x="532719" y="0"/>
                          </a:cubicBezTo>
                          <a:cubicBezTo>
                            <a:pt x="1605480" y="130954"/>
                            <a:pt x="1934091" y="43574"/>
                            <a:pt x="2873870" y="0"/>
                          </a:cubicBezTo>
                          <a:cubicBezTo>
                            <a:pt x="3173128" y="7771"/>
                            <a:pt x="3426772" y="263229"/>
                            <a:pt x="3406589" y="532719"/>
                          </a:cubicBezTo>
                          <a:cubicBezTo>
                            <a:pt x="3256150" y="1220567"/>
                            <a:pt x="3492468" y="1786686"/>
                            <a:pt x="3406589" y="2663530"/>
                          </a:cubicBezTo>
                          <a:cubicBezTo>
                            <a:pt x="3393398" y="2959909"/>
                            <a:pt x="3147627" y="3182134"/>
                            <a:pt x="2873870" y="3196249"/>
                          </a:cubicBezTo>
                          <a:cubicBezTo>
                            <a:pt x="2280893" y="3351446"/>
                            <a:pt x="1508156" y="3359269"/>
                            <a:pt x="532719" y="3196249"/>
                          </a:cubicBezTo>
                          <a:cubicBezTo>
                            <a:pt x="241396" y="3157152"/>
                            <a:pt x="-13473" y="2965610"/>
                            <a:pt x="0" y="2663530"/>
                          </a:cubicBezTo>
                          <a:cubicBezTo>
                            <a:pt x="64656" y="2086733"/>
                            <a:pt x="-17807" y="1194716"/>
                            <a:pt x="0" y="532719"/>
                          </a:cubicBezTo>
                          <a:close/>
                        </a:path>
                        <a:path w="3406589" h="3196249" stroke="0" extrusionOk="0">
                          <a:moveTo>
                            <a:pt x="0" y="532719"/>
                          </a:moveTo>
                          <a:cubicBezTo>
                            <a:pt x="-10851" y="231813"/>
                            <a:pt x="215309" y="8706"/>
                            <a:pt x="532719" y="0"/>
                          </a:cubicBezTo>
                          <a:cubicBezTo>
                            <a:pt x="1534735" y="132882"/>
                            <a:pt x="1741772" y="-84951"/>
                            <a:pt x="2873870" y="0"/>
                          </a:cubicBezTo>
                          <a:cubicBezTo>
                            <a:pt x="3146882" y="20704"/>
                            <a:pt x="3403218" y="257136"/>
                            <a:pt x="3406589" y="532719"/>
                          </a:cubicBezTo>
                          <a:cubicBezTo>
                            <a:pt x="3426776" y="1112827"/>
                            <a:pt x="3559069" y="1629223"/>
                            <a:pt x="3406589" y="2663530"/>
                          </a:cubicBezTo>
                          <a:cubicBezTo>
                            <a:pt x="3416044" y="2958865"/>
                            <a:pt x="3181041" y="3169582"/>
                            <a:pt x="2873870" y="3196249"/>
                          </a:cubicBezTo>
                          <a:cubicBezTo>
                            <a:pt x="2480130" y="3283888"/>
                            <a:pt x="1486446" y="3123570"/>
                            <a:pt x="532719" y="3196249"/>
                          </a:cubicBezTo>
                          <a:cubicBezTo>
                            <a:pt x="235255" y="3165246"/>
                            <a:pt x="-21677" y="2987868"/>
                            <a:pt x="0" y="2663530"/>
                          </a:cubicBezTo>
                          <a:cubicBezTo>
                            <a:pt x="-38581" y="1626247"/>
                            <a:pt x="63341" y="766501"/>
                            <a:pt x="0" y="53271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glow rad="221091">
                <a:schemeClr val="tx1">
                  <a:lumMod val="85000"/>
                  <a:lumOff val="15000"/>
                  <a:alpha val="32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 descr="A close up of an orange&#10;&#10;Description automatically generated">
              <a:extLst>
                <a:ext uri="{FF2B5EF4-FFF2-40B4-BE49-F238E27FC236}">
                  <a16:creationId xmlns:a16="http://schemas.microsoft.com/office/drawing/2014/main" id="{A0628121-19D3-DE18-AD94-3998061CF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95006" y="1724871"/>
              <a:ext cx="906211" cy="1079598"/>
            </a:xfrm>
            <a:prstGeom prst="rect">
              <a:avLst/>
            </a:prstGeom>
          </p:spPr>
        </p:pic>
        <p:pic>
          <p:nvPicPr>
            <p:cNvPr id="25" name="Picture 24" descr="A close up of an orange&#10;&#10;Description automatically generated">
              <a:extLst>
                <a:ext uri="{FF2B5EF4-FFF2-40B4-BE49-F238E27FC236}">
                  <a16:creationId xmlns:a16="http://schemas.microsoft.com/office/drawing/2014/main" id="{21403A50-8706-501A-1BB4-65CBC3597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083871" y="1583603"/>
              <a:ext cx="906908" cy="1110603"/>
            </a:xfrm>
            <a:prstGeom prst="rect">
              <a:avLst/>
            </a:prstGeom>
          </p:spPr>
        </p:pic>
        <p:pic>
          <p:nvPicPr>
            <p:cNvPr id="11" name="Picture 10" descr="A lemon with a leaf on it&#10;&#10;Description automatically generated">
              <a:extLst>
                <a:ext uri="{FF2B5EF4-FFF2-40B4-BE49-F238E27FC236}">
                  <a16:creationId xmlns:a16="http://schemas.microsoft.com/office/drawing/2014/main" id="{202C0334-C525-1061-4982-881F5E5F1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44365" y="2264670"/>
              <a:ext cx="886995" cy="1191020"/>
            </a:xfrm>
            <a:prstGeom prst="rect">
              <a:avLst/>
            </a:prstGeom>
          </p:spPr>
        </p:pic>
        <p:pic>
          <p:nvPicPr>
            <p:cNvPr id="15" name="Picture 14" descr="A close-up of an orange&#10;&#10;Description automatically generated">
              <a:extLst>
                <a:ext uri="{FF2B5EF4-FFF2-40B4-BE49-F238E27FC236}">
                  <a16:creationId xmlns:a16="http://schemas.microsoft.com/office/drawing/2014/main" id="{683B700C-8837-E3DD-33CD-619403CEE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794805" y="2654621"/>
              <a:ext cx="803326" cy="1006329"/>
            </a:xfrm>
            <a:prstGeom prst="rect">
              <a:avLst/>
            </a:prstGeom>
          </p:spPr>
        </p:pic>
        <p:pic>
          <p:nvPicPr>
            <p:cNvPr id="23" name="Picture 22" descr="A close up of an orange&#10;&#10;Description automatically generated">
              <a:extLst>
                <a:ext uri="{FF2B5EF4-FFF2-40B4-BE49-F238E27FC236}">
                  <a16:creationId xmlns:a16="http://schemas.microsoft.com/office/drawing/2014/main" id="{F582872E-9579-41C1-A596-1A8876DFF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16200000" flipH="1">
              <a:off x="1034020" y="3428986"/>
              <a:ext cx="734564" cy="941776"/>
            </a:xfrm>
            <a:prstGeom prst="rect">
              <a:avLst/>
            </a:prstGeom>
          </p:spPr>
        </p:pic>
        <p:pic>
          <p:nvPicPr>
            <p:cNvPr id="29" name="Picture 28" descr="A lemon with leaves on it&#10;&#10;Description automatically generated">
              <a:extLst>
                <a:ext uri="{FF2B5EF4-FFF2-40B4-BE49-F238E27FC236}">
                  <a16:creationId xmlns:a16="http://schemas.microsoft.com/office/drawing/2014/main" id="{19485C61-97D8-E3B3-60E7-79580294E3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549707" y="3472471"/>
              <a:ext cx="882144" cy="11086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58732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74252B36-7FE5-C794-70A0-FD6A7B7B3FE1}"/>
              </a:ext>
            </a:extLst>
          </p:cNvPr>
          <p:cNvSpPr/>
          <p:nvPr/>
        </p:nvSpPr>
        <p:spPr>
          <a:xfrm>
            <a:off x="4305087" y="1488209"/>
            <a:ext cx="4298000" cy="51101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7A8E744-AFFD-35AD-8484-329A38365726}"/>
              </a:ext>
            </a:extLst>
          </p:cNvPr>
          <p:cNvSpPr/>
          <p:nvPr/>
        </p:nvSpPr>
        <p:spPr>
          <a:xfrm>
            <a:off x="154547" y="1518207"/>
            <a:ext cx="4061412" cy="50801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7288D1A-D7C5-22BB-19E9-F76616E0C80A}"/>
              </a:ext>
            </a:extLst>
          </p:cNvPr>
          <p:cNvGrpSpPr/>
          <p:nvPr/>
        </p:nvGrpSpPr>
        <p:grpSpPr>
          <a:xfrm>
            <a:off x="5242208" y="3107167"/>
            <a:ext cx="2355350" cy="2121786"/>
            <a:chOff x="4182993" y="330859"/>
            <a:chExt cx="3580442" cy="3298783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C5839442-6919-C9D9-7F8A-8512196AFB7D}"/>
                </a:ext>
              </a:extLst>
            </p:cNvPr>
            <p:cNvSpPr/>
            <p:nvPr/>
          </p:nvSpPr>
          <p:spPr>
            <a:xfrm>
              <a:off x="4182993" y="330859"/>
              <a:ext cx="3580442" cy="3298783"/>
            </a:xfrm>
            <a:prstGeom prst="roundRect">
              <a:avLst/>
            </a:prstGeom>
            <a:ln w="92075">
              <a:solidFill>
                <a:srgbClr val="C00000">
                  <a:alpha val="60830"/>
                </a:srgbClr>
              </a:solidFill>
            </a:ln>
            <a:effectLst>
              <a:glow rad="228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0" name="Picture 29" descr="A close up of a lemon&#10;&#10;Description automatically generated">
              <a:extLst>
                <a:ext uri="{FF2B5EF4-FFF2-40B4-BE49-F238E27FC236}">
                  <a16:creationId xmlns:a16="http://schemas.microsoft.com/office/drawing/2014/main" id="{273F02ED-887C-1100-51F7-FE4DD2F64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87086" y="806184"/>
              <a:ext cx="1017464" cy="1045010"/>
            </a:xfrm>
            <a:prstGeom prst="rect">
              <a:avLst/>
            </a:prstGeom>
          </p:spPr>
        </p:pic>
        <p:pic>
          <p:nvPicPr>
            <p:cNvPr id="31" name="Picture 30" descr="A close up of an orange&#10;&#10;Description automatically generated">
              <a:extLst>
                <a:ext uri="{FF2B5EF4-FFF2-40B4-BE49-F238E27FC236}">
                  <a16:creationId xmlns:a16="http://schemas.microsoft.com/office/drawing/2014/main" id="{69DEB5BB-F4CB-E614-EDDC-0AC472365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6915" y="423463"/>
              <a:ext cx="979041" cy="1083534"/>
            </a:xfrm>
            <a:prstGeom prst="rect">
              <a:avLst/>
            </a:prstGeom>
          </p:spPr>
        </p:pic>
        <p:pic>
          <p:nvPicPr>
            <p:cNvPr id="32" name="Picture 31" descr="A close-up of an orange&#10;&#10;Description automatically generated">
              <a:extLst>
                <a:ext uri="{FF2B5EF4-FFF2-40B4-BE49-F238E27FC236}">
                  <a16:creationId xmlns:a16="http://schemas.microsoft.com/office/drawing/2014/main" id="{0791069C-4F78-2669-C1FB-51C8E8B64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36312" y="462840"/>
              <a:ext cx="1169927" cy="974939"/>
            </a:xfrm>
            <a:prstGeom prst="rect">
              <a:avLst/>
            </a:prstGeom>
          </p:spPr>
        </p:pic>
        <p:pic>
          <p:nvPicPr>
            <p:cNvPr id="33" name="Picture 32" descr="A close up of an orange&#10;&#10;Description automatically generated">
              <a:extLst>
                <a:ext uri="{FF2B5EF4-FFF2-40B4-BE49-F238E27FC236}">
                  <a16:creationId xmlns:a16="http://schemas.microsoft.com/office/drawing/2014/main" id="{FDBCDA14-7604-D57E-0B8F-3CE41F0D9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517854" y="1582127"/>
              <a:ext cx="973577" cy="850598"/>
            </a:xfrm>
            <a:prstGeom prst="rect">
              <a:avLst/>
            </a:prstGeom>
          </p:spPr>
        </p:pic>
        <p:pic>
          <p:nvPicPr>
            <p:cNvPr id="34" name="Picture 33" descr="A close up of an orange&#10;&#10;Description automatically generated">
              <a:extLst>
                <a:ext uri="{FF2B5EF4-FFF2-40B4-BE49-F238E27FC236}">
                  <a16:creationId xmlns:a16="http://schemas.microsoft.com/office/drawing/2014/main" id="{A0FE4D20-2D59-4BEC-1FFD-F89D8CEE6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688764" y="1421348"/>
              <a:ext cx="1017464" cy="1083534"/>
            </a:xfrm>
            <a:prstGeom prst="rect">
              <a:avLst/>
            </a:prstGeom>
          </p:spPr>
        </p:pic>
        <p:pic>
          <p:nvPicPr>
            <p:cNvPr id="35" name="Picture 34" descr="A close up of an orange&#10;&#10;Description automatically generated">
              <a:extLst>
                <a:ext uri="{FF2B5EF4-FFF2-40B4-BE49-F238E27FC236}">
                  <a16:creationId xmlns:a16="http://schemas.microsoft.com/office/drawing/2014/main" id="{4BEF75D5-6EEF-7BE7-98F6-D0DBE1F74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50109" y="2386867"/>
              <a:ext cx="1169927" cy="1114652"/>
            </a:xfrm>
            <a:prstGeom prst="rect">
              <a:avLst/>
            </a:prstGeom>
          </p:spPr>
        </p:pic>
        <p:pic>
          <p:nvPicPr>
            <p:cNvPr id="36" name="Picture 35" descr="A close up of a lemon&#10;&#10;Description automatically generated">
              <a:extLst>
                <a:ext uri="{FF2B5EF4-FFF2-40B4-BE49-F238E27FC236}">
                  <a16:creationId xmlns:a16="http://schemas.microsoft.com/office/drawing/2014/main" id="{4117FE27-E89C-95C7-D819-228AA1C77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388732" y="2504882"/>
              <a:ext cx="1017464" cy="87273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68B2BB-3278-AF32-CDEB-927EF16B4A0D}"/>
              </a:ext>
            </a:extLst>
          </p:cNvPr>
          <p:cNvGrpSpPr/>
          <p:nvPr/>
        </p:nvGrpSpPr>
        <p:grpSpPr>
          <a:xfrm>
            <a:off x="1121414" y="3192058"/>
            <a:ext cx="2240983" cy="2055836"/>
            <a:chOff x="448234" y="326880"/>
            <a:chExt cx="3406588" cy="3196249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32B9C945-F45E-BA65-D898-5964E99CB02E}"/>
                </a:ext>
              </a:extLst>
            </p:cNvPr>
            <p:cNvSpPr/>
            <p:nvPr/>
          </p:nvSpPr>
          <p:spPr>
            <a:xfrm>
              <a:off x="448234" y="326880"/>
              <a:ext cx="3406588" cy="3196249"/>
            </a:xfrm>
            <a:prstGeom prst="roundRect">
              <a:avLst/>
            </a:prstGeom>
            <a:ln w="136525" cmpd="sng">
              <a:solidFill>
                <a:srgbClr val="854BCF">
                  <a:alpha val="75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3406589"/>
                        <a:gd name="connsiteY0" fmla="*/ 532719 h 3196249"/>
                        <a:gd name="connsiteX1" fmla="*/ 532719 w 3406589"/>
                        <a:gd name="connsiteY1" fmla="*/ 0 h 3196249"/>
                        <a:gd name="connsiteX2" fmla="*/ 2873870 w 3406589"/>
                        <a:gd name="connsiteY2" fmla="*/ 0 h 3196249"/>
                        <a:gd name="connsiteX3" fmla="*/ 3406589 w 3406589"/>
                        <a:gd name="connsiteY3" fmla="*/ 532719 h 3196249"/>
                        <a:gd name="connsiteX4" fmla="*/ 3406589 w 3406589"/>
                        <a:gd name="connsiteY4" fmla="*/ 2663530 h 3196249"/>
                        <a:gd name="connsiteX5" fmla="*/ 2873870 w 3406589"/>
                        <a:gd name="connsiteY5" fmla="*/ 3196249 h 3196249"/>
                        <a:gd name="connsiteX6" fmla="*/ 532719 w 3406589"/>
                        <a:gd name="connsiteY6" fmla="*/ 3196249 h 3196249"/>
                        <a:gd name="connsiteX7" fmla="*/ 0 w 3406589"/>
                        <a:gd name="connsiteY7" fmla="*/ 2663530 h 3196249"/>
                        <a:gd name="connsiteX8" fmla="*/ 0 w 3406589"/>
                        <a:gd name="connsiteY8" fmla="*/ 532719 h 31962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406589" h="3196249" fill="none" extrusionOk="0">
                          <a:moveTo>
                            <a:pt x="0" y="532719"/>
                          </a:moveTo>
                          <a:cubicBezTo>
                            <a:pt x="-18840" y="235459"/>
                            <a:pt x="247510" y="7363"/>
                            <a:pt x="532719" y="0"/>
                          </a:cubicBezTo>
                          <a:cubicBezTo>
                            <a:pt x="1605480" y="130954"/>
                            <a:pt x="1934091" y="43574"/>
                            <a:pt x="2873870" y="0"/>
                          </a:cubicBezTo>
                          <a:cubicBezTo>
                            <a:pt x="3173128" y="7771"/>
                            <a:pt x="3426772" y="263229"/>
                            <a:pt x="3406589" y="532719"/>
                          </a:cubicBezTo>
                          <a:cubicBezTo>
                            <a:pt x="3256150" y="1220567"/>
                            <a:pt x="3492468" y="1786686"/>
                            <a:pt x="3406589" y="2663530"/>
                          </a:cubicBezTo>
                          <a:cubicBezTo>
                            <a:pt x="3393398" y="2959909"/>
                            <a:pt x="3147627" y="3182134"/>
                            <a:pt x="2873870" y="3196249"/>
                          </a:cubicBezTo>
                          <a:cubicBezTo>
                            <a:pt x="2280893" y="3351446"/>
                            <a:pt x="1508156" y="3359269"/>
                            <a:pt x="532719" y="3196249"/>
                          </a:cubicBezTo>
                          <a:cubicBezTo>
                            <a:pt x="241396" y="3157152"/>
                            <a:pt x="-13473" y="2965610"/>
                            <a:pt x="0" y="2663530"/>
                          </a:cubicBezTo>
                          <a:cubicBezTo>
                            <a:pt x="64656" y="2086733"/>
                            <a:pt x="-17807" y="1194716"/>
                            <a:pt x="0" y="532719"/>
                          </a:cubicBezTo>
                          <a:close/>
                        </a:path>
                        <a:path w="3406589" h="3196249" stroke="0" extrusionOk="0">
                          <a:moveTo>
                            <a:pt x="0" y="532719"/>
                          </a:moveTo>
                          <a:cubicBezTo>
                            <a:pt x="-10851" y="231813"/>
                            <a:pt x="215309" y="8706"/>
                            <a:pt x="532719" y="0"/>
                          </a:cubicBezTo>
                          <a:cubicBezTo>
                            <a:pt x="1534735" y="132882"/>
                            <a:pt x="1741772" y="-84951"/>
                            <a:pt x="2873870" y="0"/>
                          </a:cubicBezTo>
                          <a:cubicBezTo>
                            <a:pt x="3146882" y="20704"/>
                            <a:pt x="3403218" y="257136"/>
                            <a:pt x="3406589" y="532719"/>
                          </a:cubicBezTo>
                          <a:cubicBezTo>
                            <a:pt x="3426776" y="1112827"/>
                            <a:pt x="3559069" y="1629223"/>
                            <a:pt x="3406589" y="2663530"/>
                          </a:cubicBezTo>
                          <a:cubicBezTo>
                            <a:pt x="3416044" y="2958865"/>
                            <a:pt x="3181041" y="3169582"/>
                            <a:pt x="2873870" y="3196249"/>
                          </a:cubicBezTo>
                          <a:cubicBezTo>
                            <a:pt x="2480130" y="3283888"/>
                            <a:pt x="1486446" y="3123570"/>
                            <a:pt x="532719" y="3196249"/>
                          </a:cubicBezTo>
                          <a:cubicBezTo>
                            <a:pt x="235255" y="3165246"/>
                            <a:pt x="-21677" y="2987868"/>
                            <a:pt x="0" y="2663530"/>
                          </a:cubicBezTo>
                          <a:cubicBezTo>
                            <a:pt x="-38581" y="1626247"/>
                            <a:pt x="63341" y="766501"/>
                            <a:pt x="0" y="53271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glow rad="221091">
                <a:schemeClr val="tx1">
                  <a:lumMod val="85000"/>
                  <a:lumOff val="15000"/>
                  <a:alpha val="32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 descr="A close up of a lemon&#10;&#10;Description automatically generated">
              <a:extLst>
                <a:ext uri="{FF2B5EF4-FFF2-40B4-BE49-F238E27FC236}">
                  <a16:creationId xmlns:a16="http://schemas.microsoft.com/office/drawing/2014/main" id="{BB8E6B51-9BD0-89EA-A315-6DCCD8F0F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67219" y="462840"/>
              <a:ext cx="1017466" cy="903052"/>
            </a:xfrm>
            <a:prstGeom prst="rect">
              <a:avLst/>
            </a:prstGeom>
          </p:spPr>
        </p:pic>
        <p:pic>
          <p:nvPicPr>
            <p:cNvPr id="24" name="Picture 23" descr="A close up of a lemon&#10;&#10;Description automatically generated">
              <a:extLst>
                <a:ext uri="{FF2B5EF4-FFF2-40B4-BE49-F238E27FC236}">
                  <a16:creationId xmlns:a16="http://schemas.microsoft.com/office/drawing/2014/main" id="{BA4136B3-853C-BFAA-9B31-A5D948C18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43907" y="1126950"/>
              <a:ext cx="1124390" cy="903053"/>
            </a:xfrm>
            <a:prstGeom prst="rect">
              <a:avLst/>
            </a:prstGeom>
          </p:spPr>
        </p:pic>
        <p:pic>
          <p:nvPicPr>
            <p:cNvPr id="25" name="Picture 24" descr="A lemon with a leaf on it&#10;&#10;Description automatically generated">
              <a:extLst>
                <a:ext uri="{FF2B5EF4-FFF2-40B4-BE49-F238E27FC236}">
                  <a16:creationId xmlns:a16="http://schemas.microsoft.com/office/drawing/2014/main" id="{D1FA02C3-A71D-8B0F-BB23-DD569D752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678585" y="1126950"/>
              <a:ext cx="958281" cy="1195362"/>
            </a:xfrm>
            <a:prstGeom prst="rect">
              <a:avLst/>
            </a:prstGeom>
          </p:spPr>
        </p:pic>
        <p:pic>
          <p:nvPicPr>
            <p:cNvPr id="26" name="Picture 25" descr="A close-up of an orange&#10;&#10;Description automatically generated">
              <a:extLst>
                <a:ext uri="{FF2B5EF4-FFF2-40B4-BE49-F238E27FC236}">
                  <a16:creationId xmlns:a16="http://schemas.microsoft.com/office/drawing/2014/main" id="{9E449B23-F554-4A15-74CD-6B2E80CA5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737804" y="1366532"/>
              <a:ext cx="867888" cy="1009998"/>
            </a:xfrm>
            <a:prstGeom prst="rect">
              <a:avLst/>
            </a:prstGeom>
          </p:spPr>
        </p:pic>
        <p:pic>
          <p:nvPicPr>
            <p:cNvPr id="27" name="Picture 26" descr="A close up of an orange&#10;&#10;Description automatically generated">
              <a:extLst>
                <a:ext uri="{FF2B5EF4-FFF2-40B4-BE49-F238E27FC236}">
                  <a16:creationId xmlns:a16="http://schemas.microsoft.com/office/drawing/2014/main" id="{4CCB333D-8620-2514-1301-E71FEBF86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16200000" flipH="1">
              <a:off x="756392" y="2182202"/>
              <a:ext cx="737242" cy="1017465"/>
            </a:xfrm>
            <a:prstGeom prst="rect">
              <a:avLst/>
            </a:prstGeom>
          </p:spPr>
        </p:pic>
        <p:pic>
          <p:nvPicPr>
            <p:cNvPr id="28" name="Picture 27" descr="A lemon with leaves on it&#10;&#10;Description automatically generated">
              <a:extLst>
                <a:ext uri="{FF2B5EF4-FFF2-40B4-BE49-F238E27FC236}">
                  <a16:creationId xmlns:a16="http://schemas.microsoft.com/office/drawing/2014/main" id="{A9CCA20B-8735-FCDB-75FF-514A92274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219710" y="2338349"/>
              <a:ext cx="913120" cy="1066130"/>
            </a:xfrm>
            <a:prstGeom prst="rect">
              <a:avLst/>
            </a:prstGeom>
          </p:spPr>
        </p:pic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54289FD-73EA-EFD2-149A-DCED2725F8C9}"/>
              </a:ext>
            </a:extLst>
          </p:cNvPr>
          <p:cNvCxnSpPr>
            <a:stCxn id="5" idx="2"/>
            <a:endCxn id="22" idx="0"/>
          </p:cNvCxnSpPr>
          <p:nvPr/>
        </p:nvCxnSpPr>
        <p:spPr>
          <a:xfrm flipH="1">
            <a:off x="2241906" y="2394361"/>
            <a:ext cx="1978608" cy="797697"/>
          </a:xfrm>
          <a:prstGeom prst="straightConnector1">
            <a:avLst/>
          </a:prstGeom>
          <a:ln w="88900">
            <a:solidFill>
              <a:srgbClr val="7030A0"/>
            </a:solidFill>
            <a:tailEnd type="triangle"/>
          </a:ln>
          <a:effectLst>
            <a:glow rad="50800">
              <a:schemeClr val="tx1">
                <a:lumMod val="95000"/>
                <a:lumOff val="5000"/>
                <a:alpha val="40000"/>
              </a:schemeClr>
            </a:glow>
            <a:outerShdw blurRad="50800" dist="38100" dir="2700000" algn="tl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64BC9D1-2201-CB8A-992C-4EFF0E7B2314}"/>
              </a:ext>
            </a:extLst>
          </p:cNvPr>
          <p:cNvCxnSpPr>
            <a:cxnSpLocks/>
            <a:stCxn id="5" idx="2"/>
            <a:endCxn id="29" idx="0"/>
          </p:cNvCxnSpPr>
          <p:nvPr/>
        </p:nvCxnSpPr>
        <p:spPr>
          <a:xfrm>
            <a:off x="4220514" y="2394361"/>
            <a:ext cx="2199369" cy="712806"/>
          </a:xfrm>
          <a:prstGeom prst="straightConnector1">
            <a:avLst/>
          </a:prstGeom>
          <a:ln w="88900">
            <a:solidFill>
              <a:schemeClr val="accent2">
                <a:lumMod val="75000"/>
              </a:schemeClr>
            </a:solidFill>
            <a:tailEnd type="triangle"/>
          </a:ln>
          <a:effectLst>
            <a:glow rad="38100">
              <a:schemeClr val="bg2">
                <a:lumMod val="10000"/>
                <a:alpha val="47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BB566133-1992-7FB1-3639-C96CC8B49DAE}"/>
              </a:ext>
            </a:extLst>
          </p:cNvPr>
          <p:cNvGrpSpPr/>
          <p:nvPr/>
        </p:nvGrpSpPr>
        <p:grpSpPr>
          <a:xfrm>
            <a:off x="2908380" y="338456"/>
            <a:ext cx="2624267" cy="2055905"/>
            <a:chOff x="876407" y="1116369"/>
            <a:chExt cx="5566826" cy="385306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B83752DE-2609-898A-6094-B8037E7F5ABB}"/>
                </a:ext>
              </a:extLst>
            </p:cNvPr>
            <p:cNvSpPr/>
            <p:nvPr/>
          </p:nvSpPr>
          <p:spPr>
            <a:xfrm>
              <a:off x="876407" y="1116369"/>
              <a:ext cx="5566826" cy="3853066"/>
            </a:xfrm>
            <a:prstGeom prst="roundRect">
              <a:avLst/>
            </a:prstGeom>
            <a:ln w="136525" cmpd="sng">
              <a:solidFill>
                <a:srgbClr val="00B050">
                  <a:alpha val="75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3406589"/>
                        <a:gd name="connsiteY0" fmla="*/ 532719 h 3196249"/>
                        <a:gd name="connsiteX1" fmla="*/ 532719 w 3406589"/>
                        <a:gd name="connsiteY1" fmla="*/ 0 h 3196249"/>
                        <a:gd name="connsiteX2" fmla="*/ 2873870 w 3406589"/>
                        <a:gd name="connsiteY2" fmla="*/ 0 h 3196249"/>
                        <a:gd name="connsiteX3" fmla="*/ 3406589 w 3406589"/>
                        <a:gd name="connsiteY3" fmla="*/ 532719 h 3196249"/>
                        <a:gd name="connsiteX4" fmla="*/ 3406589 w 3406589"/>
                        <a:gd name="connsiteY4" fmla="*/ 2663530 h 3196249"/>
                        <a:gd name="connsiteX5" fmla="*/ 2873870 w 3406589"/>
                        <a:gd name="connsiteY5" fmla="*/ 3196249 h 3196249"/>
                        <a:gd name="connsiteX6" fmla="*/ 532719 w 3406589"/>
                        <a:gd name="connsiteY6" fmla="*/ 3196249 h 3196249"/>
                        <a:gd name="connsiteX7" fmla="*/ 0 w 3406589"/>
                        <a:gd name="connsiteY7" fmla="*/ 2663530 h 3196249"/>
                        <a:gd name="connsiteX8" fmla="*/ 0 w 3406589"/>
                        <a:gd name="connsiteY8" fmla="*/ 532719 h 31962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406589" h="3196249" fill="none" extrusionOk="0">
                          <a:moveTo>
                            <a:pt x="0" y="532719"/>
                          </a:moveTo>
                          <a:cubicBezTo>
                            <a:pt x="-18840" y="235459"/>
                            <a:pt x="247510" y="7363"/>
                            <a:pt x="532719" y="0"/>
                          </a:cubicBezTo>
                          <a:cubicBezTo>
                            <a:pt x="1605480" y="130954"/>
                            <a:pt x="1934091" y="43574"/>
                            <a:pt x="2873870" y="0"/>
                          </a:cubicBezTo>
                          <a:cubicBezTo>
                            <a:pt x="3173128" y="7771"/>
                            <a:pt x="3426772" y="263229"/>
                            <a:pt x="3406589" y="532719"/>
                          </a:cubicBezTo>
                          <a:cubicBezTo>
                            <a:pt x="3256150" y="1220567"/>
                            <a:pt x="3492468" y="1786686"/>
                            <a:pt x="3406589" y="2663530"/>
                          </a:cubicBezTo>
                          <a:cubicBezTo>
                            <a:pt x="3393398" y="2959909"/>
                            <a:pt x="3147627" y="3182134"/>
                            <a:pt x="2873870" y="3196249"/>
                          </a:cubicBezTo>
                          <a:cubicBezTo>
                            <a:pt x="2280893" y="3351446"/>
                            <a:pt x="1508156" y="3359269"/>
                            <a:pt x="532719" y="3196249"/>
                          </a:cubicBezTo>
                          <a:cubicBezTo>
                            <a:pt x="241396" y="3157152"/>
                            <a:pt x="-13473" y="2965610"/>
                            <a:pt x="0" y="2663530"/>
                          </a:cubicBezTo>
                          <a:cubicBezTo>
                            <a:pt x="64656" y="2086733"/>
                            <a:pt x="-17807" y="1194716"/>
                            <a:pt x="0" y="532719"/>
                          </a:cubicBezTo>
                          <a:close/>
                        </a:path>
                        <a:path w="3406589" h="3196249" stroke="0" extrusionOk="0">
                          <a:moveTo>
                            <a:pt x="0" y="532719"/>
                          </a:moveTo>
                          <a:cubicBezTo>
                            <a:pt x="-10851" y="231813"/>
                            <a:pt x="215309" y="8706"/>
                            <a:pt x="532719" y="0"/>
                          </a:cubicBezTo>
                          <a:cubicBezTo>
                            <a:pt x="1534735" y="132882"/>
                            <a:pt x="1741772" y="-84951"/>
                            <a:pt x="2873870" y="0"/>
                          </a:cubicBezTo>
                          <a:cubicBezTo>
                            <a:pt x="3146882" y="20704"/>
                            <a:pt x="3403218" y="257136"/>
                            <a:pt x="3406589" y="532719"/>
                          </a:cubicBezTo>
                          <a:cubicBezTo>
                            <a:pt x="3426776" y="1112827"/>
                            <a:pt x="3559069" y="1629223"/>
                            <a:pt x="3406589" y="2663530"/>
                          </a:cubicBezTo>
                          <a:cubicBezTo>
                            <a:pt x="3416044" y="2958865"/>
                            <a:pt x="3181041" y="3169582"/>
                            <a:pt x="2873870" y="3196249"/>
                          </a:cubicBezTo>
                          <a:cubicBezTo>
                            <a:pt x="2480130" y="3283888"/>
                            <a:pt x="1486446" y="3123570"/>
                            <a:pt x="532719" y="3196249"/>
                          </a:cubicBezTo>
                          <a:cubicBezTo>
                            <a:pt x="235255" y="3165246"/>
                            <a:pt x="-21677" y="2987868"/>
                            <a:pt x="0" y="2663530"/>
                          </a:cubicBezTo>
                          <a:cubicBezTo>
                            <a:pt x="-38581" y="1626247"/>
                            <a:pt x="63341" y="766501"/>
                            <a:pt x="0" y="53271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glow rad="221091">
                <a:schemeClr val="tx1">
                  <a:lumMod val="85000"/>
                  <a:lumOff val="15000"/>
                  <a:alpha val="32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A close up of a lemon&#10;&#10;Description automatically generated">
              <a:extLst>
                <a:ext uri="{FF2B5EF4-FFF2-40B4-BE49-F238E27FC236}">
                  <a16:creationId xmlns:a16="http://schemas.microsoft.com/office/drawing/2014/main" id="{05080B54-8C6E-27A7-7325-891B27B54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9317" y="1796772"/>
              <a:ext cx="938659" cy="1045011"/>
            </a:xfrm>
            <a:prstGeom prst="rect">
              <a:avLst/>
            </a:prstGeom>
          </p:spPr>
        </p:pic>
        <p:pic>
          <p:nvPicPr>
            <p:cNvPr id="7" name="Picture 6" descr="A close up of a lemon&#10;&#10;Description automatically generated">
              <a:extLst>
                <a:ext uri="{FF2B5EF4-FFF2-40B4-BE49-F238E27FC236}">
                  <a16:creationId xmlns:a16="http://schemas.microsoft.com/office/drawing/2014/main" id="{A80DF87C-F5AA-7E69-5655-4E9526573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963917" y="1269037"/>
              <a:ext cx="1017465" cy="903052"/>
            </a:xfrm>
            <a:prstGeom prst="rect">
              <a:avLst/>
            </a:prstGeom>
          </p:spPr>
        </p:pic>
        <p:pic>
          <p:nvPicPr>
            <p:cNvPr id="8" name="Picture 7" descr="A close up of a lemon&#10;&#10;Description automatically generated">
              <a:extLst>
                <a:ext uri="{FF2B5EF4-FFF2-40B4-BE49-F238E27FC236}">
                  <a16:creationId xmlns:a16="http://schemas.microsoft.com/office/drawing/2014/main" id="{DAD1C3D5-9467-23FD-1D91-1ABE4421B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60700" y="2044006"/>
              <a:ext cx="1124391" cy="903053"/>
            </a:xfrm>
            <a:prstGeom prst="rect">
              <a:avLst/>
            </a:prstGeom>
          </p:spPr>
        </p:pic>
        <p:pic>
          <p:nvPicPr>
            <p:cNvPr id="9" name="Picture 8" descr="A lemon with a leaf on it&#10;&#10;Description automatically generated">
              <a:extLst>
                <a:ext uri="{FF2B5EF4-FFF2-40B4-BE49-F238E27FC236}">
                  <a16:creationId xmlns:a16="http://schemas.microsoft.com/office/drawing/2014/main" id="{9DB0D1AC-A808-ABAC-70B8-E6AAA753B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214113" y="3332146"/>
              <a:ext cx="1076344" cy="1195362"/>
            </a:xfrm>
            <a:prstGeom prst="rect">
              <a:avLst/>
            </a:prstGeom>
          </p:spPr>
        </p:pic>
        <p:pic>
          <p:nvPicPr>
            <p:cNvPr id="10" name="Picture 9" descr="A close up of an orange&#10;&#10;Description automatically generated">
              <a:extLst>
                <a:ext uri="{FF2B5EF4-FFF2-40B4-BE49-F238E27FC236}">
                  <a16:creationId xmlns:a16="http://schemas.microsoft.com/office/drawing/2014/main" id="{B601D93F-F0F8-C897-085D-1A9CE67B4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5594" y="2177835"/>
              <a:ext cx="938659" cy="1066659"/>
            </a:xfrm>
            <a:prstGeom prst="rect">
              <a:avLst/>
            </a:prstGeom>
          </p:spPr>
        </p:pic>
        <p:pic>
          <p:nvPicPr>
            <p:cNvPr id="11" name="Picture 10" descr="A close-up of an orange&#10;&#10;Description automatically generated">
              <a:extLst>
                <a:ext uri="{FF2B5EF4-FFF2-40B4-BE49-F238E27FC236}">
                  <a16:creationId xmlns:a16="http://schemas.microsoft.com/office/drawing/2014/main" id="{547E0440-4E8E-AFA8-BB1F-DBA1C9848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254621" y="1291523"/>
              <a:ext cx="867889" cy="1009998"/>
            </a:xfrm>
            <a:prstGeom prst="rect">
              <a:avLst/>
            </a:prstGeom>
          </p:spPr>
        </p:pic>
        <p:pic>
          <p:nvPicPr>
            <p:cNvPr id="12" name="Picture 11" descr="A close-up of an orange&#10;&#10;Description automatically generated">
              <a:extLst>
                <a:ext uri="{FF2B5EF4-FFF2-40B4-BE49-F238E27FC236}">
                  <a16:creationId xmlns:a16="http://schemas.microsoft.com/office/drawing/2014/main" id="{44D9B105-DCF5-7187-741C-E1A1CD0EA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162878" y="1253871"/>
              <a:ext cx="1169926" cy="974938"/>
            </a:xfrm>
            <a:prstGeom prst="rect">
              <a:avLst/>
            </a:prstGeom>
          </p:spPr>
        </p:pic>
        <p:pic>
          <p:nvPicPr>
            <p:cNvPr id="13" name="Picture 12" descr="A close up of an orange&#10;&#10;Description automatically generated">
              <a:extLst>
                <a:ext uri="{FF2B5EF4-FFF2-40B4-BE49-F238E27FC236}">
                  <a16:creationId xmlns:a16="http://schemas.microsoft.com/office/drawing/2014/main" id="{8A1BC8F7-927B-E451-9242-64881FBDFF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sharpenSoften amount="5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329920" y="2280172"/>
              <a:ext cx="1110110" cy="969886"/>
            </a:xfrm>
            <a:prstGeom prst="rect">
              <a:avLst/>
            </a:prstGeom>
          </p:spPr>
        </p:pic>
        <p:pic>
          <p:nvPicPr>
            <p:cNvPr id="14" name="Picture 13" descr="A close up of an orange&#10;&#10;Description automatically generated">
              <a:extLst>
                <a:ext uri="{FF2B5EF4-FFF2-40B4-BE49-F238E27FC236}">
                  <a16:creationId xmlns:a16="http://schemas.microsoft.com/office/drawing/2014/main" id="{823406F4-DC2E-F54E-E1BE-41087B705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67163" y="3212275"/>
              <a:ext cx="1017463" cy="1083534"/>
            </a:xfrm>
            <a:prstGeom prst="rect">
              <a:avLst/>
            </a:prstGeom>
          </p:spPr>
        </p:pic>
        <p:pic>
          <p:nvPicPr>
            <p:cNvPr id="15" name="Picture 14" descr="A close up of an orange&#10;&#10;Description automatically generated">
              <a:extLst>
                <a:ext uri="{FF2B5EF4-FFF2-40B4-BE49-F238E27FC236}">
                  <a16:creationId xmlns:a16="http://schemas.microsoft.com/office/drawing/2014/main" id="{4C3FB37A-5602-685D-2FDA-59A3C021B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16200000" flipH="1">
              <a:off x="1232793" y="3003234"/>
              <a:ext cx="838549" cy="1017465"/>
            </a:xfrm>
            <a:prstGeom prst="rect">
              <a:avLst/>
            </a:prstGeom>
          </p:spPr>
        </p:pic>
        <p:pic>
          <p:nvPicPr>
            <p:cNvPr id="16" name="Picture 15" descr="A close up of an orange&#10;&#10;Description automatically generated">
              <a:extLst>
                <a:ext uri="{FF2B5EF4-FFF2-40B4-BE49-F238E27FC236}">
                  <a16:creationId xmlns:a16="http://schemas.microsoft.com/office/drawing/2014/main" id="{339A0B92-0C6D-A1B4-3C16-013CDEF26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24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22096" y="3710131"/>
              <a:ext cx="1088880" cy="1114652"/>
            </a:xfrm>
            <a:prstGeom prst="rect">
              <a:avLst/>
            </a:prstGeom>
          </p:spPr>
        </p:pic>
        <p:pic>
          <p:nvPicPr>
            <p:cNvPr id="17" name="Picture 16" descr="A close up of a lemon&#10;&#10;Description automatically generated">
              <a:extLst>
                <a:ext uri="{FF2B5EF4-FFF2-40B4-BE49-F238E27FC236}">
                  <a16:creationId xmlns:a16="http://schemas.microsoft.com/office/drawing/2014/main" id="{98F8BD2E-4C0F-AC41-0DA1-5A7DF3DEB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145266" y="3742019"/>
              <a:ext cx="1107713" cy="838549"/>
            </a:xfrm>
            <a:prstGeom prst="rect">
              <a:avLst/>
            </a:prstGeom>
          </p:spPr>
        </p:pic>
        <p:pic>
          <p:nvPicPr>
            <p:cNvPr id="18" name="Picture 17" descr="A lemon with leaves on it&#10;&#10;Description automatically generated">
              <a:extLst>
                <a:ext uri="{FF2B5EF4-FFF2-40B4-BE49-F238E27FC236}">
                  <a16:creationId xmlns:a16="http://schemas.microsoft.com/office/drawing/2014/main" id="{7140DFB5-52F6-329F-73BD-3003BD648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449935" y="2403877"/>
              <a:ext cx="968359" cy="113062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3B86440-1244-9D39-3647-06936B783F1A}"/>
                  </a:ext>
                </a:extLst>
              </p:cNvPr>
              <p:cNvSpPr/>
              <p:nvPr/>
            </p:nvSpPr>
            <p:spPr>
              <a:xfrm>
                <a:off x="2692651" y="2476115"/>
                <a:ext cx="1307574" cy="29619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87000"/>
                </a:schemeClr>
              </a:solidFill>
              <a:ln w="41275">
                <a:solidFill>
                  <a:schemeClr val="bg1"/>
                </a:solidFill>
              </a:ln>
              <a:effectLst>
                <a:glow rad="139700">
                  <a:schemeClr val="bg2">
                    <a:lumMod val="10000"/>
                    <a:alpha val="40000"/>
                  </a:schemeClr>
                </a:glow>
              </a:effectLst>
              <a:scene3d>
                <a:camera prst="orthographicFront"/>
                <a:lightRig rig="threePt" dir="t"/>
              </a:scene3d>
              <a:sp3d extrusionH="76200" prstMaterial="matte">
                <a:bevelT w="114300" prst="hardEdge"/>
                <a:bevelB w="139700" h="139700" prst="divot"/>
                <a:extrusionClr>
                  <a:srgbClr val="0070C0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Width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≤6.1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3B86440-1244-9D39-3647-06936B783F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651" y="2476115"/>
                <a:ext cx="1307574" cy="29619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 w="41275">
                <a:solidFill>
                  <a:schemeClr val="bg1"/>
                </a:solidFill>
              </a:ln>
              <a:effectLst>
                <a:glow rad="139700">
                  <a:schemeClr val="bg2">
                    <a:lumMod val="10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7F3F35AC-0578-2119-2E8B-F2E11F303717}"/>
                  </a:ext>
                </a:extLst>
              </p:cNvPr>
              <p:cNvSpPr/>
              <p:nvPr/>
            </p:nvSpPr>
            <p:spPr>
              <a:xfrm>
                <a:off x="4824618" y="2487803"/>
                <a:ext cx="1357148" cy="296192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  <a:alpha val="87000"/>
                </a:schemeClr>
              </a:solidFill>
              <a:ln w="28575">
                <a:solidFill>
                  <a:schemeClr val="bg1"/>
                </a:solidFill>
              </a:ln>
              <a:effectLst>
                <a:glow rad="139700">
                  <a:schemeClr val="bg2">
                    <a:lumMod val="10000"/>
                    <a:alpha val="40000"/>
                  </a:schemeClr>
                </a:glow>
              </a:effectLst>
              <a:scene3d>
                <a:camera prst="orthographicFront"/>
                <a:lightRig rig="threePt" dir="t"/>
              </a:scene3d>
              <a:sp3d extrusionH="76200" prstMaterial="matte">
                <a:bevelT w="114300" prst="hardEdge"/>
                <a:bevelB w="139700" h="139700" prst="divot"/>
                <a:extrusionClr>
                  <a:srgbClr val="0070C0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Width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&gt;6.1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7F3F35AC-0578-2119-2E8B-F2E11F303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618" y="2487803"/>
                <a:ext cx="1357148" cy="29619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28575">
                <a:solidFill>
                  <a:schemeClr val="bg1"/>
                </a:solidFill>
              </a:ln>
              <a:effectLst>
                <a:glow rad="139700">
                  <a:schemeClr val="bg2">
                    <a:lumMod val="10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13314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88A69C-38EF-3041-6545-9E33925C7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11375E38-15FD-25B4-DA59-1EA84FA95756}"/>
              </a:ext>
            </a:extLst>
          </p:cNvPr>
          <p:cNvSpPr/>
          <p:nvPr/>
        </p:nvSpPr>
        <p:spPr>
          <a:xfrm>
            <a:off x="4305087" y="1488209"/>
            <a:ext cx="4298000" cy="511012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044F165-AD55-C6AE-C940-117C2828108A}"/>
              </a:ext>
            </a:extLst>
          </p:cNvPr>
          <p:cNvSpPr/>
          <p:nvPr/>
        </p:nvSpPr>
        <p:spPr>
          <a:xfrm>
            <a:off x="154547" y="1518207"/>
            <a:ext cx="4061412" cy="50801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D070D04-5D91-0FC3-3BFE-8AD9245A350C}"/>
              </a:ext>
            </a:extLst>
          </p:cNvPr>
          <p:cNvSpPr/>
          <p:nvPr/>
        </p:nvSpPr>
        <p:spPr>
          <a:xfrm>
            <a:off x="5242208" y="3107167"/>
            <a:ext cx="2355350" cy="2121786"/>
          </a:xfrm>
          <a:prstGeom prst="roundRect">
            <a:avLst/>
          </a:prstGeom>
          <a:ln w="92075">
            <a:solidFill>
              <a:srgbClr val="C00000">
                <a:alpha val="60830"/>
              </a:srgbClr>
            </a:solidFill>
          </a:ln>
          <a:effectLst>
            <a:glow rad="228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9E9D4F4-9774-CBBE-7518-C30710DF28BD}"/>
              </a:ext>
            </a:extLst>
          </p:cNvPr>
          <p:cNvSpPr/>
          <p:nvPr/>
        </p:nvSpPr>
        <p:spPr>
          <a:xfrm>
            <a:off x="1121414" y="3192058"/>
            <a:ext cx="2240983" cy="2055836"/>
          </a:xfrm>
          <a:prstGeom prst="roundRect">
            <a:avLst/>
          </a:prstGeom>
          <a:ln w="136525" cmpd="sng">
            <a:solidFill>
              <a:srgbClr val="854BCF">
                <a:alpha val="75000"/>
              </a:srgb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406589"/>
                      <a:gd name="connsiteY0" fmla="*/ 532719 h 3196249"/>
                      <a:gd name="connsiteX1" fmla="*/ 532719 w 3406589"/>
                      <a:gd name="connsiteY1" fmla="*/ 0 h 3196249"/>
                      <a:gd name="connsiteX2" fmla="*/ 2873870 w 3406589"/>
                      <a:gd name="connsiteY2" fmla="*/ 0 h 3196249"/>
                      <a:gd name="connsiteX3" fmla="*/ 3406589 w 3406589"/>
                      <a:gd name="connsiteY3" fmla="*/ 532719 h 3196249"/>
                      <a:gd name="connsiteX4" fmla="*/ 3406589 w 3406589"/>
                      <a:gd name="connsiteY4" fmla="*/ 2663530 h 3196249"/>
                      <a:gd name="connsiteX5" fmla="*/ 2873870 w 3406589"/>
                      <a:gd name="connsiteY5" fmla="*/ 3196249 h 3196249"/>
                      <a:gd name="connsiteX6" fmla="*/ 532719 w 3406589"/>
                      <a:gd name="connsiteY6" fmla="*/ 3196249 h 3196249"/>
                      <a:gd name="connsiteX7" fmla="*/ 0 w 3406589"/>
                      <a:gd name="connsiteY7" fmla="*/ 2663530 h 3196249"/>
                      <a:gd name="connsiteX8" fmla="*/ 0 w 3406589"/>
                      <a:gd name="connsiteY8" fmla="*/ 532719 h 31962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3406589" h="3196249" fill="none" extrusionOk="0">
                        <a:moveTo>
                          <a:pt x="0" y="532719"/>
                        </a:moveTo>
                        <a:cubicBezTo>
                          <a:pt x="-18840" y="235459"/>
                          <a:pt x="247510" y="7363"/>
                          <a:pt x="532719" y="0"/>
                        </a:cubicBezTo>
                        <a:cubicBezTo>
                          <a:pt x="1605480" y="130954"/>
                          <a:pt x="1934091" y="43574"/>
                          <a:pt x="2873870" y="0"/>
                        </a:cubicBezTo>
                        <a:cubicBezTo>
                          <a:pt x="3173128" y="7771"/>
                          <a:pt x="3426772" y="263229"/>
                          <a:pt x="3406589" y="532719"/>
                        </a:cubicBezTo>
                        <a:cubicBezTo>
                          <a:pt x="3256150" y="1220567"/>
                          <a:pt x="3492468" y="1786686"/>
                          <a:pt x="3406589" y="2663530"/>
                        </a:cubicBezTo>
                        <a:cubicBezTo>
                          <a:pt x="3393398" y="2959909"/>
                          <a:pt x="3147627" y="3182134"/>
                          <a:pt x="2873870" y="3196249"/>
                        </a:cubicBezTo>
                        <a:cubicBezTo>
                          <a:pt x="2280893" y="3351446"/>
                          <a:pt x="1508156" y="3359269"/>
                          <a:pt x="532719" y="3196249"/>
                        </a:cubicBezTo>
                        <a:cubicBezTo>
                          <a:pt x="241396" y="3157152"/>
                          <a:pt x="-13473" y="2965610"/>
                          <a:pt x="0" y="2663530"/>
                        </a:cubicBezTo>
                        <a:cubicBezTo>
                          <a:pt x="64656" y="2086733"/>
                          <a:pt x="-17807" y="1194716"/>
                          <a:pt x="0" y="532719"/>
                        </a:cubicBezTo>
                        <a:close/>
                      </a:path>
                      <a:path w="3406589" h="3196249" stroke="0" extrusionOk="0">
                        <a:moveTo>
                          <a:pt x="0" y="532719"/>
                        </a:moveTo>
                        <a:cubicBezTo>
                          <a:pt x="-10851" y="231813"/>
                          <a:pt x="215309" y="8706"/>
                          <a:pt x="532719" y="0"/>
                        </a:cubicBezTo>
                        <a:cubicBezTo>
                          <a:pt x="1534735" y="132882"/>
                          <a:pt x="1741772" y="-84951"/>
                          <a:pt x="2873870" y="0"/>
                        </a:cubicBezTo>
                        <a:cubicBezTo>
                          <a:pt x="3146882" y="20704"/>
                          <a:pt x="3403218" y="257136"/>
                          <a:pt x="3406589" y="532719"/>
                        </a:cubicBezTo>
                        <a:cubicBezTo>
                          <a:pt x="3426776" y="1112827"/>
                          <a:pt x="3559069" y="1629223"/>
                          <a:pt x="3406589" y="2663530"/>
                        </a:cubicBezTo>
                        <a:cubicBezTo>
                          <a:pt x="3416044" y="2958865"/>
                          <a:pt x="3181041" y="3169582"/>
                          <a:pt x="2873870" y="3196249"/>
                        </a:cubicBezTo>
                        <a:cubicBezTo>
                          <a:pt x="2480130" y="3283888"/>
                          <a:pt x="1486446" y="3123570"/>
                          <a:pt x="532719" y="3196249"/>
                        </a:cubicBezTo>
                        <a:cubicBezTo>
                          <a:pt x="235255" y="3165246"/>
                          <a:pt x="-21677" y="2987868"/>
                          <a:pt x="0" y="2663530"/>
                        </a:cubicBezTo>
                        <a:cubicBezTo>
                          <a:pt x="-38581" y="1626247"/>
                          <a:pt x="63341" y="766501"/>
                          <a:pt x="0" y="53271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221091">
              <a:schemeClr val="tx1">
                <a:lumMod val="85000"/>
                <a:lumOff val="15000"/>
                <a:alpha val="32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3182685-045D-93F9-071C-27630C3D6535}"/>
              </a:ext>
            </a:extLst>
          </p:cNvPr>
          <p:cNvCxnSpPr>
            <a:stCxn id="5" idx="2"/>
            <a:endCxn id="22" idx="0"/>
          </p:cNvCxnSpPr>
          <p:nvPr/>
        </p:nvCxnSpPr>
        <p:spPr>
          <a:xfrm flipH="1">
            <a:off x="2241906" y="2254484"/>
            <a:ext cx="1974049" cy="937574"/>
          </a:xfrm>
          <a:prstGeom prst="straightConnector1">
            <a:avLst/>
          </a:prstGeom>
          <a:ln w="88900">
            <a:solidFill>
              <a:srgbClr val="7030A0"/>
            </a:solidFill>
            <a:tailEnd type="triangle"/>
          </a:ln>
          <a:effectLst>
            <a:glow rad="50800">
              <a:schemeClr val="tx1">
                <a:lumMod val="95000"/>
                <a:lumOff val="5000"/>
                <a:alpha val="40000"/>
              </a:schemeClr>
            </a:glow>
            <a:outerShdw blurRad="50800" dist="38100" dir="2700000" algn="tl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030D833-ABB6-DECA-E68B-46FBDE295ECB}"/>
              </a:ext>
            </a:extLst>
          </p:cNvPr>
          <p:cNvCxnSpPr>
            <a:cxnSpLocks/>
            <a:stCxn id="5" idx="2"/>
            <a:endCxn id="29" idx="0"/>
          </p:cNvCxnSpPr>
          <p:nvPr/>
        </p:nvCxnSpPr>
        <p:spPr>
          <a:xfrm>
            <a:off x="4215955" y="2254484"/>
            <a:ext cx="2203928" cy="852683"/>
          </a:xfrm>
          <a:prstGeom prst="straightConnector1">
            <a:avLst/>
          </a:prstGeom>
          <a:ln w="88900">
            <a:solidFill>
              <a:schemeClr val="accent2">
                <a:lumMod val="75000"/>
              </a:schemeClr>
            </a:solidFill>
            <a:tailEnd type="triangle"/>
          </a:ln>
          <a:effectLst>
            <a:glow rad="38100">
              <a:schemeClr val="bg2">
                <a:lumMod val="10000"/>
                <a:alpha val="47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02BEE276-4A95-9A61-995D-68C671254022}"/>
              </a:ext>
            </a:extLst>
          </p:cNvPr>
          <p:cNvGrpSpPr/>
          <p:nvPr/>
        </p:nvGrpSpPr>
        <p:grpSpPr>
          <a:xfrm>
            <a:off x="2903821" y="198579"/>
            <a:ext cx="2624267" cy="2055905"/>
            <a:chOff x="876407" y="1116369"/>
            <a:chExt cx="5566826" cy="385306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D301C6E6-BE45-0B31-B766-70AFFE1798DD}"/>
                </a:ext>
              </a:extLst>
            </p:cNvPr>
            <p:cNvSpPr/>
            <p:nvPr/>
          </p:nvSpPr>
          <p:spPr>
            <a:xfrm>
              <a:off x="876407" y="1116369"/>
              <a:ext cx="5566826" cy="3853066"/>
            </a:xfrm>
            <a:prstGeom prst="roundRect">
              <a:avLst/>
            </a:prstGeom>
            <a:ln w="136525" cmpd="sng">
              <a:solidFill>
                <a:srgbClr val="00B050">
                  <a:alpha val="75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3406589"/>
                        <a:gd name="connsiteY0" fmla="*/ 532719 h 3196249"/>
                        <a:gd name="connsiteX1" fmla="*/ 532719 w 3406589"/>
                        <a:gd name="connsiteY1" fmla="*/ 0 h 3196249"/>
                        <a:gd name="connsiteX2" fmla="*/ 2873870 w 3406589"/>
                        <a:gd name="connsiteY2" fmla="*/ 0 h 3196249"/>
                        <a:gd name="connsiteX3" fmla="*/ 3406589 w 3406589"/>
                        <a:gd name="connsiteY3" fmla="*/ 532719 h 3196249"/>
                        <a:gd name="connsiteX4" fmla="*/ 3406589 w 3406589"/>
                        <a:gd name="connsiteY4" fmla="*/ 2663530 h 3196249"/>
                        <a:gd name="connsiteX5" fmla="*/ 2873870 w 3406589"/>
                        <a:gd name="connsiteY5" fmla="*/ 3196249 h 3196249"/>
                        <a:gd name="connsiteX6" fmla="*/ 532719 w 3406589"/>
                        <a:gd name="connsiteY6" fmla="*/ 3196249 h 3196249"/>
                        <a:gd name="connsiteX7" fmla="*/ 0 w 3406589"/>
                        <a:gd name="connsiteY7" fmla="*/ 2663530 h 3196249"/>
                        <a:gd name="connsiteX8" fmla="*/ 0 w 3406589"/>
                        <a:gd name="connsiteY8" fmla="*/ 532719 h 31962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406589" h="3196249" fill="none" extrusionOk="0">
                          <a:moveTo>
                            <a:pt x="0" y="532719"/>
                          </a:moveTo>
                          <a:cubicBezTo>
                            <a:pt x="-18840" y="235459"/>
                            <a:pt x="247510" y="7363"/>
                            <a:pt x="532719" y="0"/>
                          </a:cubicBezTo>
                          <a:cubicBezTo>
                            <a:pt x="1605480" y="130954"/>
                            <a:pt x="1934091" y="43574"/>
                            <a:pt x="2873870" y="0"/>
                          </a:cubicBezTo>
                          <a:cubicBezTo>
                            <a:pt x="3173128" y="7771"/>
                            <a:pt x="3426772" y="263229"/>
                            <a:pt x="3406589" y="532719"/>
                          </a:cubicBezTo>
                          <a:cubicBezTo>
                            <a:pt x="3256150" y="1220567"/>
                            <a:pt x="3492468" y="1786686"/>
                            <a:pt x="3406589" y="2663530"/>
                          </a:cubicBezTo>
                          <a:cubicBezTo>
                            <a:pt x="3393398" y="2959909"/>
                            <a:pt x="3147627" y="3182134"/>
                            <a:pt x="2873870" y="3196249"/>
                          </a:cubicBezTo>
                          <a:cubicBezTo>
                            <a:pt x="2280893" y="3351446"/>
                            <a:pt x="1508156" y="3359269"/>
                            <a:pt x="532719" y="3196249"/>
                          </a:cubicBezTo>
                          <a:cubicBezTo>
                            <a:pt x="241396" y="3157152"/>
                            <a:pt x="-13473" y="2965610"/>
                            <a:pt x="0" y="2663530"/>
                          </a:cubicBezTo>
                          <a:cubicBezTo>
                            <a:pt x="64656" y="2086733"/>
                            <a:pt x="-17807" y="1194716"/>
                            <a:pt x="0" y="532719"/>
                          </a:cubicBezTo>
                          <a:close/>
                        </a:path>
                        <a:path w="3406589" h="3196249" stroke="0" extrusionOk="0">
                          <a:moveTo>
                            <a:pt x="0" y="532719"/>
                          </a:moveTo>
                          <a:cubicBezTo>
                            <a:pt x="-10851" y="231813"/>
                            <a:pt x="215309" y="8706"/>
                            <a:pt x="532719" y="0"/>
                          </a:cubicBezTo>
                          <a:cubicBezTo>
                            <a:pt x="1534735" y="132882"/>
                            <a:pt x="1741772" y="-84951"/>
                            <a:pt x="2873870" y="0"/>
                          </a:cubicBezTo>
                          <a:cubicBezTo>
                            <a:pt x="3146882" y="20704"/>
                            <a:pt x="3403218" y="257136"/>
                            <a:pt x="3406589" y="532719"/>
                          </a:cubicBezTo>
                          <a:cubicBezTo>
                            <a:pt x="3426776" y="1112827"/>
                            <a:pt x="3559069" y="1629223"/>
                            <a:pt x="3406589" y="2663530"/>
                          </a:cubicBezTo>
                          <a:cubicBezTo>
                            <a:pt x="3416044" y="2958865"/>
                            <a:pt x="3181041" y="3169582"/>
                            <a:pt x="2873870" y="3196249"/>
                          </a:cubicBezTo>
                          <a:cubicBezTo>
                            <a:pt x="2480130" y="3283888"/>
                            <a:pt x="1486446" y="3123570"/>
                            <a:pt x="532719" y="3196249"/>
                          </a:cubicBezTo>
                          <a:cubicBezTo>
                            <a:pt x="235255" y="3165246"/>
                            <a:pt x="-21677" y="2987868"/>
                            <a:pt x="0" y="2663530"/>
                          </a:cubicBezTo>
                          <a:cubicBezTo>
                            <a:pt x="-38581" y="1626247"/>
                            <a:pt x="63341" y="766501"/>
                            <a:pt x="0" y="53271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glow rad="221091">
                <a:schemeClr val="tx1">
                  <a:lumMod val="85000"/>
                  <a:lumOff val="15000"/>
                  <a:alpha val="32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A close up of a lemon&#10;&#10;Description automatically generated">
              <a:extLst>
                <a:ext uri="{FF2B5EF4-FFF2-40B4-BE49-F238E27FC236}">
                  <a16:creationId xmlns:a16="http://schemas.microsoft.com/office/drawing/2014/main" id="{AD1960BB-9E96-7DCA-27AE-B2B48EF4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52528" y="1796772"/>
              <a:ext cx="938659" cy="1045011"/>
            </a:xfrm>
            <a:prstGeom prst="rect">
              <a:avLst/>
            </a:prstGeom>
          </p:spPr>
        </p:pic>
        <p:pic>
          <p:nvPicPr>
            <p:cNvPr id="7" name="Picture 6" descr="A close up of a lemon&#10;&#10;Description automatically generated">
              <a:extLst>
                <a:ext uri="{FF2B5EF4-FFF2-40B4-BE49-F238E27FC236}">
                  <a16:creationId xmlns:a16="http://schemas.microsoft.com/office/drawing/2014/main" id="{FECF2D6E-4303-483B-2B19-8A0BD473F7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42723" y="1266415"/>
              <a:ext cx="938659" cy="833107"/>
            </a:xfrm>
            <a:prstGeom prst="rect">
              <a:avLst/>
            </a:prstGeom>
          </p:spPr>
        </p:pic>
        <p:pic>
          <p:nvPicPr>
            <p:cNvPr id="8" name="Picture 7" descr="A close up of a lemon&#10;&#10;Description automatically generated">
              <a:extLst>
                <a:ext uri="{FF2B5EF4-FFF2-40B4-BE49-F238E27FC236}">
                  <a16:creationId xmlns:a16="http://schemas.microsoft.com/office/drawing/2014/main" id="{589BE951-0915-E542-80CB-D7EA23F17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4631" y="2114713"/>
              <a:ext cx="1017467" cy="817178"/>
            </a:xfrm>
            <a:prstGeom prst="rect">
              <a:avLst/>
            </a:prstGeom>
          </p:spPr>
        </p:pic>
        <p:pic>
          <p:nvPicPr>
            <p:cNvPr id="9" name="Picture 8" descr="A lemon with a leaf on it&#10;&#10;Description automatically generated">
              <a:extLst>
                <a:ext uri="{FF2B5EF4-FFF2-40B4-BE49-F238E27FC236}">
                  <a16:creationId xmlns:a16="http://schemas.microsoft.com/office/drawing/2014/main" id="{7AC0DA20-2549-D564-7132-C16870035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14112" y="3256317"/>
              <a:ext cx="1076343" cy="1195362"/>
            </a:xfrm>
            <a:prstGeom prst="rect">
              <a:avLst/>
            </a:prstGeom>
          </p:spPr>
        </p:pic>
        <p:pic>
          <p:nvPicPr>
            <p:cNvPr id="10" name="Picture 9" descr="A close up of an orange&#10;&#10;Description automatically generated">
              <a:extLst>
                <a:ext uri="{FF2B5EF4-FFF2-40B4-BE49-F238E27FC236}">
                  <a16:creationId xmlns:a16="http://schemas.microsoft.com/office/drawing/2014/main" id="{F581A8B6-C817-CAF0-3C62-80C71329C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75593" y="2071676"/>
              <a:ext cx="938659" cy="1066658"/>
            </a:xfrm>
            <a:prstGeom prst="rect">
              <a:avLst/>
            </a:prstGeom>
          </p:spPr>
        </p:pic>
        <p:pic>
          <p:nvPicPr>
            <p:cNvPr id="11" name="Picture 10" descr="A close-up of an orange&#10;&#10;Description automatically generated">
              <a:extLst>
                <a:ext uri="{FF2B5EF4-FFF2-40B4-BE49-F238E27FC236}">
                  <a16:creationId xmlns:a16="http://schemas.microsoft.com/office/drawing/2014/main" id="{606E14F7-5C5D-0929-7301-758146FC2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329047" y="1317472"/>
              <a:ext cx="961410" cy="923386"/>
            </a:xfrm>
            <a:prstGeom prst="rect">
              <a:avLst/>
            </a:prstGeom>
          </p:spPr>
        </p:pic>
        <p:pic>
          <p:nvPicPr>
            <p:cNvPr id="12" name="Picture 11" descr="A close-up of an orange&#10;&#10;Description automatically generated">
              <a:extLst>
                <a:ext uri="{FF2B5EF4-FFF2-40B4-BE49-F238E27FC236}">
                  <a16:creationId xmlns:a16="http://schemas.microsoft.com/office/drawing/2014/main" id="{6549CC96-0E75-C4D2-1C13-F71064139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90457" y="1284356"/>
              <a:ext cx="1042348" cy="868624"/>
            </a:xfrm>
            <a:prstGeom prst="rect">
              <a:avLst/>
            </a:prstGeom>
          </p:spPr>
        </p:pic>
        <p:pic>
          <p:nvPicPr>
            <p:cNvPr id="13" name="Picture 12" descr="A close up of an orange&#10;&#10;Description automatically generated">
              <a:extLst>
                <a:ext uri="{FF2B5EF4-FFF2-40B4-BE49-F238E27FC236}">
                  <a16:creationId xmlns:a16="http://schemas.microsoft.com/office/drawing/2014/main" id="{A518F16C-764A-69CE-D934-087878771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sharpenSoften amount="5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381416" y="2234676"/>
              <a:ext cx="1110111" cy="969886"/>
            </a:xfrm>
            <a:prstGeom prst="rect">
              <a:avLst/>
            </a:prstGeom>
          </p:spPr>
        </p:pic>
        <p:pic>
          <p:nvPicPr>
            <p:cNvPr id="14" name="Picture 13" descr="A close up of an orange&#10;&#10;Description automatically generated">
              <a:extLst>
                <a:ext uri="{FF2B5EF4-FFF2-40B4-BE49-F238E27FC236}">
                  <a16:creationId xmlns:a16="http://schemas.microsoft.com/office/drawing/2014/main" id="{4F247CF6-1F40-591C-5249-0FE62EB21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63209" y="3015122"/>
              <a:ext cx="1017463" cy="1083534"/>
            </a:xfrm>
            <a:prstGeom prst="rect">
              <a:avLst/>
            </a:prstGeom>
          </p:spPr>
        </p:pic>
        <p:pic>
          <p:nvPicPr>
            <p:cNvPr id="15" name="Picture 14" descr="A close up of an orange&#10;&#10;Description automatically generated">
              <a:extLst>
                <a:ext uri="{FF2B5EF4-FFF2-40B4-BE49-F238E27FC236}">
                  <a16:creationId xmlns:a16="http://schemas.microsoft.com/office/drawing/2014/main" id="{E4420897-4418-D5F1-01EB-F9720EAB3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16200000" flipH="1">
              <a:off x="1168984" y="3003234"/>
              <a:ext cx="838549" cy="1017465"/>
            </a:xfrm>
            <a:prstGeom prst="rect">
              <a:avLst/>
            </a:prstGeom>
          </p:spPr>
        </p:pic>
        <p:pic>
          <p:nvPicPr>
            <p:cNvPr id="16" name="Picture 15" descr="A close up of an orange&#10;&#10;Description automatically generated">
              <a:extLst>
                <a:ext uri="{FF2B5EF4-FFF2-40B4-BE49-F238E27FC236}">
                  <a16:creationId xmlns:a16="http://schemas.microsoft.com/office/drawing/2014/main" id="{4C79F98A-131A-0578-4583-A1C04E0F3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22096" y="3722316"/>
              <a:ext cx="1037108" cy="1061655"/>
            </a:xfrm>
            <a:prstGeom prst="rect">
              <a:avLst/>
            </a:prstGeom>
          </p:spPr>
        </p:pic>
        <p:pic>
          <p:nvPicPr>
            <p:cNvPr id="17" name="Picture 16" descr="A close up of a lemon&#10;&#10;Description automatically generated">
              <a:extLst>
                <a:ext uri="{FF2B5EF4-FFF2-40B4-BE49-F238E27FC236}">
                  <a16:creationId xmlns:a16="http://schemas.microsoft.com/office/drawing/2014/main" id="{BFB4907C-1F4B-412C-FDC8-61D993049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110935" y="3567019"/>
              <a:ext cx="1107713" cy="838549"/>
            </a:xfrm>
            <a:prstGeom prst="rect">
              <a:avLst/>
            </a:prstGeom>
          </p:spPr>
        </p:pic>
        <p:pic>
          <p:nvPicPr>
            <p:cNvPr id="18" name="Picture 17" descr="A lemon with leaves on it&#10;&#10;Description automatically generated">
              <a:extLst>
                <a:ext uri="{FF2B5EF4-FFF2-40B4-BE49-F238E27FC236}">
                  <a16:creationId xmlns:a16="http://schemas.microsoft.com/office/drawing/2014/main" id="{A1A978AE-E918-DFB6-5E0E-C48E9D0362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433219" y="2403877"/>
              <a:ext cx="968359" cy="113062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9D4DD92-D4F6-56FB-0C6A-561AA89D4947}"/>
                  </a:ext>
                </a:extLst>
              </p:cNvPr>
              <p:cNvSpPr/>
              <p:nvPr/>
            </p:nvSpPr>
            <p:spPr>
              <a:xfrm>
                <a:off x="2692651" y="2476115"/>
                <a:ext cx="1307574" cy="29619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  <a:alpha val="87000"/>
                </a:schemeClr>
              </a:solidFill>
              <a:ln w="41275">
                <a:solidFill>
                  <a:schemeClr val="bg1"/>
                </a:solidFill>
              </a:ln>
              <a:effectLst>
                <a:glow rad="139700">
                  <a:schemeClr val="bg2">
                    <a:lumMod val="10000"/>
                    <a:alpha val="40000"/>
                  </a:schemeClr>
                </a:glow>
              </a:effectLst>
              <a:scene3d>
                <a:camera prst="orthographicFront"/>
                <a:lightRig rig="threePt" dir="t"/>
              </a:scene3d>
              <a:sp3d extrusionH="76200" prstMaterial="matte">
                <a:bevelT w="114300" prst="hardEdge"/>
                <a:bevelB w="139700" h="139700" prst="divot"/>
                <a:extrusionClr>
                  <a:srgbClr val="0070C0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X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9D4DD92-D4F6-56FB-0C6A-561AA89D49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651" y="2476115"/>
                <a:ext cx="1307574" cy="296192"/>
              </a:xfrm>
              <a:prstGeom prst="rect">
                <a:avLst/>
              </a:prstGeom>
              <a:blipFill>
                <a:blip r:embed="rId20"/>
                <a:stretch>
                  <a:fillRect b="-1923"/>
                </a:stretch>
              </a:blipFill>
              <a:ln w="41275">
                <a:solidFill>
                  <a:schemeClr val="bg1"/>
                </a:solidFill>
              </a:ln>
              <a:effectLst>
                <a:glow rad="139700">
                  <a:schemeClr val="bg2">
                    <a:lumMod val="10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F64351F-E627-C5FA-60A0-7DAB7D676DA6}"/>
                  </a:ext>
                </a:extLst>
              </p:cNvPr>
              <p:cNvSpPr/>
              <p:nvPr/>
            </p:nvSpPr>
            <p:spPr>
              <a:xfrm>
                <a:off x="4824618" y="2487803"/>
                <a:ext cx="1357148" cy="296192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  <a:alpha val="87000"/>
                </a:schemeClr>
              </a:solidFill>
              <a:ln w="28575">
                <a:solidFill>
                  <a:schemeClr val="bg1"/>
                </a:solidFill>
              </a:ln>
              <a:effectLst>
                <a:glow rad="139700">
                  <a:schemeClr val="bg2">
                    <a:lumMod val="10000"/>
                    <a:alpha val="40000"/>
                  </a:schemeClr>
                </a:glow>
              </a:effectLst>
              <a:scene3d>
                <a:camera prst="orthographicFront"/>
                <a:lightRig rig="threePt" dir="t"/>
              </a:scene3d>
              <a:sp3d extrusionH="76200" prstMaterial="matte">
                <a:bevelT w="114300" prst="hardEdge"/>
                <a:bevelB w="139700" h="139700" prst="divot"/>
                <a:extrusionClr>
                  <a:srgbClr val="0070C0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X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F64351F-E627-C5FA-60A0-7DAB7D676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4618" y="2487803"/>
                <a:ext cx="1357148" cy="296192"/>
              </a:xfrm>
              <a:prstGeom prst="rect">
                <a:avLst/>
              </a:prstGeom>
              <a:blipFill>
                <a:blip r:embed="rId21"/>
                <a:stretch>
                  <a:fillRect b="-3922"/>
                </a:stretch>
              </a:blipFill>
              <a:ln w="28575">
                <a:solidFill>
                  <a:schemeClr val="bg1"/>
                </a:solidFill>
              </a:ln>
              <a:effectLst>
                <a:glow rad="139700">
                  <a:schemeClr val="bg2">
                    <a:lumMod val="10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0E01A833-9042-87BF-A1BD-C03CA402DB9A}"/>
              </a:ext>
            </a:extLst>
          </p:cNvPr>
          <p:cNvSpPr/>
          <p:nvPr/>
        </p:nvSpPr>
        <p:spPr>
          <a:xfrm>
            <a:off x="1297858" y="3928335"/>
            <a:ext cx="1895391" cy="66333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Category1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E812525-CA0F-FBC9-8A1D-3DCE7200476C}"/>
              </a:ext>
            </a:extLst>
          </p:cNvPr>
          <p:cNvSpPr/>
          <p:nvPr/>
        </p:nvSpPr>
        <p:spPr>
          <a:xfrm>
            <a:off x="5472187" y="3857753"/>
            <a:ext cx="1895391" cy="66333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Category2</a:t>
            </a:r>
          </a:p>
        </p:txBody>
      </p:sp>
    </p:spTree>
    <p:extLst>
      <p:ext uri="{BB962C8B-B14F-4D97-AF65-F5344CB8AC3E}">
        <p14:creationId xmlns:p14="http://schemas.microsoft.com/office/powerpoint/2010/main" val="7914989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045FC-5DFA-7271-FA05-19D6D0A64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6F8E66A3-FB9B-4089-F193-BEBBF9B34797}"/>
              </a:ext>
            </a:extLst>
          </p:cNvPr>
          <p:cNvSpPr/>
          <p:nvPr/>
        </p:nvSpPr>
        <p:spPr>
          <a:xfrm>
            <a:off x="4305087" y="1488209"/>
            <a:ext cx="4579162" cy="52440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0182EAA-7E54-55F1-E289-15235C0E34A8}"/>
              </a:ext>
            </a:extLst>
          </p:cNvPr>
          <p:cNvGrpSpPr/>
          <p:nvPr/>
        </p:nvGrpSpPr>
        <p:grpSpPr>
          <a:xfrm>
            <a:off x="5177553" y="3314167"/>
            <a:ext cx="2939752" cy="2532239"/>
            <a:chOff x="4346363" y="1416424"/>
            <a:chExt cx="3314095" cy="3286800"/>
          </a:xfrm>
        </p:grpSpPr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488128E4-0ABA-0819-4B9F-BD035CC0E4C0}"/>
                </a:ext>
              </a:extLst>
            </p:cNvPr>
            <p:cNvSpPr/>
            <p:nvPr/>
          </p:nvSpPr>
          <p:spPr>
            <a:xfrm>
              <a:off x="4346363" y="1416424"/>
              <a:ext cx="3314095" cy="3286800"/>
            </a:xfrm>
            <a:prstGeom prst="roundRect">
              <a:avLst/>
            </a:prstGeom>
            <a:ln w="92075">
              <a:solidFill>
                <a:srgbClr val="4DFF64">
                  <a:alpha val="61176"/>
                </a:srgbClr>
              </a:solidFill>
            </a:ln>
            <a:effectLst>
              <a:glow rad="228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Picture 37" descr="A close up of a lemon&#10;&#10;Description automatically generated">
              <a:extLst>
                <a:ext uri="{FF2B5EF4-FFF2-40B4-BE49-F238E27FC236}">
                  <a16:creationId xmlns:a16="http://schemas.microsoft.com/office/drawing/2014/main" id="{BD7C3F7A-D25E-CEDF-2CAA-96B884477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71617" y="1890022"/>
              <a:ext cx="941775" cy="1041214"/>
            </a:xfrm>
            <a:prstGeom prst="rect">
              <a:avLst/>
            </a:prstGeom>
          </p:spPr>
        </p:pic>
        <p:pic>
          <p:nvPicPr>
            <p:cNvPr id="39" name="Picture 38" descr="A close-up of an orange&#10;&#10;Description automatically generated">
              <a:extLst>
                <a:ext uri="{FF2B5EF4-FFF2-40B4-BE49-F238E27FC236}">
                  <a16:creationId xmlns:a16="http://schemas.microsoft.com/office/drawing/2014/main" id="{BECF70AF-3C86-1E23-23EC-7B5E4176C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99009" y="1547926"/>
              <a:ext cx="1082897" cy="971397"/>
            </a:xfrm>
            <a:prstGeom prst="rect">
              <a:avLst/>
            </a:prstGeom>
          </p:spPr>
        </p:pic>
        <p:pic>
          <p:nvPicPr>
            <p:cNvPr id="40" name="Picture 39" descr="A close up of an orange&#10;&#10;Description automatically generated">
              <a:extLst>
                <a:ext uri="{FF2B5EF4-FFF2-40B4-BE49-F238E27FC236}">
                  <a16:creationId xmlns:a16="http://schemas.microsoft.com/office/drawing/2014/main" id="{30A693F8-6C02-CA57-D128-913019A9B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656314" y="2663147"/>
              <a:ext cx="901153" cy="847508"/>
            </a:xfrm>
            <a:prstGeom prst="rect">
              <a:avLst/>
            </a:prstGeom>
          </p:spPr>
        </p:pic>
        <p:pic>
          <p:nvPicPr>
            <p:cNvPr id="41" name="Picture 40" descr="A close up of an orange&#10;&#10;Description automatically generated">
              <a:extLst>
                <a:ext uri="{FF2B5EF4-FFF2-40B4-BE49-F238E27FC236}">
                  <a16:creationId xmlns:a16="http://schemas.microsoft.com/office/drawing/2014/main" id="{6EED0224-4170-CA5D-F1CF-7D93A4580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40121" y="2502952"/>
              <a:ext cx="941775" cy="1079598"/>
            </a:xfrm>
            <a:prstGeom prst="rect">
              <a:avLst/>
            </a:prstGeom>
          </p:spPr>
        </p:pic>
        <p:pic>
          <p:nvPicPr>
            <p:cNvPr id="42" name="Picture 41" descr="A close up of a lemon&#10;&#10;Description automatically generated">
              <a:extLst>
                <a:ext uri="{FF2B5EF4-FFF2-40B4-BE49-F238E27FC236}">
                  <a16:creationId xmlns:a16="http://schemas.microsoft.com/office/drawing/2014/main" id="{DD915FD3-3356-EB9A-8B5E-1CF076E80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388018" y="3582550"/>
              <a:ext cx="941775" cy="869560"/>
            </a:xfrm>
            <a:prstGeom prst="rect">
              <a:avLst/>
            </a:prstGeom>
          </p:spPr>
        </p:pic>
        <p:pic>
          <p:nvPicPr>
            <p:cNvPr id="43" name="Picture 42" descr="A close up of a lemon&#10;&#10;Description automatically generated">
              <a:extLst>
                <a:ext uri="{FF2B5EF4-FFF2-40B4-BE49-F238E27FC236}">
                  <a16:creationId xmlns:a16="http://schemas.microsoft.com/office/drawing/2014/main" id="{45E9B988-C5A2-409B-BD6F-69ECC398A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613153" y="1617537"/>
              <a:ext cx="941777" cy="899771"/>
            </a:xfrm>
            <a:prstGeom prst="rect">
              <a:avLst/>
            </a:prstGeom>
          </p:spPr>
        </p:pic>
        <p:pic>
          <p:nvPicPr>
            <p:cNvPr id="44" name="Picture 43" descr="A close up of a lemon&#10;&#10;Description automatically generated">
              <a:extLst>
                <a:ext uri="{FF2B5EF4-FFF2-40B4-BE49-F238E27FC236}">
                  <a16:creationId xmlns:a16="http://schemas.microsoft.com/office/drawing/2014/main" id="{657E6304-CFDE-DB07-7F00-C65C96988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140641" y="3637804"/>
              <a:ext cx="1040747" cy="899772"/>
            </a:xfrm>
            <a:prstGeom prst="rect">
              <a:avLst/>
            </a:prstGeom>
          </p:spPr>
        </p:pic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E2E92B5F-C913-D4C5-347B-DFE71ADB93D5}"/>
              </a:ext>
            </a:extLst>
          </p:cNvPr>
          <p:cNvSpPr/>
          <p:nvPr/>
        </p:nvSpPr>
        <p:spPr>
          <a:xfrm>
            <a:off x="154547" y="1518206"/>
            <a:ext cx="4061412" cy="5214063"/>
          </a:xfrm>
          <a:prstGeom prst="rect">
            <a:avLst/>
          </a:prstGeom>
          <a:solidFill>
            <a:srgbClr val="BD9CFD">
              <a:alpha val="86000"/>
            </a:srgbClr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9E70C83-B90A-BD33-9774-CB83E75A7A2E}"/>
              </a:ext>
            </a:extLst>
          </p:cNvPr>
          <p:cNvGrpSpPr/>
          <p:nvPr/>
        </p:nvGrpSpPr>
        <p:grpSpPr>
          <a:xfrm>
            <a:off x="567057" y="3314167"/>
            <a:ext cx="3000455" cy="2532239"/>
            <a:chOff x="779929" y="1467506"/>
            <a:chExt cx="3153175" cy="3184638"/>
          </a:xfrm>
        </p:grpSpPr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AD73F80B-5C9B-C972-8CA8-A3C53007A5D7}"/>
                </a:ext>
              </a:extLst>
            </p:cNvPr>
            <p:cNvSpPr/>
            <p:nvPr/>
          </p:nvSpPr>
          <p:spPr>
            <a:xfrm>
              <a:off x="779929" y="1467506"/>
              <a:ext cx="3153175" cy="3184638"/>
            </a:xfrm>
            <a:prstGeom prst="roundRect">
              <a:avLst/>
            </a:prstGeom>
            <a:ln w="136525" cmpd="sng">
              <a:solidFill>
                <a:srgbClr val="00B0F0">
                  <a:alpha val="75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3406589"/>
                        <a:gd name="connsiteY0" fmla="*/ 532719 h 3196249"/>
                        <a:gd name="connsiteX1" fmla="*/ 532719 w 3406589"/>
                        <a:gd name="connsiteY1" fmla="*/ 0 h 3196249"/>
                        <a:gd name="connsiteX2" fmla="*/ 2873870 w 3406589"/>
                        <a:gd name="connsiteY2" fmla="*/ 0 h 3196249"/>
                        <a:gd name="connsiteX3" fmla="*/ 3406589 w 3406589"/>
                        <a:gd name="connsiteY3" fmla="*/ 532719 h 3196249"/>
                        <a:gd name="connsiteX4" fmla="*/ 3406589 w 3406589"/>
                        <a:gd name="connsiteY4" fmla="*/ 2663530 h 3196249"/>
                        <a:gd name="connsiteX5" fmla="*/ 2873870 w 3406589"/>
                        <a:gd name="connsiteY5" fmla="*/ 3196249 h 3196249"/>
                        <a:gd name="connsiteX6" fmla="*/ 532719 w 3406589"/>
                        <a:gd name="connsiteY6" fmla="*/ 3196249 h 3196249"/>
                        <a:gd name="connsiteX7" fmla="*/ 0 w 3406589"/>
                        <a:gd name="connsiteY7" fmla="*/ 2663530 h 3196249"/>
                        <a:gd name="connsiteX8" fmla="*/ 0 w 3406589"/>
                        <a:gd name="connsiteY8" fmla="*/ 532719 h 31962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406589" h="3196249" fill="none" extrusionOk="0">
                          <a:moveTo>
                            <a:pt x="0" y="532719"/>
                          </a:moveTo>
                          <a:cubicBezTo>
                            <a:pt x="-18840" y="235459"/>
                            <a:pt x="247510" y="7363"/>
                            <a:pt x="532719" y="0"/>
                          </a:cubicBezTo>
                          <a:cubicBezTo>
                            <a:pt x="1605480" y="130954"/>
                            <a:pt x="1934091" y="43574"/>
                            <a:pt x="2873870" y="0"/>
                          </a:cubicBezTo>
                          <a:cubicBezTo>
                            <a:pt x="3173128" y="7771"/>
                            <a:pt x="3426772" y="263229"/>
                            <a:pt x="3406589" y="532719"/>
                          </a:cubicBezTo>
                          <a:cubicBezTo>
                            <a:pt x="3256150" y="1220567"/>
                            <a:pt x="3492468" y="1786686"/>
                            <a:pt x="3406589" y="2663530"/>
                          </a:cubicBezTo>
                          <a:cubicBezTo>
                            <a:pt x="3393398" y="2959909"/>
                            <a:pt x="3147627" y="3182134"/>
                            <a:pt x="2873870" y="3196249"/>
                          </a:cubicBezTo>
                          <a:cubicBezTo>
                            <a:pt x="2280893" y="3351446"/>
                            <a:pt x="1508156" y="3359269"/>
                            <a:pt x="532719" y="3196249"/>
                          </a:cubicBezTo>
                          <a:cubicBezTo>
                            <a:pt x="241396" y="3157152"/>
                            <a:pt x="-13473" y="2965610"/>
                            <a:pt x="0" y="2663530"/>
                          </a:cubicBezTo>
                          <a:cubicBezTo>
                            <a:pt x="64656" y="2086733"/>
                            <a:pt x="-17807" y="1194716"/>
                            <a:pt x="0" y="532719"/>
                          </a:cubicBezTo>
                          <a:close/>
                        </a:path>
                        <a:path w="3406589" h="3196249" stroke="0" extrusionOk="0">
                          <a:moveTo>
                            <a:pt x="0" y="532719"/>
                          </a:moveTo>
                          <a:cubicBezTo>
                            <a:pt x="-10851" y="231813"/>
                            <a:pt x="215309" y="8706"/>
                            <a:pt x="532719" y="0"/>
                          </a:cubicBezTo>
                          <a:cubicBezTo>
                            <a:pt x="1534735" y="132882"/>
                            <a:pt x="1741772" y="-84951"/>
                            <a:pt x="2873870" y="0"/>
                          </a:cubicBezTo>
                          <a:cubicBezTo>
                            <a:pt x="3146882" y="20704"/>
                            <a:pt x="3403218" y="257136"/>
                            <a:pt x="3406589" y="532719"/>
                          </a:cubicBezTo>
                          <a:cubicBezTo>
                            <a:pt x="3426776" y="1112827"/>
                            <a:pt x="3559069" y="1629223"/>
                            <a:pt x="3406589" y="2663530"/>
                          </a:cubicBezTo>
                          <a:cubicBezTo>
                            <a:pt x="3416044" y="2958865"/>
                            <a:pt x="3181041" y="3169582"/>
                            <a:pt x="2873870" y="3196249"/>
                          </a:cubicBezTo>
                          <a:cubicBezTo>
                            <a:pt x="2480130" y="3283888"/>
                            <a:pt x="1486446" y="3123570"/>
                            <a:pt x="532719" y="3196249"/>
                          </a:cubicBezTo>
                          <a:cubicBezTo>
                            <a:pt x="235255" y="3165246"/>
                            <a:pt x="-21677" y="2987868"/>
                            <a:pt x="0" y="2663530"/>
                          </a:cubicBezTo>
                          <a:cubicBezTo>
                            <a:pt x="-38581" y="1626247"/>
                            <a:pt x="63341" y="766501"/>
                            <a:pt x="0" y="53271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glow rad="221091">
                <a:schemeClr val="tx1">
                  <a:lumMod val="85000"/>
                  <a:lumOff val="15000"/>
                  <a:alpha val="32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7" name="Picture 46" descr="A close up of an orange&#10;&#10;Description automatically generated">
              <a:extLst>
                <a:ext uri="{FF2B5EF4-FFF2-40B4-BE49-F238E27FC236}">
                  <a16:creationId xmlns:a16="http://schemas.microsoft.com/office/drawing/2014/main" id="{03D1ABE4-D82A-45D8-3256-BD93264A6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95006" y="1724871"/>
              <a:ext cx="906211" cy="1079598"/>
            </a:xfrm>
            <a:prstGeom prst="rect">
              <a:avLst/>
            </a:prstGeom>
          </p:spPr>
        </p:pic>
        <p:pic>
          <p:nvPicPr>
            <p:cNvPr id="48" name="Picture 47" descr="A close up of an orange&#10;&#10;Description automatically generated">
              <a:extLst>
                <a:ext uri="{FF2B5EF4-FFF2-40B4-BE49-F238E27FC236}">
                  <a16:creationId xmlns:a16="http://schemas.microsoft.com/office/drawing/2014/main" id="{C317048A-58E3-6177-2D83-EFC652828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083871" y="1583603"/>
              <a:ext cx="906908" cy="1110603"/>
            </a:xfrm>
            <a:prstGeom prst="rect">
              <a:avLst/>
            </a:prstGeom>
          </p:spPr>
        </p:pic>
        <p:pic>
          <p:nvPicPr>
            <p:cNvPr id="49" name="Picture 48" descr="A lemon with a leaf on it&#10;&#10;Description automatically generated">
              <a:extLst>
                <a:ext uri="{FF2B5EF4-FFF2-40B4-BE49-F238E27FC236}">
                  <a16:creationId xmlns:a16="http://schemas.microsoft.com/office/drawing/2014/main" id="{C722BBC7-3DFA-56B6-7EA5-7FF5EBEA4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52412" y="2138904"/>
              <a:ext cx="886995" cy="1191020"/>
            </a:xfrm>
            <a:prstGeom prst="rect">
              <a:avLst/>
            </a:prstGeom>
          </p:spPr>
        </p:pic>
        <p:pic>
          <p:nvPicPr>
            <p:cNvPr id="50" name="Picture 49" descr="A close-up of an orange&#10;&#10;Description automatically generated">
              <a:extLst>
                <a:ext uri="{FF2B5EF4-FFF2-40B4-BE49-F238E27FC236}">
                  <a16:creationId xmlns:a16="http://schemas.microsoft.com/office/drawing/2014/main" id="{F56F01AE-3A63-4915-2C9B-2C7530FC0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794805" y="2654621"/>
              <a:ext cx="803326" cy="1006329"/>
            </a:xfrm>
            <a:prstGeom prst="rect">
              <a:avLst/>
            </a:prstGeom>
          </p:spPr>
        </p:pic>
        <p:pic>
          <p:nvPicPr>
            <p:cNvPr id="51" name="Picture 50" descr="A close up of an orange&#10;&#10;Description automatically generated">
              <a:extLst>
                <a:ext uri="{FF2B5EF4-FFF2-40B4-BE49-F238E27FC236}">
                  <a16:creationId xmlns:a16="http://schemas.microsoft.com/office/drawing/2014/main" id="{928228DF-DF0C-2A7F-86AD-8ED9A377A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16200000" flipH="1">
              <a:off x="1034020" y="3428986"/>
              <a:ext cx="734564" cy="941776"/>
            </a:xfrm>
            <a:prstGeom prst="rect">
              <a:avLst/>
            </a:prstGeom>
          </p:spPr>
        </p:pic>
        <p:pic>
          <p:nvPicPr>
            <p:cNvPr id="52" name="Picture 51" descr="A lemon with leaves on it&#10;&#10;Description automatically generated">
              <a:extLst>
                <a:ext uri="{FF2B5EF4-FFF2-40B4-BE49-F238E27FC236}">
                  <a16:creationId xmlns:a16="http://schemas.microsoft.com/office/drawing/2014/main" id="{CD1A9442-DA88-F5BF-4A77-FBD7DD605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549708" y="3395476"/>
              <a:ext cx="882144" cy="1108697"/>
            </a:xfrm>
            <a:prstGeom prst="rect">
              <a:avLst/>
            </a:prstGeom>
          </p:spPr>
        </p:pic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5F5A894-D0E5-48EF-2110-EBC4BFF57554}"/>
              </a:ext>
            </a:extLst>
          </p:cNvPr>
          <p:cNvCxnSpPr>
            <a:cxnSpLocks/>
            <a:endCxn id="46" idx="0"/>
          </p:cNvCxnSpPr>
          <p:nvPr/>
        </p:nvCxnSpPr>
        <p:spPr>
          <a:xfrm flipH="1">
            <a:off x="2067285" y="2254484"/>
            <a:ext cx="2148670" cy="1059683"/>
          </a:xfrm>
          <a:prstGeom prst="straightConnector1">
            <a:avLst/>
          </a:prstGeom>
          <a:ln w="88900">
            <a:solidFill>
              <a:schemeClr val="accent1"/>
            </a:solidFill>
            <a:tailEnd type="triangle"/>
          </a:ln>
          <a:effectLst>
            <a:glow rad="50800">
              <a:schemeClr val="tx1">
                <a:lumMod val="95000"/>
                <a:lumOff val="5000"/>
                <a:alpha val="40000"/>
              </a:schemeClr>
            </a:glow>
            <a:outerShdw blurRad="50800" dist="38100" dir="2700000" algn="tl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A6C4FEE-47C6-C67D-B7AD-A12ABE81893D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4215955" y="2254484"/>
            <a:ext cx="2431474" cy="1059683"/>
          </a:xfrm>
          <a:prstGeom prst="straightConnector1">
            <a:avLst/>
          </a:prstGeom>
          <a:ln w="88900">
            <a:solidFill>
              <a:schemeClr val="accent2">
                <a:lumMod val="75000"/>
              </a:schemeClr>
            </a:solidFill>
            <a:tailEnd type="triangle"/>
          </a:ln>
          <a:effectLst>
            <a:glow rad="38100">
              <a:schemeClr val="bg2">
                <a:lumMod val="10000"/>
                <a:alpha val="47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C3E266D-7A58-C8E0-89AF-B188728EE831}"/>
              </a:ext>
            </a:extLst>
          </p:cNvPr>
          <p:cNvGrpSpPr/>
          <p:nvPr/>
        </p:nvGrpSpPr>
        <p:grpSpPr>
          <a:xfrm>
            <a:off x="2903821" y="194554"/>
            <a:ext cx="2624267" cy="2055905"/>
            <a:chOff x="876407" y="1116369"/>
            <a:chExt cx="5566826" cy="385306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936C64D-FA39-3674-93C7-10AE0303D1B1}"/>
                </a:ext>
              </a:extLst>
            </p:cNvPr>
            <p:cNvSpPr/>
            <p:nvPr/>
          </p:nvSpPr>
          <p:spPr>
            <a:xfrm>
              <a:off x="876407" y="1116369"/>
              <a:ext cx="5566826" cy="3853066"/>
            </a:xfrm>
            <a:prstGeom prst="roundRect">
              <a:avLst/>
            </a:prstGeom>
            <a:ln w="136525" cmpd="sng">
              <a:solidFill>
                <a:srgbClr val="00B050">
                  <a:alpha val="75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3406589"/>
                        <a:gd name="connsiteY0" fmla="*/ 532719 h 3196249"/>
                        <a:gd name="connsiteX1" fmla="*/ 532719 w 3406589"/>
                        <a:gd name="connsiteY1" fmla="*/ 0 h 3196249"/>
                        <a:gd name="connsiteX2" fmla="*/ 2873870 w 3406589"/>
                        <a:gd name="connsiteY2" fmla="*/ 0 h 3196249"/>
                        <a:gd name="connsiteX3" fmla="*/ 3406589 w 3406589"/>
                        <a:gd name="connsiteY3" fmla="*/ 532719 h 3196249"/>
                        <a:gd name="connsiteX4" fmla="*/ 3406589 w 3406589"/>
                        <a:gd name="connsiteY4" fmla="*/ 2663530 h 3196249"/>
                        <a:gd name="connsiteX5" fmla="*/ 2873870 w 3406589"/>
                        <a:gd name="connsiteY5" fmla="*/ 3196249 h 3196249"/>
                        <a:gd name="connsiteX6" fmla="*/ 532719 w 3406589"/>
                        <a:gd name="connsiteY6" fmla="*/ 3196249 h 3196249"/>
                        <a:gd name="connsiteX7" fmla="*/ 0 w 3406589"/>
                        <a:gd name="connsiteY7" fmla="*/ 2663530 h 3196249"/>
                        <a:gd name="connsiteX8" fmla="*/ 0 w 3406589"/>
                        <a:gd name="connsiteY8" fmla="*/ 532719 h 31962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406589" h="3196249" fill="none" extrusionOk="0">
                          <a:moveTo>
                            <a:pt x="0" y="532719"/>
                          </a:moveTo>
                          <a:cubicBezTo>
                            <a:pt x="-18840" y="235459"/>
                            <a:pt x="247510" y="7363"/>
                            <a:pt x="532719" y="0"/>
                          </a:cubicBezTo>
                          <a:cubicBezTo>
                            <a:pt x="1605480" y="130954"/>
                            <a:pt x="1934091" y="43574"/>
                            <a:pt x="2873870" y="0"/>
                          </a:cubicBezTo>
                          <a:cubicBezTo>
                            <a:pt x="3173128" y="7771"/>
                            <a:pt x="3426772" y="263229"/>
                            <a:pt x="3406589" y="532719"/>
                          </a:cubicBezTo>
                          <a:cubicBezTo>
                            <a:pt x="3256150" y="1220567"/>
                            <a:pt x="3492468" y="1786686"/>
                            <a:pt x="3406589" y="2663530"/>
                          </a:cubicBezTo>
                          <a:cubicBezTo>
                            <a:pt x="3393398" y="2959909"/>
                            <a:pt x="3147627" y="3182134"/>
                            <a:pt x="2873870" y="3196249"/>
                          </a:cubicBezTo>
                          <a:cubicBezTo>
                            <a:pt x="2280893" y="3351446"/>
                            <a:pt x="1508156" y="3359269"/>
                            <a:pt x="532719" y="3196249"/>
                          </a:cubicBezTo>
                          <a:cubicBezTo>
                            <a:pt x="241396" y="3157152"/>
                            <a:pt x="-13473" y="2965610"/>
                            <a:pt x="0" y="2663530"/>
                          </a:cubicBezTo>
                          <a:cubicBezTo>
                            <a:pt x="64656" y="2086733"/>
                            <a:pt x="-17807" y="1194716"/>
                            <a:pt x="0" y="532719"/>
                          </a:cubicBezTo>
                          <a:close/>
                        </a:path>
                        <a:path w="3406589" h="3196249" stroke="0" extrusionOk="0">
                          <a:moveTo>
                            <a:pt x="0" y="532719"/>
                          </a:moveTo>
                          <a:cubicBezTo>
                            <a:pt x="-10851" y="231813"/>
                            <a:pt x="215309" y="8706"/>
                            <a:pt x="532719" y="0"/>
                          </a:cubicBezTo>
                          <a:cubicBezTo>
                            <a:pt x="1534735" y="132882"/>
                            <a:pt x="1741772" y="-84951"/>
                            <a:pt x="2873870" y="0"/>
                          </a:cubicBezTo>
                          <a:cubicBezTo>
                            <a:pt x="3146882" y="20704"/>
                            <a:pt x="3403218" y="257136"/>
                            <a:pt x="3406589" y="532719"/>
                          </a:cubicBezTo>
                          <a:cubicBezTo>
                            <a:pt x="3426776" y="1112827"/>
                            <a:pt x="3559069" y="1629223"/>
                            <a:pt x="3406589" y="2663530"/>
                          </a:cubicBezTo>
                          <a:cubicBezTo>
                            <a:pt x="3416044" y="2958865"/>
                            <a:pt x="3181041" y="3169582"/>
                            <a:pt x="2873870" y="3196249"/>
                          </a:cubicBezTo>
                          <a:cubicBezTo>
                            <a:pt x="2480130" y="3283888"/>
                            <a:pt x="1486446" y="3123570"/>
                            <a:pt x="532719" y="3196249"/>
                          </a:cubicBezTo>
                          <a:cubicBezTo>
                            <a:pt x="235255" y="3165246"/>
                            <a:pt x="-21677" y="2987868"/>
                            <a:pt x="0" y="2663530"/>
                          </a:cubicBezTo>
                          <a:cubicBezTo>
                            <a:pt x="-38581" y="1626247"/>
                            <a:pt x="63341" y="766501"/>
                            <a:pt x="0" y="53271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glow rad="221091">
                <a:schemeClr val="tx1">
                  <a:lumMod val="85000"/>
                  <a:lumOff val="15000"/>
                  <a:alpha val="32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A close up of a lemon&#10;&#10;Description automatically generated">
              <a:extLst>
                <a:ext uri="{FF2B5EF4-FFF2-40B4-BE49-F238E27FC236}">
                  <a16:creationId xmlns:a16="http://schemas.microsoft.com/office/drawing/2014/main" id="{CD9ADAC6-0587-A576-39D1-E434A1FA6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4986" y="1796772"/>
              <a:ext cx="938659" cy="1045011"/>
            </a:xfrm>
            <a:prstGeom prst="rect">
              <a:avLst/>
            </a:prstGeom>
          </p:spPr>
        </p:pic>
        <p:pic>
          <p:nvPicPr>
            <p:cNvPr id="7" name="Picture 6" descr="A close up of a lemon&#10;&#10;Description automatically generated">
              <a:extLst>
                <a:ext uri="{FF2B5EF4-FFF2-40B4-BE49-F238E27FC236}">
                  <a16:creationId xmlns:a16="http://schemas.microsoft.com/office/drawing/2014/main" id="{D8C8805E-EE00-4EFE-851D-5988F80CE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032579" y="1269037"/>
              <a:ext cx="1017465" cy="903052"/>
            </a:xfrm>
            <a:prstGeom prst="rect">
              <a:avLst/>
            </a:prstGeom>
          </p:spPr>
        </p:pic>
        <p:pic>
          <p:nvPicPr>
            <p:cNvPr id="8" name="Picture 7" descr="A close up of a lemon&#10;&#10;Description automatically generated">
              <a:extLst>
                <a:ext uri="{FF2B5EF4-FFF2-40B4-BE49-F238E27FC236}">
                  <a16:creationId xmlns:a16="http://schemas.microsoft.com/office/drawing/2014/main" id="{D2114FFB-36CD-C416-194B-ED0F17F50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43535" y="2028840"/>
              <a:ext cx="1124391" cy="903053"/>
            </a:xfrm>
            <a:prstGeom prst="rect">
              <a:avLst/>
            </a:prstGeom>
          </p:spPr>
        </p:pic>
        <p:pic>
          <p:nvPicPr>
            <p:cNvPr id="9" name="Picture 8" descr="A lemon with a leaf on it&#10;&#10;Description automatically generated">
              <a:extLst>
                <a:ext uri="{FF2B5EF4-FFF2-40B4-BE49-F238E27FC236}">
                  <a16:creationId xmlns:a16="http://schemas.microsoft.com/office/drawing/2014/main" id="{E26EFD8E-3F40-52DA-D2A2-703210BBA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214113" y="3286649"/>
              <a:ext cx="1076344" cy="1195362"/>
            </a:xfrm>
            <a:prstGeom prst="rect">
              <a:avLst/>
            </a:prstGeom>
          </p:spPr>
        </p:pic>
        <p:pic>
          <p:nvPicPr>
            <p:cNvPr id="10" name="Picture 9" descr="A close up of an orange&#10;&#10;Description automatically generated">
              <a:extLst>
                <a:ext uri="{FF2B5EF4-FFF2-40B4-BE49-F238E27FC236}">
                  <a16:creationId xmlns:a16="http://schemas.microsoft.com/office/drawing/2014/main" id="{CA774C25-5908-1B23-89AB-388BB4534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275594" y="2359822"/>
              <a:ext cx="938659" cy="1066659"/>
            </a:xfrm>
            <a:prstGeom prst="rect">
              <a:avLst/>
            </a:prstGeom>
          </p:spPr>
        </p:pic>
        <p:pic>
          <p:nvPicPr>
            <p:cNvPr id="11" name="Picture 10" descr="A close-up of an orange&#10;&#10;Description automatically generated">
              <a:extLst>
                <a:ext uri="{FF2B5EF4-FFF2-40B4-BE49-F238E27FC236}">
                  <a16:creationId xmlns:a16="http://schemas.microsoft.com/office/drawing/2014/main" id="{54934D27-ED24-6DB4-0029-F43165FB3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254621" y="1276357"/>
              <a:ext cx="867889" cy="1009998"/>
            </a:xfrm>
            <a:prstGeom prst="rect">
              <a:avLst/>
            </a:prstGeom>
          </p:spPr>
        </p:pic>
        <p:pic>
          <p:nvPicPr>
            <p:cNvPr id="12" name="Picture 11" descr="A close-up of an orange&#10;&#10;Description automatically generated">
              <a:extLst>
                <a:ext uri="{FF2B5EF4-FFF2-40B4-BE49-F238E27FC236}">
                  <a16:creationId xmlns:a16="http://schemas.microsoft.com/office/drawing/2014/main" id="{294BE19C-2291-2F4F-F2FE-47B51C034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162878" y="1269037"/>
              <a:ext cx="1169926" cy="974938"/>
            </a:xfrm>
            <a:prstGeom prst="rect">
              <a:avLst/>
            </a:prstGeom>
          </p:spPr>
        </p:pic>
        <p:pic>
          <p:nvPicPr>
            <p:cNvPr id="13" name="Picture 12" descr="A close up of an orange&#10;&#10;Description automatically generated">
              <a:extLst>
                <a:ext uri="{FF2B5EF4-FFF2-40B4-BE49-F238E27FC236}">
                  <a16:creationId xmlns:a16="http://schemas.microsoft.com/office/drawing/2014/main" id="{F045EF62-7CDA-F0BD-3ACB-2860290C8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sharpenSoften amount="5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329920" y="2310504"/>
              <a:ext cx="1110110" cy="969886"/>
            </a:xfrm>
            <a:prstGeom prst="rect">
              <a:avLst/>
            </a:prstGeom>
          </p:spPr>
        </p:pic>
        <p:pic>
          <p:nvPicPr>
            <p:cNvPr id="14" name="Picture 13" descr="A close up of an orange&#10;&#10;Description automatically generated">
              <a:extLst>
                <a:ext uri="{FF2B5EF4-FFF2-40B4-BE49-F238E27FC236}">
                  <a16:creationId xmlns:a16="http://schemas.microsoft.com/office/drawing/2014/main" id="{23E03D97-E81C-3B6D-428C-85B5A9206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24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67163" y="3015122"/>
              <a:ext cx="1017463" cy="1083534"/>
            </a:xfrm>
            <a:prstGeom prst="rect">
              <a:avLst/>
            </a:prstGeom>
          </p:spPr>
        </p:pic>
        <p:pic>
          <p:nvPicPr>
            <p:cNvPr id="15" name="Picture 14" descr="A close up of an orange&#10;&#10;Description automatically generated">
              <a:extLst>
                <a:ext uri="{FF2B5EF4-FFF2-40B4-BE49-F238E27FC236}">
                  <a16:creationId xmlns:a16="http://schemas.microsoft.com/office/drawing/2014/main" id="{A84D4C20-BFB9-F6E3-F333-F0033292D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16200000" flipH="1">
              <a:off x="1164130" y="3094228"/>
              <a:ext cx="838549" cy="1017465"/>
            </a:xfrm>
            <a:prstGeom prst="rect">
              <a:avLst/>
            </a:prstGeom>
          </p:spPr>
        </p:pic>
        <p:pic>
          <p:nvPicPr>
            <p:cNvPr id="16" name="Picture 15" descr="A close up of an orange&#10;&#10;Description automatically generated">
              <a:extLst>
                <a:ext uri="{FF2B5EF4-FFF2-40B4-BE49-F238E27FC236}">
                  <a16:creationId xmlns:a16="http://schemas.microsoft.com/office/drawing/2014/main" id="{09A24114-E80D-A9F9-141A-D0CD2E1C4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25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22096" y="3679800"/>
              <a:ext cx="1088880" cy="1114652"/>
            </a:xfrm>
            <a:prstGeom prst="rect">
              <a:avLst/>
            </a:prstGeom>
          </p:spPr>
        </p:pic>
        <p:pic>
          <p:nvPicPr>
            <p:cNvPr id="17" name="Picture 16" descr="A close up of a lemon&#10;&#10;Description automatically generated">
              <a:extLst>
                <a:ext uri="{FF2B5EF4-FFF2-40B4-BE49-F238E27FC236}">
                  <a16:creationId xmlns:a16="http://schemas.microsoft.com/office/drawing/2014/main" id="{BE65621D-1C49-C664-F3D7-5A4F4081B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76604" y="3696523"/>
              <a:ext cx="1107713" cy="838549"/>
            </a:xfrm>
            <a:prstGeom prst="rect">
              <a:avLst/>
            </a:prstGeom>
          </p:spPr>
        </p:pic>
        <p:pic>
          <p:nvPicPr>
            <p:cNvPr id="18" name="Picture 17" descr="A lemon with leaves on it&#10;&#10;Description automatically generated">
              <a:extLst>
                <a:ext uri="{FF2B5EF4-FFF2-40B4-BE49-F238E27FC236}">
                  <a16:creationId xmlns:a16="http://schemas.microsoft.com/office/drawing/2014/main" id="{6DA1CECF-F10D-8142-27C6-9FCC703E7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415604" y="2403877"/>
              <a:ext cx="968359" cy="1130625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BCE4483-4976-30B8-B893-AE4BAF07BC6B}"/>
                  </a:ext>
                </a:extLst>
              </p:cNvPr>
              <p:cNvSpPr/>
              <p:nvPr/>
            </p:nvSpPr>
            <p:spPr>
              <a:xfrm>
                <a:off x="2409954" y="2544695"/>
                <a:ext cx="1555981" cy="332324"/>
              </a:xfrm>
              <a:prstGeom prst="rect">
                <a:avLst/>
              </a:prstGeom>
              <a:solidFill>
                <a:srgbClr val="C00000">
                  <a:alpha val="87000"/>
                </a:srgbClr>
              </a:solidFill>
              <a:ln w="41275">
                <a:solidFill>
                  <a:schemeClr val="bg1"/>
                </a:solidFill>
              </a:ln>
              <a:effectLst>
                <a:glow rad="139700">
                  <a:schemeClr val="bg2">
                    <a:lumMod val="10000"/>
                    <a:alpha val="40000"/>
                  </a:schemeClr>
                </a:glow>
              </a:effectLst>
              <a:scene3d>
                <a:camera prst="orthographicFront"/>
                <a:lightRig rig="threePt" dir="t"/>
              </a:scene3d>
              <a:sp3d extrusionH="76200" prstMaterial="matte">
                <a:bevelT w="114300" prst="hardEdge"/>
                <a:bevelB w="139700" h="139700" prst="divot"/>
                <a:extrusionClr>
                  <a:srgbClr val="0070C0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Height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BCE4483-4976-30B8-B893-AE4BAF07BC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9954" y="2544695"/>
                <a:ext cx="1555981" cy="33232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41275">
                <a:solidFill>
                  <a:schemeClr val="bg1"/>
                </a:solidFill>
              </a:ln>
              <a:effectLst>
                <a:glow rad="139700">
                  <a:schemeClr val="bg2">
                    <a:lumMod val="10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9236E12-F9DF-8D56-937E-B93616C87196}"/>
                  </a:ext>
                </a:extLst>
              </p:cNvPr>
              <p:cNvSpPr/>
              <p:nvPr/>
            </p:nvSpPr>
            <p:spPr>
              <a:xfrm>
                <a:off x="4676027" y="2579243"/>
                <a:ext cx="1684393" cy="290388"/>
              </a:xfrm>
              <a:prstGeom prst="rect">
                <a:avLst/>
              </a:prstGeom>
              <a:solidFill>
                <a:srgbClr val="00B0F0">
                  <a:alpha val="87000"/>
                </a:srgbClr>
              </a:solidFill>
              <a:ln w="28575">
                <a:solidFill>
                  <a:schemeClr val="bg1"/>
                </a:solidFill>
              </a:ln>
              <a:effectLst>
                <a:glow rad="139700">
                  <a:schemeClr val="bg2">
                    <a:lumMod val="10000"/>
                    <a:alpha val="40000"/>
                  </a:schemeClr>
                </a:glow>
              </a:effectLst>
              <a:scene3d>
                <a:camera prst="orthographicFront"/>
                <a:lightRig rig="threePt" dir="t"/>
              </a:scene3d>
              <a:sp3d extrusionH="76200" prstMaterial="matte">
                <a:bevelT w="114300" prst="hardEdge"/>
                <a:bevelB w="139700" h="139700" prst="divot"/>
                <a:extrusionClr>
                  <a:srgbClr val="0070C0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Height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9236E12-F9DF-8D56-937E-B93616C87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027" y="2579243"/>
                <a:ext cx="1684393" cy="290388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28575">
                <a:solidFill>
                  <a:schemeClr val="bg1"/>
                </a:solidFill>
              </a:ln>
              <a:effectLst>
                <a:glow rad="139700">
                  <a:schemeClr val="bg2">
                    <a:lumMod val="10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800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2A8062-CB91-686B-0657-876350A75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DE6497D7-1068-6CD3-E274-B205523C3955}"/>
              </a:ext>
            </a:extLst>
          </p:cNvPr>
          <p:cNvSpPr/>
          <p:nvPr/>
        </p:nvSpPr>
        <p:spPr>
          <a:xfrm>
            <a:off x="4291835" y="1333107"/>
            <a:ext cx="4579162" cy="538241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B654AF8-2A48-FB3A-8C45-7FFBA34108EA}"/>
              </a:ext>
            </a:extLst>
          </p:cNvPr>
          <p:cNvGrpSpPr/>
          <p:nvPr/>
        </p:nvGrpSpPr>
        <p:grpSpPr>
          <a:xfrm>
            <a:off x="5177553" y="3314167"/>
            <a:ext cx="2939752" cy="2532239"/>
            <a:chOff x="4346363" y="1416424"/>
            <a:chExt cx="3314095" cy="3286800"/>
          </a:xfrm>
        </p:grpSpPr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C2AB24CB-F75B-9144-9162-A3FA212DD3DB}"/>
                </a:ext>
              </a:extLst>
            </p:cNvPr>
            <p:cNvSpPr/>
            <p:nvPr/>
          </p:nvSpPr>
          <p:spPr>
            <a:xfrm>
              <a:off x="4346363" y="1416424"/>
              <a:ext cx="3314095" cy="3286800"/>
            </a:xfrm>
            <a:prstGeom prst="roundRect">
              <a:avLst/>
            </a:prstGeom>
            <a:ln w="92075">
              <a:solidFill>
                <a:srgbClr val="4DFF64">
                  <a:alpha val="61176"/>
                </a:srgbClr>
              </a:solidFill>
            </a:ln>
            <a:effectLst>
              <a:glow rad="228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Picture 37" descr="A close up of a lemon&#10;&#10;Description automatically generated">
              <a:extLst>
                <a:ext uri="{FF2B5EF4-FFF2-40B4-BE49-F238E27FC236}">
                  <a16:creationId xmlns:a16="http://schemas.microsoft.com/office/drawing/2014/main" id="{5D2A5A84-2882-9871-E5A0-1F77EED03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71615" y="1676468"/>
              <a:ext cx="941775" cy="1041214"/>
            </a:xfrm>
            <a:prstGeom prst="rect">
              <a:avLst/>
            </a:prstGeom>
          </p:spPr>
        </p:pic>
        <p:pic>
          <p:nvPicPr>
            <p:cNvPr id="39" name="Picture 38" descr="A close-up of an orange&#10;&#10;Description automatically generated">
              <a:extLst>
                <a:ext uri="{FF2B5EF4-FFF2-40B4-BE49-F238E27FC236}">
                  <a16:creationId xmlns:a16="http://schemas.microsoft.com/office/drawing/2014/main" id="{AF23F0FB-E52F-A69A-B7A0-8C977F5EA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99009" y="1494585"/>
              <a:ext cx="1082897" cy="971397"/>
            </a:xfrm>
            <a:prstGeom prst="rect">
              <a:avLst/>
            </a:prstGeom>
          </p:spPr>
        </p:pic>
        <p:pic>
          <p:nvPicPr>
            <p:cNvPr id="40" name="Picture 39" descr="A close up of an orange&#10;&#10;Description automatically generated">
              <a:extLst>
                <a:ext uri="{FF2B5EF4-FFF2-40B4-BE49-F238E27FC236}">
                  <a16:creationId xmlns:a16="http://schemas.microsoft.com/office/drawing/2014/main" id="{1E8033EB-FC96-B171-8A22-D60BF6D23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448129" y="2544719"/>
              <a:ext cx="901153" cy="847508"/>
            </a:xfrm>
            <a:prstGeom prst="rect">
              <a:avLst/>
            </a:prstGeom>
          </p:spPr>
        </p:pic>
        <p:pic>
          <p:nvPicPr>
            <p:cNvPr id="43" name="Picture 42" descr="A close up of a lemon&#10;&#10;Description automatically generated">
              <a:extLst>
                <a:ext uri="{FF2B5EF4-FFF2-40B4-BE49-F238E27FC236}">
                  <a16:creationId xmlns:a16="http://schemas.microsoft.com/office/drawing/2014/main" id="{0E3512C7-3F77-96CD-08F5-24C6C2AFB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13153" y="1617537"/>
              <a:ext cx="941777" cy="899771"/>
            </a:xfrm>
            <a:prstGeom prst="rect">
              <a:avLst/>
            </a:prstGeom>
          </p:spPr>
        </p:pic>
        <p:pic>
          <p:nvPicPr>
            <p:cNvPr id="44" name="Picture 43" descr="A close up of a lemon&#10;&#10;Description automatically generated">
              <a:extLst>
                <a:ext uri="{FF2B5EF4-FFF2-40B4-BE49-F238E27FC236}">
                  <a16:creationId xmlns:a16="http://schemas.microsoft.com/office/drawing/2014/main" id="{9D47B34D-1CAC-326C-A99A-6D1D4FF44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173556" y="3589014"/>
              <a:ext cx="1040747" cy="899773"/>
            </a:xfrm>
            <a:prstGeom prst="rect">
              <a:avLst/>
            </a:prstGeom>
          </p:spPr>
        </p:pic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E6ACD64C-C24F-9E74-DCF9-30A066179210}"/>
              </a:ext>
            </a:extLst>
          </p:cNvPr>
          <p:cNvSpPr/>
          <p:nvPr/>
        </p:nvSpPr>
        <p:spPr>
          <a:xfrm>
            <a:off x="154547" y="1518206"/>
            <a:ext cx="4061412" cy="5214063"/>
          </a:xfrm>
          <a:prstGeom prst="rect">
            <a:avLst/>
          </a:prstGeom>
          <a:solidFill>
            <a:srgbClr val="BD9CFD">
              <a:alpha val="86000"/>
            </a:srgbClr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1736709-B628-C5F1-562A-F8042741B0B1}"/>
              </a:ext>
            </a:extLst>
          </p:cNvPr>
          <p:cNvGrpSpPr/>
          <p:nvPr/>
        </p:nvGrpSpPr>
        <p:grpSpPr>
          <a:xfrm>
            <a:off x="567057" y="3314167"/>
            <a:ext cx="6502389" cy="2532239"/>
            <a:chOff x="779929" y="1467506"/>
            <a:chExt cx="6833354" cy="3184638"/>
          </a:xfrm>
        </p:grpSpPr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4D638497-F0FA-457D-DC5E-9089A29D307A}"/>
                </a:ext>
              </a:extLst>
            </p:cNvPr>
            <p:cNvSpPr/>
            <p:nvPr/>
          </p:nvSpPr>
          <p:spPr>
            <a:xfrm>
              <a:off x="779929" y="1467506"/>
              <a:ext cx="3153175" cy="3184638"/>
            </a:xfrm>
            <a:prstGeom prst="roundRect">
              <a:avLst/>
            </a:prstGeom>
            <a:ln w="136525" cmpd="sng">
              <a:solidFill>
                <a:srgbClr val="00B0F0">
                  <a:alpha val="75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3406589"/>
                        <a:gd name="connsiteY0" fmla="*/ 532719 h 3196249"/>
                        <a:gd name="connsiteX1" fmla="*/ 532719 w 3406589"/>
                        <a:gd name="connsiteY1" fmla="*/ 0 h 3196249"/>
                        <a:gd name="connsiteX2" fmla="*/ 2873870 w 3406589"/>
                        <a:gd name="connsiteY2" fmla="*/ 0 h 3196249"/>
                        <a:gd name="connsiteX3" fmla="*/ 3406589 w 3406589"/>
                        <a:gd name="connsiteY3" fmla="*/ 532719 h 3196249"/>
                        <a:gd name="connsiteX4" fmla="*/ 3406589 w 3406589"/>
                        <a:gd name="connsiteY4" fmla="*/ 2663530 h 3196249"/>
                        <a:gd name="connsiteX5" fmla="*/ 2873870 w 3406589"/>
                        <a:gd name="connsiteY5" fmla="*/ 3196249 h 3196249"/>
                        <a:gd name="connsiteX6" fmla="*/ 532719 w 3406589"/>
                        <a:gd name="connsiteY6" fmla="*/ 3196249 h 3196249"/>
                        <a:gd name="connsiteX7" fmla="*/ 0 w 3406589"/>
                        <a:gd name="connsiteY7" fmla="*/ 2663530 h 3196249"/>
                        <a:gd name="connsiteX8" fmla="*/ 0 w 3406589"/>
                        <a:gd name="connsiteY8" fmla="*/ 532719 h 31962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406589" h="3196249" fill="none" extrusionOk="0">
                          <a:moveTo>
                            <a:pt x="0" y="532719"/>
                          </a:moveTo>
                          <a:cubicBezTo>
                            <a:pt x="-18840" y="235459"/>
                            <a:pt x="247510" y="7363"/>
                            <a:pt x="532719" y="0"/>
                          </a:cubicBezTo>
                          <a:cubicBezTo>
                            <a:pt x="1605480" y="130954"/>
                            <a:pt x="1934091" y="43574"/>
                            <a:pt x="2873870" y="0"/>
                          </a:cubicBezTo>
                          <a:cubicBezTo>
                            <a:pt x="3173128" y="7771"/>
                            <a:pt x="3426772" y="263229"/>
                            <a:pt x="3406589" y="532719"/>
                          </a:cubicBezTo>
                          <a:cubicBezTo>
                            <a:pt x="3256150" y="1220567"/>
                            <a:pt x="3492468" y="1786686"/>
                            <a:pt x="3406589" y="2663530"/>
                          </a:cubicBezTo>
                          <a:cubicBezTo>
                            <a:pt x="3393398" y="2959909"/>
                            <a:pt x="3147627" y="3182134"/>
                            <a:pt x="2873870" y="3196249"/>
                          </a:cubicBezTo>
                          <a:cubicBezTo>
                            <a:pt x="2280893" y="3351446"/>
                            <a:pt x="1508156" y="3359269"/>
                            <a:pt x="532719" y="3196249"/>
                          </a:cubicBezTo>
                          <a:cubicBezTo>
                            <a:pt x="241396" y="3157152"/>
                            <a:pt x="-13473" y="2965610"/>
                            <a:pt x="0" y="2663530"/>
                          </a:cubicBezTo>
                          <a:cubicBezTo>
                            <a:pt x="64656" y="2086733"/>
                            <a:pt x="-17807" y="1194716"/>
                            <a:pt x="0" y="532719"/>
                          </a:cubicBezTo>
                          <a:close/>
                        </a:path>
                        <a:path w="3406589" h="3196249" stroke="0" extrusionOk="0">
                          <a:moveTo>
                            <a:pt x="0" y="532719"/>
                          </a:moveTo>
                          <a:cubicBezTo>
                            <a:pt x="-10851" y="231813"/>
                            <a:pt x="215309" y="8706"/>
                            <a:pt x="532719" y="0"/>
                          </a:cubicBezTo>
                          <a:cubicBezTo>
                            <a:pt x="1534735" y="132882"/>
                            <a:pt x="1741772" y="-84951"/>
                            <a:pt x="2873870" y="0"/>
                          </a:cubicBezTo>
                          <a:cubicBezTo>
                            <a:pt x="3146882" y="20704"/>
                            <a:pt x="3403218" y="257136"/>
                            <a:pt x="3406589" y="532719"/>
                          </a:cubicBezTo>
                          <a:cubicBezTo>
                            <a:pt x="3426776" y="1112827"/>
                            <a:pt x="3559069" y="1629223"/>
                            <a:pt x="3406589" y="2663530"/>
                          </a:cubicBezTo>
                          <a:cubicBezTo>
                            <a:pt x="3416044" y="2958865"/>
                            <a:pt x="3181041" y="3169582"/>
                            <a:pt x="2873870" y="3196249"/>
                          </a:cubicBezTo>
                          <a:cubicBezTo>
                            <a:pt x="2480130" y="3283888"/>
                            <a:pt x="1486446" y="3123570"/>
                            <a:pt x="532719" y="3196249"/>
                          </a:cubicBezTo>
                          <a:cubicBezTo>
                            <a:pt x="235255" y="3165246"/>
                            <a:pt x="-21677" y="2987868"/>
                            <a:pt x="0" y="2663530"/>
                          </a:cubicBezTo>
                          <a:cubicBezTo>
                            <a:pt x="-38581" y="1626247"/>
                            <a:pt x="63341" y="766501"/>
                            <a:pt x="0" y="53271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glow rad="221091">
                <a:schemeClr val="tx1">
                  <a:lumMod val="85000"/>
                  <a:lumOff val="15000"/>
                  <a:alpha val="32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7" name="Picture 46" descr="A close up of an orange&#10;&#10;Description automatically generated">
              <a:extLst>
                <a:ext uri="{FF2B5EF4-FFF2-40B4-BE49-F238E27FC236}">
                  <a16:creationId xmlns:a16="http://schemas.microsoft.com/office/drawing/2014/main" id="{A74786DE-D18F-E797-F78A-E3D04FEBF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95006" y="1724871"/>
              <a:ext cx="906211" cy="1079598"/>
            </a:xfrm>
            <a:prstGeom prst="rect">
              <a:avLst/>
            </a:prstGeom>
          </p:spPr>
        </p:pic>
        <p:pic>
          <p:nvPicPr>
            <p:cNvPr id="48" name="Picture 47" descr="A close up of an orange&#10;&#10;Description automatically generated">
              <a:extLst>
                <a:ext uri="{FF2B5EF4-FFF2-40B4-BE49-F238E27FC236}">
                  <a16:creationId xmlns:a16="http://schemas.microsoft.com/office/drawing/2014/main" id="{F0EA5077-BDE0-074C-AE98-94004A27D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81356" y="1600270"/>
              <a:ext cx="906908" cy="1110603"/>
            </a:xfrm>
            <a:prstGeom prst="rect">
              <a:avLst/>
            </a:prstGeom>
          </p:spPr>
        </p:pic>
        <p:pic>
          <p:nvPicPr>
            <p:cNvPr id="49" name="Picture 48" descr="A lemon with a leaf on it&#10;&#10;Description automatically generated">
              <a:extLst>
                <a:ext uri="{FF2B5EF4-FFF2-40B4-BE49-F238E27FC236}">
                  <a16:creationId xmlns:a16="http://schemas.microsoft.com/office/drawing/2014/main" id="{9FD12C49-446A-6CD3-BE84-806CA821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770924" y="2536781"/>
              <a:ext cx="842359" cy="1131085"/>
            </a:xfrm>
            <a:prstGeom prst="rect">
              <a:avLst/>
            </a:prstGeom>
          </p:spPr>
        </p:pic>
        <p:pic>
          <p:nvPicPr>
            <p:cNvPr id="50" name="Picture 49" descr="A close-up of an orange&#10;&#10;Description automatically generated">
              <a:extLst>
                <a:ext uri="{FF2B5EF4-FFF2-40B4-BE49-F238E27FC236}">
                  <a16:creationId xmlns:a16="http://schemas.microsoft.com/office/drawing/2014/main" id="{393A922B-41EA-035F-4DD9-E17B57DD2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822658" y="2639781"/>
              <a:ext cx="803326" cy="1006329"/>
            </a:xfrm>
            <a:prstGeom prst="rect">
              <a:avLst/>
            </a:prstGeom>
          </p:spPr>
        </p:pic>
        <p:pic>
          <p:nvPicPr>
            <p:cNvPr id="51" name="Picture 50" descr="A close up of an orange&#10;&#10;Description automatically generated">
              <a:extLst>
                <a:ext uri="{FF2B5EF4-FFF2-40B4-BE49-F238E27FC236}">
                  <a16:creationId xmlns:a16="http://schemas.microsoft.com/office/drawing/2014/main" id="{16F9D213-9A95-495C-55E7-C5939E804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16200000" flipH="1">
              <a:off x="1034020" y="3428986"/>
              <a:ext cx="734564" cy="941776"/>
            </a:xfrm>
            <a:prstGeom prst="rect">
              <a:avLst/>
            </a:prstGeom>
          </p:spPr>
        </p:pic>
        <p:pic>
          <p:nvPicPr>
            <p:cNvPr id="52" name="Picture 51" descr="A lemon with leaves on it&#10;&#10;Description automatically generated">
              <a:extLst>
                <a:ext uri="{FF2B5EF4-FFF2-40B4-BE49-F238E27FC236}">
                  <a16:creationId xmlns:a16="http://schemas.microsoft.com/office/drawing/2014/main" id="{72C33421-B9D1-D236-51EB-16FD5793F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28500" y="3382949"/>
              <a:ext cx="882143" cy="1108696"/>
            </a:xfrm>
            <a:prstGeom prst="rect">
              <a:avLst/>
            </a:prstGeom>
          </p:spPr>
        </p:pic>
      </p:grp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1B40FF9-01D4-D081-FBBC-659C541BF3FC}"/>
              </a:ext>
            </a:extLst>
          </p:cNvPr>
          <p:cNvCxnSpPr>
            <a:cxnSpLocks/>
            <a:endCxn id="46" idx="0"/>
          </p:cNvCxnSpPr>
          <p:nvPr/>
        </p:nvCxnSpPr>
        <p:spPr>
          <a:xfrm flipH="1">
            <a:off x="2067285" y="2254484"/>
            <a:ext cx="2148670" cy="1059683"/>
          </a:xfrm>
          <a:prstGeom prst="straightConnector1">
            <a:avLst/>
          </a:prstGeom>
          <a:ln w="88900">
            <a:solidFill>
              <a:schemeClr val="accent1"/>
            </a:solidFill>
            <a:tailEnd type="triangle"/>
          </a:ln>
          <a:effectLst>
            <a:glow rad="50800">
              <a:schemeClr val="tx1">
                <a:lumMod val="95000"/>
                <a:lumOff val="5000"/>
                <a:alpha val="40000"/>
              </a:schemeClr>
            </a:glow>
            <a:outerShdw blurRad="50800" dist="38100" dir="2700000" algn="tl" rotWithShape="0">
              <a:schemeClr val="tx1">
                <a:lumMod val="85000"/>
                <a:lumOff val="15000"/>
                <a:alpha val="40000"/>
              </a:scheme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753A4BD-B44F-0C7C-75E1-B8288AE8C279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4215955" y="2254484"/>
            <a:ext cx="2431474" cy="1059683"/>
          </a:xfrm>
          <a:prstGeom prst="straightConnector1">
            <a:avLst/>
          </a:prstGeom>
          <a:ln w="88900">
            <a:solidFill>
              <a:schemeClr val="accent2">
                <a:lumMod val="75000"/>
              </a:schemeClr>
            </a:solidFill>
            <a:tailEnd type="triangle"/>
          </a:ln>
          <a:effectLst>
            <a:glow rad="38100">
              <a:schemeClr val="bg2">
                <a:lumMod val="10000"/>
                <a:alpha val="47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953CE6E-901B-028E-9470-5BFFFBB3EDD7}"/>
              </a:ext>
            </a:extLst>
          </p:cNvPr>
          <p:cNvGrpSpPr/>
          <p:nvPr/>
        </p:nvGrpSpPr>
        <p:grpSpPr>
          <a:xfrm>
            <a:off x="2903821" y="266022"/>
            <a:ext cx="2624267" cy="2055905"/>
            <a:chOff x="876407" y="1116369"/>
            <a:chExt cx="5566826" cy="385306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59A8181-F432-1DAA-059A-49F07748EE2F}"/>
                </a:ext>
              </a:extLst>
            </p:cNvPr>
            <p:cNvSpPr/>
            <p:nvPr/>
          </p:nvSpPr>
          <p:spPr>
            <a:xfrm>
              <a:off x="876407" y="1116369"/>
              <a:ext cx="5566826" cy="3853066"/>
            </a:xfrm>
            <a:prstGeom prst="roundRect">
              <a:avLst/>
            </a:prstGeom>
            <a:ln w="136525" cmpd="sng">
              <a:solidFill>
                <a:srgbClr val="00B050">
                  <a:alpha val="75000"/>
                </a:srgbClr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3406589"/>
                        <a:gd name="connsiteY0" fmla="*/ 532719 h 3196249"/>
                        <a:gd name="connsiteX1" fmla="*/ 532719 w 3406589"/>
                        <a:gd name="connsiteY1" fmla="*/ 0 h 3196249"/>
                        <a:gd name="connsiteX2" fmla="*/ 2873870 w 3406589"/>
                        <a:gd name="connsiteY2" fmla="*/ 0 h 3196249"/>
                        <a:gd name="connsiteX3" fmla="*/ 3406589 w 3406589"/>
                        <a:gd name="connsiteY3" fmla="*/ 532719 h 3196249"/>
                        <a:gd name="connsiteX4" fmla="*/ 3406589 w 3406589"/>
                        <a:gd name="connsiteY4" fmla="*/ 2663530 h 3196249"/>
                        <a:gd name="connsiteX5" fmla="*/ 2873870 w 3406589"/>
                        <a:gd name="connsiteY5" fmla="*/ 3196249 h 3196249"/>
                        <a:gd name="connsiteX6" fmla="*/ 532719 w 3406589"/>
                        <a:gd name="connsiteY6" fmla="*/ 3196249 h 3196249"/>
                        <a:gd name="connsiteX7" fmla="*/ 0 w 3406589"/>
                        <a:gd name="connsiteY7" fmla="*/ 2663530 h 3196249"/>
                        <a:gd name="connsiteX8" fmla="*/ 0 w 3406589"/>
                        <a:gd name="connsiteY8" fmla="*/ 532719 h 31962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3406589" h="3196249" fill="none" extrusionOk="0">
                          <a:moveTo>
                            <a:pt x="0" y="532719"/>
                          </a:moveTo>
                          <a:cubicBezTo>
                            <a:pt x="-18840" y="235459"/>
                            <a:pt x="247510" y="7363"/>
                            <a:pt x="532719" y="0"/>
                          </a:cubicBezTo>
                          <a:cubicBezTo>
                            <a:pt x="1605480" y="130954"/>
                            <a:pt x="1934091" y="43574"/>
                            <a:pt x="2873870" y="0"/>
                          </a:cubicBezTo>
                          <a:cubicBezTo>
                            <a:pt x="3173128" y="7771"/>
                            <a:pt x="3426772" y="263229"/>
                            <a:pt x="3406589" y="532719"/>
                          </a:cubicBezTo>
                          <a:cubicBezTo>
                            <a:pt x="3256150" y="1220567"/>
                            <a:pt x="3492468" y="1786686"/>
                            <a:pt x="3406589" y="2663530"/>
                          </a:cubicBezTo>
                          <a:cubicBezTo>
                            <a:pt x="3393398" y="2959909"/>
                            <a:pt x="3147627" y="3182134"/>
                            <a:pt x="2873870" y="3196249"/>
                          </a:cubicBezTo>
                          <a:cubicBezTo>
                            <a:pt x="2280893" y="3351446"/>
                            <a:pt x="1508156" y="3359269"/>
                            <a:pt x="532719" y="3196249"/>
                          </a:cubicBezTo>
                          <a:cubicBezTo>
                            <a:pt x="241396" y="3157152"/>
                            <a:pt x="-13473" y="2965610"/>
                            <a:pt x="0" y="2663530"/>
                          </a:cubicBezTo>
                          <a:cubicBezTo>
                            <a:pt x="64656" y="2086733"/>
                            <a:pt x="-17807" y="1194716"/>
                            <a:pt x="0" y="532719"/>
                          </a:cubicBezTo>
                          <a:close/>
                        </a:path>
                        <a:path w="3406589" h="3196249" stroke="0" extrusionOk="0">
                          <a:moveTo>
                            <a:pt x="0" y="532719"/>
                          </a:moveTo>
                          <a:cubicBezTo>
                            <a:pt x="-10851" y="231813"/>
                            <a:pt x="215309" y="8706"/>
                            <a:pt x="532719" y="0"/>
                          </a:cubicBezTo>
                          <a:cubicBezTo>
                            <a:pt x="1534735" y="132882"/>
                            <a:pt x="1741772" y="-84951"/>
                            <a:pt x="2873870" y="0"/>
                          </a:cubicBezTo>
                          <a:cubicBezTo>
                            <a:pt x="3146882" y="20704"/>
                            <a:pt x="3403218" y="257136"/>
                            <a:pt x="3406589" y="532719"/>
                          </a:cubicBezTo>
                          <a:cubicBezTo>
                            <a:pt x="3426776" y="1112827"/>
                            <a:pt x="3559069" y="1629223"/>
                            <a:pt x="3406589" y="2663530"/>
                          </a:cubicBezTo>
                          <a:cubicBezTo>
                            <a:pt x="3416044" y="2958865"/>
                            <a:pt x="3181041" y="3169582"/>
                            <a:pt x="2873870" y="3196249"/>
                          </a:cubicBezTo>
                          <a:cubicBezTo>
                            <a:pt x="2480130" y="3283888"/>
                            <a:pt x="1486446" y="3123570"/>
                            <a:pt x="532719" y="3196249"/>
                          </a:cubicBezTo>
                          <a:cubicBezTo>
                            <a:pt x="235255" y="3165246"/>
                            <a:pt x="-21677" y="2987868"/>
                            <a:pt x="0" y="2663530"/>
                          </a:cubicBezTo>
                          <a:cubicBezTo>
                            <a:pt x="-38581" y="1626247"/>
                            <a:pt x="63341" y="766501"/>
                            <a:pt x="0" y="532719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glow rad="221091">
                <a:schemeClr val="tx1">
                  <a:lumMod val="85000"/>
                  <a:lumOff val="15000"/>
                  <a:alpha val="32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A close up of a lemon&#10;&#10;Description automatically generated">
              <a:extLst>
                <a:ext uri="{FF2B5EF4-FFF2-40B4-BE49-F238E27FC236}">
                  <a16:creationId xmlns:a16="http://schemas.microsoft.com/office/drawing/2014/main" id="{8945EC40-D3B8-8CA2-ECC6-A018B26EB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60223" y="1836320"/>
              <a:ext cx="938659" cy="1045011"/>
            </a:xfrm>
            <a:prstGeom prst="rect">
              <a:avLst/>
            </a:prstGeom>
          </p:spPr>
        </p:pic>
        <p:pic>
          <p:nvPicPr>
            <p:cNvPr id="7" name="Picture 6" descr="A close up of a lemon&#10;&#10;Description automatically generated">
              <a:extLst>
                <a:ext uri="{FF2B5EF4-FFF2-40B4-BE49-F238E27FC236}">
                  <a16:creationId xmlns:a16="http://schemas.microsoft.com/office/drawing/2014/main" id="{65481211-C1DC-B4B3-70AC-067F830BE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9528"/>
            <a:stretch/>
          </p:blipFill>
          <p:spPr>
            <a:xfrm>
              <a:off x="2081666" y="1424055"/>
              <a:ext cx="1017465" cy="817002"/>
            </a:xfrm>
            <a:prstGeom prst="rect">
              <a:avLst/>
            </a:prstGeom>
          </p:spPr>
        </p:pic>
        <p:pic>
          <p:nvPicPr>
            <p:cNvPr id="8" name="Picture 7" descr="A close up of a lemon&#10;&#10;Description automatically generated">
              <a:extLst>
                <a:ext uri="{FF2B5EF4-FFF2-40B4-BE49-F238E27FC236}">
                  <a16:creationId xmlns:a16="http://schemas.microsoft.com/office/drawing/2014/main" id="{03C7B738-6239-DFD3-AB83-8FD8D2F14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76924" y="2124689"/>
              <a:ext cx="1124391" cy="903053"/>
            </a:xfrm>
            <a:prstGeom prst="rect">
              <a:avLst/>
            </a:prstGeom>
          </p:spPr>
        </p:pic>
        <p:pic>
          <p:nvPicPr>
            <p:cNvPr id="9" name="Picture 8" descr="A lemon with a leaf on it&#10;&#10;Description automatically generated">
              <a:extLst>
                <a:ext uri="{FF2B5EF4-FFF2-40B4-BE49-F238E27FC236}">
                  <a16:creationId xmlns:a16="http://schemas.microsoft.com/office/drawing/2014/main" id="{F8C1AF88-B3EF-A2C8-804B-21AF1FC4F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061200" y="3394159"/>
              <a:ext cx="1076344" cy="1195362"/>
            </a:xfrm>
            <a:prstGeom prst="rect">
              <a:avLst/>
            </a:prstGeom>
          </p:spPr>
        </p:pic>
        <p:pic>
          <p:nvPicPr>
            <p:cNvPr id="10" name="Picture 9" descr="A close up of an orange&#10;&#10;Description automatically generated">
              <a:extLst>
                <a:ext uri="{FF2B5EF4-FFF2-40B4-BE49-F238E27FC236}">
                  <a16:creationId xmlns:a16="http://schemas.microsoft.com/office/drawing/2014/main" id="{046B59A6-D959-760E-DCDD-FB04CB8AA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275594" y="2359822"/>
              <a:ext cx="938659" cy="1066659"/>
            </a:xfrm>
            <a:prstGeom prst="rect">
              <a:avLst/>
            </a:prstGeom>
          </p:spPr>
        </p:pic>
        <p:pic>
          <p:nvPicPr>
            <p:cNvPr id="11" name="Picture 10" descr="A close-up of an orange&#10;&#10;Description automatically generated">
              <a:extLst>
                <a:ext uri="{FF2B5EF4-FFF2-40B4-BE49-F238E27FC236}">
                  <a16:creationId xmlns:a16="http://schemas.microsoft.com/office/drawing/2014/main" id="{345A09BE-AB33-5D88-F1FE-046F4ADD8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sharpenSoften amount="25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105410" y="1276357"/>
              <a:ext cx="867889" cy="1009998"/>
            </a:xfrm>
            <a:prstGeom prst="rect">
              <a:avLst/>
            </a:prstGeom>
          </p:spPr>
        </p:pic>
        <p:pic>
          <p:nvPicPr>
            <p:cNvPr id="12" name="Picture 11" descr="A close-up of an orange&#10;&#10;Description automatically generated">
              <a:extLst>
                <a:ext uri="{FF2B5EF4-FFF2-40B4-BE49-F238E27FC236}">
                  <a16:creationId xmlns:a16="http://schemas.microsoft.com/office/drawing/2014/main" id="{97054A42-2B44-23D1-02E8-3FF794B16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834613" y="1374499"/>
              <a:ext cx="1169926" cy="974938"/>
            </a:xfrm>
            <a:prstGeom prst="rect">
              <a:avLst/>
            </a:prstGeom>
          </p:spPr>
        </p:pic>
        <p:pic>
          <p:nvPicPr>
            <p:cNvPr id="13" name="Picture 12" descr="A close up of an orange&#10;&#10;Description automatically generated">
              <a:extLst>
                <a:ext uri="{FF2B5EF4-FFF2-40B4-BE49-F238E27FC236}">
                  <a16:creationId xmlns:a16="http://schemas.microsoft.com/office/drawing/2014/main" id="{30730ACA-91BE-E62B-21C9-01E477A4E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sharpenSoften amount="5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329920" y="2310504"/>
              <a:ext cx="1110110" cy="969886"/>
            </a:xfrm>
            <a:prstGeom prst="rect">
              <a:avLst/>
            </a:prstGeom>
          </p:spPr>
        </p:pic>
        <p:pic>
          <p:nvPicPr>
            <p:cNvPr id="15" name="Picture 14" descr="A close up of an orange&#10;&#10;Description automatically generated">
              <a:extLst>
                <a:ext uri="{FF2B5EF4-FFF2-40B4-BE49-F238E27FC236}">
                  <a16:creationId xmlns:a16="http://schemas.microsoft.com/office/drawing/2014/main" id="{A5DE9DE6-6B57-2D66-65C1-FED9659DA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16200000" flipH="1">
              <a:off x="1164130" y="3001949"/>
              <a:ext cx="838549" cy="1017465"/>
            </a:xfrm>
            <a:prstGeom prst="rect">
              <a:avLst/>
            </a:prstGeom>
          </p:spPr>
        </p:pic>
        <p:pic>
          <p:nvPicPr>
            <p:cNvPr id="17" name="Picture 16" descr="A close up of a lemon&#10;&#10;Description automatically generated">
              <a:extLst>
                <a:ext uri="{FF2B5EF4-FFF2-40B4-BE49-F238E27FC236}">
                  <a16:creationId xmlns:a16="http://schemas.microsoft.com/office/drawing/2014/main" id="{8B99AA32-732E-61C9-196D-B9CE68780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076604" y="3696523"/>
              <a:ext cx="1107713" cy="838549"/>
            </a:xfrm>
            <a:prstGeom prst="rect">
              <a:avLst/>
            </a:prstGeom>
          </p:spPr>
        </p:pic>
        <p:pic>
          <p:nvPicPr>
            <p:cNvPr id="18" name="Picture 17" descr="A lemon with leaves on it&#10;&#10;Description automatically generated">
              <a:extLst>
                <a:ext uri="{FF2B5EF4-FFF2-40B4-BE49-F238E27FC236}">
                  <a16:creationId xmlns:a16="http://schemas.microsoft.com/office/drawing/2014/main" id="{05989643-BCDE-8667-C3F4-FD7CC6238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415604" y="2403877"/>
              <a:ext cx="968359" cy="1130625"/>
            </a:xfrm>
            <a:prstGeom prst="rect">
              <a:avLst/>
            </a:prstGeom>
          </p:spPr>
        </p:pic>
        <p:pic>
          <p:nvPicPr>
            <p:cNvPr id="16" name="Picture 15" descr="A close up of an orange&#10;&#10;Description automatically generated">
              <a:extLst>
                <a:ext uri="{FF2B5EF4-FFF2-40B4-BE49-F238E27FC236}">
                  <a16:creationId xmlns:a16="http://schemas.microsoft.com/office/drawing/2014/main" id="{9004EAB5-13A5-8850-53E8-B53B7E0EB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067344" y="3623129"/>
              <a:ext cx="1088880" cy="1114652"/>
            </a:xfrm>
            <a:prstGeom prst="rect">
              <a:avLst/>
            </a:prstGeom>
          </p:spPr>
        </p:pic>
        <p:pic>
          <p:nvPicPr>
            <p:cNvPr id="14" name="Picture 13" descr="A close up of an orange&#10;&#10;Description automatically generated">
              <a:extLst>
                <a:ext uri="{FF2B5EF4-FFF2-40B4-BE49-F238E27FC236}">
                  <a16:creationId xmlns:a16="http://schemas.microsoft.com/office/drawing/2014/main" id="{7383E69C-B49C-BE6C-BC1E-129714A89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34360" y="2861954"/>
              <a:ext cx="1017463" cy="108353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34DA447-F860-86F2-1EB2-7EBA1FE45F65}"/>
                  </a:ext>
                </a:extLst>
              </p:cNvPr>
              <p:cNvSpPr/>
              <p:nvPr/>
            </p:nvSpPr>
            <p:spPr>
              <a:xfrm>
                <a:off x="2409954" y="2544695"/>
                <a:ext cx="1555981" cy="332324"/>
              </a:xfrm>
              <a:prstGeom prst="rect">
                <a:avLst/>
              </a:prstGeom>
              <a:solidFill>
                <a:srgbClr val="C00000">
                  <a:alpha val="87000"/>
                </a:srgbClr>
              </a:solidFill>
              <a:ln w="41275">
                <a:solidFill>
                  <a:schemeClr val="bg1"/>
                </a:solidFill>
              </a:ln>
              <a:effectLst>
                <a:glow rad="139700">
                  <a:schemeClr val="bg2">
                    <a:lumMod val="10000"/>
                    <a:alpha val="40000"/>
                  </a:schemeClr>
                </a:glow>
              </a:effectLst>
              <a:scene3d>
                <a:camera prst="orthographicFront"/>
                <a:lightRig rig="threePt" dir="t"/>
              </a:scene3d>
              <a:sp3d extrusionH="76200" prstMaterial="matte">
                <a:bevelT w="114300" prst="hardEdge"/>
                <a:bevelB w="139700" h="139700" prst="divot"/>
                <a:extrusionClr>
                  <a:srgbClr val="0070C0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Height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BCE4483-4976-30B8-B893-AE4BAF07BC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9954" y="2544695"/>
                <a:ext cx="1555981" cy="33232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 w="41275">
                <a:solidFill>
                  <a:schemeClr val="bg1"/>
                </a:solidFill>
              </a:ln>
              <a:effectLst>
                <a:glow rad="139700">
                  <a:schemeClr val="bg2">
                    <a:lumMod val="10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58491FF9-CD0D-B13A-A716-5D60A1F1069F}"/>
                  </a:ext>
                </a:extLst>
              </p:cNvPr>
              <p:cNvSpPr/>
              <p:nvPr/>
            </p:nvSpPr>
            <p:spPr>
              <a:xfrm>
                <a:off x="4676027" y="2579243"/>
                <a:ext cx="1684393" cy="290388"/>
              </a:xfrm>
              <a:prstGeom prst="rect">
                <a:avLst/>
              </a:prstGeom>
              <a:solidFill>
                <a:srgbClr val="00B0F0">
                  <a:alpha val="87000"/>
                </a:srgbClr>
              </a:solidFill>
              <a:ln w="28575">
                <a:solidFill>
                  <a:schemeClr val="bg1"/>
                </a:solidFill>
              </a:ln>
              <a:effectLst>
                <a:glow rad="139700">
                  <a:schemeClr val="bg2">
                    <a:lumMod val="10000"/>
                    <a:alpha val="40000"/>
                  </a:schemeClr>
                </a:glow>
              </a:effectLst>
              <a:scene3d>
                <a:camera prst="orthographicFront"/>
                <a:lightRig rig="threePt" dir="t"/>
              </a:scene3d>
              <a:sp3d extrusionH="76200" prstMaterial="matte">
                <a:bevelT w="114300" prst="hardEdge"/>
                <a:bevelB w="139700" h="139700" prst="divot"/>
                <a:extrusionClr>
                  <a:srgbClr val="0070C0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Height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9236E12-F9DF-8D56-937E-B93616C87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027" y="2579243"/>
                <a:ext cx="1684393" cy="290388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 w="28575">
                <a:solidFill>
                  <a:schemeClr val="bg1"/>
                </a:solidFill>
              </a:ln>
              <a:effectLst>
                <a:glow rad="139700">
                  <a:schemeClr val="bg2">
                    <a:lumMod val="10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A Grade Pan India Green Large Lemon, Packaging Type: Loose at Rs 70/kg in  Siliguri">
            <a:extLst>
              <a:ext uri="{FF2B5EF4-FFF2-40B4-BE49-F238E27FC236}">
                <a16:creationId xmlns:a16="http://schemas.microsoft.com/office/drawing/2014/main" id="{D82304DE-ED2F-C5E6-3465-B1FE972E75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45" t="20512" r="6470" b="13941"/>
          <a:stretch/>
        </p:blipFill>
        <p:spPr bwMode="auto">
          <a:xfrm>
            <a:off x="3065773" y="1758752"/>
            <a:ext cx="434179" cy="334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reen Lemon Stock Photos and Pictures - 1,455,303 Images | Shutterstock">
            <a:extLst>
              <a:ext uri="{FF2B5EF4-FFF2-40B4-BE49-F238E27FC236}">
                <a16:creationId xmlns:a16="http://schemas.microsoft.com/office/drawing/2014/main" id="{050A42FB-5301-8FA8-F93A-2A9FDE6253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5" t="10436" r="9812" b="16857"/>
          <a:stretch/>
        </p:blipFill>
        <p:spPr bwMode="auto">
          <a:xfrm>
            <a:off x="3039423" y="430625"/>
            <a:ext cx="458328" cy="397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Grade Pan India Green Large Lemon, Packaging Type: Loose at Rs 70/kg in  Siliguri">
            <a:extLst>
              <a:ext uri="{FF2B5EF4-FFF2-40B4-BE49-F238E27FC236}">
                <a16:creationId xmlns:a16="http://schemas.microsoft.com/office/drawing/2014/main" id="{3DD6D063-A6A3-A311-BDD3-7ED8271F0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45" t="20512" r="6470" b="13941"/>
          <a:stretch/>
        </p:blipFill>
        <p:spPr bwMode="auto">
          <a:xfrm>
            <a:off x="1696629" y="5157663"/>
            <a:ext cx="741310" cy="571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Green Lemon Stock Photos and Pictures - 1,455,303 Images | Shutterstock">
            <a:extLst>
              <a:ext uri="{FF2B5EF4-FFF2-40B4-BE49-F238E27FC236}">
                <a16:creationId xmlns:a16="http://schemas.microsoft.com/office/drawing/2014/main" id="{ABA54620-3E5B-2E57-B0BF-2A41A4332F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5" t="10436" r="9812" b="16857"/>
          <a:stretch/>
        </p:blipFill>
        <p:spPr bwMode="auto">
          <a:xfrm>
            <a:off x="833669" y="4397924"/>
            <a:ext cx="643504" cy="55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A Grade Pan India Green Large Lemon, Packaging Type: Loose at Rs 70/kg in  Siliguri">
            <a:extLst>
              <a:ext uri="{FF2B5EF4-FFF2-40B4-BE49-F238E27FC236}">
                <a16:creationId xmlns:a16="http://schemas.microsoft.com/office/drawing/2014/main" id="{6C820C7C-4399-7070-1636-B79A0690B9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45" t="20512" r="6470" b="13941"/>
          <a:stretch/>
        </p:blipFill>
        <p:spPr bwMode="auto">
          <a:xfrm rot="15419479">
            <a:off x="5231528" y="5032572"/>
            <a:ext cx="746247" cy="57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A Grade Pan India Green Large Lemon, Packaging Type: Loose at Rs 70/kg in  Siliguri">
            <a:extLst>
              <a:ext uri="{FF2B5EF4-FFF2-40B4-BE49-F238E27FC236}">
                <a16:creationId xmlns:a16="http://schemas.microsoft.com/office/drawing/2014/main" id="{F22FBAD9-4065-6B60-67DC-EE877A072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45" t="20512" r="6470" b="13941"/>
          <a:stretch/>
        </p:blipFill>
        <p:spPr bwMode="auto">
          <a:xfrm flipH="1">
            <a:off x="4849871" y="346523"/>
            <a:ext cx="444001" cy="338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Green Lemon Stock Photos and Pictures - 1,455,303 Images | Shutterstock">
            <a:extLst>
              <a:ext uri="{FF2B5EF4-FFF2-40B4-BE49-F238E27FC236}">
                <a16:creationId xmlns:a16="http://schemas.microsoft.com/office/drawing/2014/main" id="{48CC65B6-1FC1-68F9-3D0F-FEE4E82657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5" t="10436" r="9812" b="16857"/>
          <a:stretch/>
        </p:blipFill>
        <p:spPr bwMode="auto">
          <a:xfrm rot="9304262">
            <a:off x="4893044" y="1818487"/>
            <a:ext cx="438389" cy="38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Green Lemon Stock Photos and Pictures - 1,455,303 Images | Shutterstock">
            <a:extLst>
              <a:ext uri="{FF2B5EF4-FFF2-40B4-BE49-F238E27FC236}">
                <a16:creationId xmlns:a16="http://schemas.microsoft.com/office/drawing/2014/main" id="{A31408C6-13C3-C34C-FEB1-C0A3B413C8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5" t="10436" r="9812" b="16857"/>
          <a:stretch/>
        </p:blipFill>
        <p:spPr bwMode="auto">
          <a:xfrm rot="8589253">
            <a:off x="7231068" y="4435087"/>
            <a:ext cx="697452" cy="605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A close up of a lemon&#10;&#10;Description automatically generated">
            <a:extLst>
              <a:ext uri="{FF2B5EF4-FFF2-40B4-BE49-F238E27FC236}">
                <a16:creationId xmlns:a16="http://schemas.microsoft.com/office/drawing/2014/main" id="{98F9C508-2C4E-38EE-7735-2F5ADA78011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68996" y="5070975"/>
            <a:ext cx="835397" cy="669932"/>
          </a:xfrm>
          <a:prstGeom prst="rect">
            <a:avLst/>
          </a:prstGeom>
        </p:spPr>
      </p:pic>
      <p:pic>
        <p:nvPicPr>
          <p:cNvPr id="26" name="Picture 25" descr="A close up of an orange&#10;&#10;Description automatically generated">
            <a:extLst>
              <a:ext uri="{FF2B5EF4-FFF2-40B4-BE49-F238E27FC236}">
                <a16:creationId xmlns:a16="http://schemas.microsoft.com/office/drawing/2014/main" id="{54188ABA-27BC-10CF-43BC-7F1A655D08F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sharpenSoften amount="25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01069" y="3947508"/>
            <a:ext cx="835397" cy="83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188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4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49C88-CCEA-199F-37B8-E60D7C069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E50FD14-D242-93E4-7B69-82AFE529B71F}"/>
              </a:ext>
            </a:extLst>
          </p:cNvPr>
          <p:cNvSpPr/>
          <p:nvPr/>
        </p:nvSpPr>
        <p:spPr>
          <a:xfrm>
            <a:off x="581114" y="1350236"/>
            <a:ext cx="7725398" cy="387979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 w="76200" cmpd="tri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725398"/>
                      <a:gd name="connsiteY0" fmla="*/ 0 h 3879790"/>
                      <a:gd name="connsiteX1" fmla="*/ 566529 w 7725398"/>
                      <a:gd name="connsiteY1" fmla="*/ 0 h 3879790"/>
                      <a:gd name="connsiteX2" fmla="*/ 1287566 w 7725398"/>
                      <a:gd name="connsiteY2" fmla="*/ 0 h 3879790"/>
                      <a:gd name="connsiteX3" fmla="*/ 1776842 w 7725398"/>
                      <a:gd name="connsiteY3" fmla="*/ 0 h 3879790"/>
                      <a:gd name="connsiteX4" fmla="*/ 2420625 w 7725398"/>
                      <a:gd name="connsiteY4" fmla="*/ 0 h 3879790"/>
                      <a:gd name="connsiteX5" fmla="*/ 3141662 w 7725398"/>
                      <a:gd name="connsiteY5" fmla="*/ 0 h 3879790"/>
                      <a:gd name="connsiteX6" fmla="*/ 3553683 w 7725398"/>
                      <a:gd name="connsiteY6" fmla="*/ 0 h 3879790"/>
                      <a:gd name="connsiteX7" fmla="*/ 3965704 w 7725398"/>
                      <a:gd name="connsiteY7" fmla="*/ 0 h 3879790"/>
                      <a:gd name="connsiteX8" fmla="*/ 4763995 w 7725398"/>
                      <a:gd name="connsiteY8" fmla="*/ 0 h 3879790"/>
                      <a:gd name="connsiteX9" fmla="*/ 5407779 w 7725398"/>
                      <a:gd name="connsiteY9" fmla="*/ 0 h 3879790"/>
                      <a:gd name="connsiteX10" fmla="*/ 5819800 w 7725398"/>
                      <a:gd name="connsiteY10" fmla="*/ 0 h 3879790"/>
                      <a:gd name="connsiteX11" fmla="*/ 6463583 w 7725398"/>
                      <a:gd name="connsiteY11" fmla="*/ 0 h 3879790"/>
                      <a:gd name="connsiteX12" fmla="*/ 7725398 w 7725398"/>
                      <a:gd name="connsiteY12" fmla="*/ 0 h 3879790"/>
                      <a:gd name="connsiteX13" fmla="*/ 7725398 w 7725398"/>
                      <a:gd name="connsiteY13" fmla="*/ 607834 h 3879790"/>
                      <a:gd name="connsiteX14" fmla="*/ 7725398 w 7725398"/>
                      <a:gd name="connsiteY14" fmla="*/ 1254465 h 3879790"/>
                      <a:gd name="connsiteX15" fmla="*/ 7725398 w 7725398"/>
                      <a:gd name="connsiteY15" fmla="*/ 1784703 h 3879790"/>
                      <a:gd name="connsiteX16" fmla="*/ 7725398 w 7725398"/>
                      <a:gd name="connsiteY16" fmla="*/ 2508931 h 3879790"/>
                      <a:gd name="connsiteX17" fmla="*/ 7725398 w 7725398"/>
                      <a:gd name="connsiteY17" fmla="*/ 3155563 h 3879790"/>
                      <a:gd name="connsiteX18" fmla="*/ 7725398 w 7725398"/>
                      <a:gd name="connsiteY18" fmla="*/ 3879790 h 3879790"/>
                      <a:gd name="connsiteX19" fmla="*/ 7158869 w 7725398"/>
                      <a:gd name="connsiteY19" fmla="*/ 3879790 h 3879790"/>
                      <a:gd name="connsiteX20" fmla="*/ 6669594 w 7725398"/>
                      <a:gd name="connsiteY20" fmla="*/ 3879790 h 3879790"/>
                      <a:gd name="connsiteX21" fmla="*/ 5871302 w 7725398"/>
                      <a:gd name="connsiteY21" fmla="*/ 3879790 h 3879790"/>
                      <a:gd name="connsiteX22" fmla="*/ 5227519 w 7725398"/>
                      <a:gd name="connsiteY22" fmla="*/ 3879790 h 3879790"/>
                      <a:gd name="connsiteX23" fmla="*/ 4815498 w 7725398"/>
                      <a:gd name="connsiteY23" fmla="*/ 3879790 h 3879790"/>
                      <a:gd name="connsiteX24" fmla="*/ 4171715 w 7725398"/>
                      <a:gd name="connsiteY24" fmla="*/ 3879790 h 3879790"/>
                      <a:gd name="connsiteX25" fmla="*/ 3605186 w 7725398"/>
                      <a:gd name="connsiteY25" fmla="*/ 3879790 h 3879790"/>
                      <a:gd name="connsiteX26" fmla="*/ 3038657 w 7725398"/>
                      <a:gd name="connsiteY26" fmla="*/ 3879790 h 3879790"/>
                      <a:gd name="connsiteX27" fmla="*/ 2472127 w 7725398"/>
                      <a:gd name="connsiteY27" fmla="*/ 3879790 h 3879790"/>
                      <a:gd name="connsiteX28" fmla="*/ 1905598 w 7725398"/>
                      <a:gd name="connsiteY28" fmla="*/ 3879790 h 3879790"/>
                      <a:gd name="connsiteX29" fmla="*/ 1184561 w 7725398"/>
                      <a:gd name="connsiteY29" fmla="*/ 3879790 h 3879790"/>
                      <a:gd name="connsiteX30" fmla="*/ 0 w 7725398"/>
                      <a:gd name="connsiteY30" fmla="*/ 3879790 h 3879790"/>
                      <a:gd name="connsiteX31" fmla="*/ 0 w 7725398"/>
                      <a:gd name="connsiteY31" fmla="*/ 3349552 h 3879790"/>
                      <a:gd name="connsiteX32" fmla="*/ 0 w 7725398"/>
                      <a:gd name="connsiteY32" fmla="*/ 2741718 h 3879790"/>
                      <a:gd name="connsiteX33" fmla="*/ 0 w 7725398"/>
                      <a:gd name="connsiteY33" fmla="*/ 2056289 h 3879790"/>
                      <a:gd name="connsiteX34" fmla="*/ 0 w 7725398"/>
                      <a:gd name="connsiteY34" fmla="*/ 1332061 h 3879790"/>
                      <a:gd name="connsiteX35" fmla="*/ 0 w 7725398"/>
                      <a:gd name="connsiteY35" fmla="*/ 801823 h 3879790"/>
                      <a:gd name="connsiteX36" fmla="*/ 0 w 7725398"/>
                      <a:gd name="connsiteY36" fmla="*/ 0 h 38797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</a:cxnLst>
                    <a:rect l="l" t="t" r="r" b="b"/>
                    <a:pathLst>
                      <a:path w="7725398" h="3879790" fill="none" extrusionOk="0">
                        <a:moveTo>
                          <a:pt x="0" y="0"/>
                        </a:moveTo>
                        <a:cubicBezTo>
                          <a:pt x="155188" y="-5899"/>
                          <a:pt x="326180" y="-9113"/>
                          <a:pt x="566529" y="0"/>
                        </a:cubicBezTo>
                        <a:cubicBezTo>
                          <a:pt x="806878" y="9113"/>
                          <a:pt x="1081026" y="-17820"/>
                          <a:pt x="1287566" y="0"/>
                        </a:cubicBezTo>
                        <a:cubicBezTo>
                          <a:pt x="1494106" y="17820"/>
                          <a:pt x="1662468" y="-14958"/>
                          <a:pt x="1776842" y="0"/>
                        </a:cubicBezTo>
                        <a:cubicBezTo>
                          <a:pt x="1891216" y="14958"/>
                          <a:pt x="2247040" y="24386"/>
                          <a:pt x="2420625" y="0"/>
                        </a:cubicBezTo>
                        <a:cubicBezTo>
                          <a:pt x="2594210" y="-24386"/>
                          <a:pt x="2804018" y="-12668"/>
                          <a:pt x="3141662" y="0"/>
                        </a:cubicBezTo>
                        <a:cubicBezTo>
                          <a:pt x="3479306" y="12668"/>
                          <a:pt x="3424425" y="1895"/>
                          <a:pt x="3553683" y="0"/>
                        </a:cubicBezTo>
                        <a:cubicBezTo>
                          <a:pt x="3682941" y="-1895"/>
                          <a:pt x="3880300" y="-10352"/>
                          <a:pt x="3965704" y="0"/>
                        </a:cubicBezTo>
                        <a:cubicBezTo>
                          <a:pt x="4051108" y="10352"/>
                          <a:pt x="4520786" y="-22380"/>
                          <a:pt x="4763995" y="0"/>
                        </a:cubicBezTo>
                        <a:cubicBezTo>
                          <a:pt x="5007204" y="22380"/>
                          <a:pt x="5128466" y="-25531"/>
                          <a:pt x="5407779" y="0"/>
                        </a:cubicBezTo>
                        <a:cubicBezTo>
                          <a:pt x="5687092" y="25531"/>
                          <a:pt x="5620512" y="14638"/>
                          <a:pt x="5819800" y="0"/>
                        </a:cubicBezTo>
                        <a:cubicBezTo>
                          <a:pt x="6019088" y="-14638"/>
                          <a:pt x="6276648" y="-21393"/>
                          <a:pt x="6463583" y="0"/>
                        </a:cubicBezTo>
                        <a:cubicBezTo>
                          <a:pt x="6650518" y="21393"/>
                          <a:pt x="7361675" y="-43224"/>
                          <a:pt x="7725398" y="0"/>
                        </a:cubicBezTo>
                        <a:cubicBezTo>
                          <a:pt x="7751970" y="258940"/>
                          <a:pt x="7736074" y="397993"/>
                          <a:pt x="7725398" y="607834"/>
                        </a:cubicBezTo>
                        <a:cubicBezTo>
                          <a:pt x="7714722" y="817675"/>
                          <a:pt x="7737809" y="977346"/>
                          <a:pt x="7725398" y="1254465"/>
                        </a:cubicBezTo>
                        <a:cubicBezTo>
                          <a:pt x="7712987" y="1531584"/>
                          <a:pt x="7731703" y="1559502"/>
                          <a:pt x="7725398" y="1784703"/>
                        </a:cubicBezTo>
                        <a:cubicBezTo>
                          <a:pt x="7719093" y="2009904"/>
                          <a:pt x="7694232" y="2271550"/>
                          <a:pt x="7725398" y="2508931"/>
                        </a:cubicBezTo>
                        <a:cubicBezTo>
                          <a:pt x="7756564" y="2746312"/>
                          <a:pt x="7702112" y="2976064"/>
                          <a:pt x="7725398" y="3155563"/>
                        </a:cubicBezTo>
                        <a:cubicBezTo>
                          <a:pt x="7748684" y="3335062"/>
                          <a:pt x="7735548" y="3703055"/>
                          <a:pt x="7725398" y="3879790"/>
                        </a:cubicBezTo>
                        <a:cubicBezTo>
                          <a:pt x="7487487" y="3905072"/>
                          <a:pt x="7298570" y="3907927"/>
                          <a:pt x="7158869" y="3879790"/>
                        </a:cubicBezTo>
                        <a:cubicBezTo>
                          <a:pt x="7019168" y="3851653"/>
                          <a:pt x="6768617" y="3890732"/>
                          <a:pt x="6669594" y="3879790"/>
                        </a:cubicBezTo>
                        <a:cubicBezTo>
                          <a:pt x="6570572" y="3868848"/>
                          <a:pt x="6051399" y="3915708"/>
                          <a:pt x="5871302" y="3879790"/>
                        </a:cubicBezTo>
                        <a:cubicBezTo>
                          <a:pt x="5691205" y="3843872"/>
                          <a:pt x="5508871" y="3865348"/>
                          <a:pt x="5227519" y="3879790"/>
                        </a:cubicBezTo>
                        <a:cubicBezTo>
                          <a:pt x="4946167" y="3894232"/>
                          <a:pt x="4949560" y="3859952"/>
                          <a:pt x="4815498" y="3879790"/>
                        </a:cubicBezTo>
                        <a:cubicBezTo>
                          <a:pt x="4681436" y="3899628"/>
                          <a:pt x="4432729" y="3900196"/>
                          <a:pt x="4171715" y="3879790"/>
                        </a:cubicBezTo>
                        <a:cubicBezTo>
                          <a:pt x="3910701" y="3859384"/>
                          <a:pt x="3854104" y="3855682"/>
                          <a:pt x="3605186" y="3879790"/>
                        </a:cubicBezTo>
                        <a:cubicBezTo>
                          <a:pt x="3356268" y="3903898"/>
                          <a:pt x="3290929" y="3884184"/>
                          <a:pt x="3038657" y="3879790"/>
                        </a:cubicBezTo>
                        <a:cubicBezTo>
                          <a:pt x="2786385" y="3875396"/>
                          <a:pt x="2599880" y="3858095"/>
                          <a:pt x="2472127" y="3879790"/>
                        </a:cubicBezTo>
                        <a:cubicBezTo>
                          <a:pt x="2344374" y="3901486"/>
                          <a:pt x="2143656" y="3892695"/>
                          <a:pt x="1905598" y="3879790"/>
                        </a:cubicBezTo>
                        <a:cubicBezTo>
                          <a:pt x="1667540" y="3866885"/>
                          <a:pt x="1451073" y="3860068"/>
                          <a:pt x="1184561" y="3879790"/>
                        </a:cubicBezTo>
                        <a:cubicBezTo>
                          <a:pt x="918049" y="3899512"/>
                          <a:pt x="550580" y="3839738"/>
                          <a:pt x="0" y="3879790"/>
                        </a:cubicBezTo>
                        <a:cubicBezTo>
                          <a:pt x="25570" y="3748634"/>
                          <a:pt x="1789" y="3534375"/>
                          <a:pt x="0" y="3349552"/>
                        </a:cubicBezTo>
                        <a:cubicBezTo>
                          <a:pt x="-1789" y="3164729"/>
                          <a:pt x="-7240" y="3003950"/>
                          <a:pt x="0" y="2741718"/>
                        </a:cubicBezTo>
                        <a:cubicBezTo>
                          <a:pt x="7240" y="2479486"/>
                          <a:pt x="-3352" y="2359528"/>
                          <a:pt x="0" y="2056289"/>
                        </a:cubicBezTo>
                        <a:cubicBezTo>
                          <a:pt x="3352" y="1753050"/>
                          <a:pt x="32179" y="1529567"/>
                          <a:pt x="0" y="1332061"/>
                        </a:cubicBezTo>
                        <a:cubicBezTo>
                          <a:pt x="-32179" y="1134555"/>
                          <a:pt x="-9129" y="926857"/>
                          <a:pt x="0" y="801823"/>
                        </a:cubicBezTo>
                        <a:cubicBezTo>
                          <a:pt x="9129" y="676789"/>
                          <a:pt x="18848" y="161079"/>
                          <a:pt x="0" y="0"/>
                        </a:cubicBezTo>
                        <a:close/>
                      </a:path>
                      <a:path w="7725398" h="3879790" stroke="0" extrusionOk="0">
                        <a:moveTo>
                          <a:pt x="0" y="0"/>
                        </a:moveTo>
                        <a:cubicBezTo>
                          <a:pt x="187793" y="-26441"/>
                          <a:pt x="442973" y="23219"/>
                          <a:pt x="566529" y="0"/>
                        </a:cubicBezTo>
                        <a:cubicBezTo>
                          <a:pt x="690085" y="-23219"/>
                          <a:pt x="825049" y="19133"/>
                          <a:pt x="978550" y="0"/>
                        </a:cubicBezTo>
                        <a:cubicBezTo>
                          <a:pt x="1132051" y="-19133"/>
                          <a:pt x="1521453" y="24118"/>
                          <a:pt x="1776842" y="0"/>
                        </a:cubicBezTo>
                        <a:cubicBezTo>
                          <a:pt x="2032231" y="-24118"/>
                          <a:pt x="2093522" y="10741"/>
                          <a:pt x="2343371" y="0"/>
                        </a:cubicBezTo>
                        <a:cubicBezTo>
                          <a:pt x="2593220" y="-10741"/>
                          <a:pt x="2716318" y="22657"/>
                          <a:pt x="2909900" y="0"/>
                        </a:cubicBezTo>
                        <a:cubicBezTo>
                          <a:pt x="3103482" y="-22657"/>
                          <a:pt x="3462874" y="22521"/>
                          <a:pt x="3708191" y="0"/>
                        </a:cubicBezTo>
                        <a:cubicBezTo>
                          <a:pt x="3953508" y="-22521"/>
                          <a:pt x="3970235" y="21911"/>
                          <a:pt x="4197466" y="0"/>
                        </a:cubicBezTo>
                        <a:cubicBezTo>
                          <a:pt x="4424697" y="-21911"/>
                          <a:pt x="4628150" y="37956"/>
                          <a:pt x="4995757" y="0"/>
                        </a:cubicBezTo>
                        <a:cubicBezTo>
                          <a:pt x="5363364" y="-37956"/>
                          <a:pt x="5429568" y="-241"/>
                          <a:pt x="5794049" y="0"/>
                        </a:cubicBezTo>
                        <a:cubicBezTo>
                          <a:pt x="6158530" y="241"/>
                          <a:pt x="6266530" y="18962"/>
                          <a:pt x="6437832" y="0"/>
                        </a:cubicBezTo>
                        <a:cubicBezTo>
                          <a:pt x="6609134" y="-18962"/>
                          <a:pt x="7134869" y="43325"/>
                          <a:pt x="7725398" y="0"/>
                        </a:cubicBezTo>
                        <a:cubicBezTo>
                          <a:pt x="7719304" y="264583"/>
                          <a:pt x="7712325" y="348407"/>
                          <a:pt x="7725398" y="607834"/>
                        </a:cubicBezTo>
                        <a:cubicBezTo>
                          <a:pt x="7738471" y="867261"/>
                          <a:pt x="7726017" y="964745"/>
                          <a:pt x="7725398" y="1138072"/>
                        </a:cubicBezTo>
                        <a:cubicBezTo>
                          <a:pt x="7724779" y="1311399"/>
                          <a:pt x="7707689" y="1650068"/>
                          <a:pt x="7725398" y="1784703"/>
                        </a:cubicBezTo>
                        <a:cubicBezTo>
                          <a:pt x="7743107" y="1919338"/>
                          <a:pt x="7701774" y="2248227"/>
                          <a:pt x="7725398" y="2431335"/>
                        </a:cubicBezTo>
                        <a:cubicBezTo>
                          <a:pt x="7749022" y="2614443"/>
                          <a:pt x="7696131" y="2763595"/>
                          <a:pt x="7725398" y="3077967"/>
                        </a:cubicBezTo>
                        <a:cubicBezTo>
                          <a:pt x="7754665" y="3392339"/>
                          <a:pt x="7758501" y="3582085"/>
                          <a:pt x="7725398" y="3879790"/>
                        </a:cubicBezTo>
                        <a:cubicBezTo>
                          <a:pt x="7541061" y="3868394"/>
                          <a:pt x="7304905" y="3850290"/>
                          <a:pt x="7004361" y="3879790"/>
                        </a:cubicBezTo>
                        <a:cubicBezTo>
                          <a:pt x="6703817" y="3909290"/>
                          <a:pt x="6696790" y="3863791"/>
                          <a:pt x="6592340" y="3879790"/>
                        </a:cubicBezTo>
                        <a:cubicBezTo>
                          <a:pt x="6487890" y="3895789"/>
                          <a:pt x="6306891" y="3880801"/>
                          <a:pt x="6103064" y="3879790"/>
                        </a:cubicBezTo>
                        <a:cubicBezTo>
                          <a:pt x="5899237" y="3878779"/>
                          <a:pt x="5597384" y="3917145"/>
                          <a:pt x="5304773" y="3879790"/>
                        </a:cubicBezTo>
                        <a:cubicBezTo>
                          <a:pt x="5012162" y="3842435"/>
                          <a:pt x="4836672" y="3865586"/>
                          <a:pt x="4660990" y="3879790"/>
                        </a:cubicBezTo>
                        <a:cubicBezTo>
                          <a:pt x="4485308" y="3893994"/>
                          <a:pt x="4272075" y="3900258"/>
                          <a:pt x="4171715" y="3879790"/>
                        </a:cubicBezTo>
                        <a:cubicBezTo>
                          <a:pt x="4071356" y="3859322"/>
                          <a:pt x="3755334" y="3857113"/>
                          <a:pt x="3527932" y="3879790"/>
                        </a:cubicBezTo>
                        <a:cubicBezTo>
                          <a:pt x="3300530" y="3902467"/>
                          <a:pt x="3318419" y="3879359"/>
                          <a:pt x="3115911" y="3879790"/>
                        </a:cubicBezTo>
                        <a:cubicBezTo>
                          <a:pt x="2913403" y="3880221"/>
                          <a:pt x="2883949" y="3889820"/>
                          <a:pt x="2703889" y="3879790"/>
                        </a:cubicBezTo>
                        <a:cubicBezTo>
                          <a:pt x="2523829" y="3869760"/>
                          <a:pt x="2227640" y="3887975"/>
                          <a:pt x="2060106" y="3879790"/>
                        </a:cubicBezTo>
                        <a:cubicBezTo>
                          <a:pt x="1892572" y="3871605"/>
                          <a:pt x="1687049" y="3894357"/>
                          <a:pt x="1570831" y="3879790"/>
                        </a:cubicBezTo>
                        <a:cubicBezTo>
                          <a:pt x="1454614" y="3865223"/>
                          <a:pt x="1099168" y="3867054"/>
                          <a:pt x="849794" y="3879790"/>
                        </a:cubicBezTo>
                        <a:cubicBezTo>
                          <a:pt x="600420" y="3892526"/>
                          <a:pt x="315753" y="3908103"/>
                          <a:pt x="0" y="3879790"/>
                        </a:cubicBezTo>
                        <a:cubicBezTo>
                          <a:pt x="19372" y="3609211"/>
                          <a:pt x="-13955" y="3352443"/>
                          <a:pt x="0" y="3194360"/>
                        </a:cubicBezTo>
                        <a:cubicBezTo>
                          <a:pt x="13955" y="3036277"/>
                          <a:pt x="18905" y="2668638"/>
                          <a:pt x="0" y="2508931"/>
                        </a:cubicBezTo>
                        <a:cubicBezTo>
                          <a:pt x="-18905" y="2349224"/>
                          <a:pt x="19331" y="2072247"/>
                          <a:pt x="0" y="1939895"/>
                        </a:cubicBezTo>
                        <a:cubicBezTo>
                          <a:pt x="-19331" y="1807543"/>
                          <a:pt x="-972" y="1566680"/>
                          <a:pt x="0" y="1254465"/>
                        </a:cubicBezTo>
                        <a:cubicBezTo>
                          <a:pt x="972" y="942250"/>
                          <a:pt x="62613" y="26199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0F595F9B-EFC2-3582-96D0-CC0FAE265582}"/>
                  </a:ext>
                </a:extLst>
              </p:cNvPr>
              <p:cNvSpPr/>
              <p:nvPr/>
            </p:nvSpPr>
            <p:spPr>
              <a:xfrm>
                <a:off x="815719" y="1594811"/>
                <a:ext cx="7109082" cy="562911"/>
              </a:xfrm>
              <a:prstGeom prst="roundRect">
                <a:avLst/>
              </a:prstGeom>
              <a:solidFill>
                <a:srgbClr val="FFFD75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∈{                                           </m:t>
                      </m:r>
                      <m:r>
                        <a:rPr lang="en-US" sz="3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   }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C34732B8-B146-DC0F-C391-6E99C36656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19" y="1594811"/>
                <a:ext cx="7109082" cy="562911"/>
              </a:xfrm>
              <a:prstGeom prst="roundRect">
                <a:avLst/>
              </a:prstGeom>
              <a:blipFill>
                <a:blip r:embed="rId4"/>
                <a:stretch>
                  <a:fillRect b="-12903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7ED2A1D3-C787-B5AB-296C-E86EE1CED54C}"/>
                  </a:ext>
                </a:extLst>
              </p:cNvPr>
              <p:cNvSpPr/>
              <p:nvPr/>
            </p:nvSpPr>
            <p:spPr>
              <a:xfrm rot="16200000">
                <a:off x="-188822" y="3487731"/>
                <a:ext cx="2513828" cy="50474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=1 , …, 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       </a:t>
                </a:r>
                <a:endParaRPr lang="en-US" sz="2800" dirty="0"/>
              </a:p>
            </p:txBody>
          </p:sp>
        </mc:Choice>
        <mc:Fallback xmlns="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87C475B2-47BF-2241-244A-546786D559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88822" y="3487731"/>
                <a:ext cx="2513828" cy="504746"/>
              </a:xfrm>
              <a:prstGeom prst="roundRect">
                <a:avLst/>
              </a:prstGeom>
              <a:blipFill>
                <a:blip r:embed="rId5"/>
                <a:stretch>
                  <a:fillRect r="-1724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755CC3F-0ABD-BA36-261A-4AF108579EE5}"/>
                  </a:ext>
                </a:extLst>
              </p:cNvPr>
              <p:cNvSpPr txBox="1"/>
              <p:nvPr/>
            </p:nvSpPr>
            <p:spPr>
              <a:xfrm>
                <a:off x="2121234" y="1696553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C56449-1C60-0101-39C9-E7F7F3E54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234" y="1696553"/>
                <a:ext cx="1043674" cy="3583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9A200C-7703-0211-B950-CCED32779DE3}"/>
                  </a:ext>
                </a:extLst>
              </p:cNvPr>
              <p:cNvSpPr txBox="1"/>
              <p:nvPr/>
            </p:nvSpPr>
            <p:spPr>
              <a:xfrm>
                <a:off x="4737246" y="1758791"/>
                <a:ext cx="1180042" cy="27699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⋯⋯⋯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52B848E-557A-9644-8EFA-346354821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246" y="1758791"/>
                <a:ext cx="118004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DB1EE7-8692-F84A-F30C-32C5049CA5E8}"/>
                  </a:ext>
                </a:extLst>
              </p:cNvPr>
              <p:cNvSpPr txBox="1"/>
              <p:nvPr/>
            </p:nvSpPr>
            <p:spPr>
              <a:xfrm>
                <a:off x="3317616" y="1708963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3F06C5-68D0-E8B4-A095-F923E4896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616" y="1708963"/>
                <a:ext cx="1043674" cy="3583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78640E-BAC7-8C0A-801C-DCB172F75793}"/>
                  </a:ext>
                </a:extLst>
              </p:cNvPr>
              <p:cNvSpPr txBox="1"/>
              <p:nvPr/>
            </p:nvSpPr>
            <p:spPr>
              <a:xfrm>
                <a:off x="6151893" y="1703128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79CAE0A-46F4-EDAF-C50E-64A29A14E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893" y="1703128"/>
                <a:ext cx="1043674" cy="3583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B04033-8CC8-E261-DFB0-05F16AC101F1}"/>
              </a:ext>
            </a:extLst>
          </p:cNvPr>
          <p:cNvGraphicFramePr>
            <a:graphicFrameLocks noGrp="1"/>
          </p:cNvGraphicFramePr>
          <p:nvPr/>
        </p:nvGraphicFramePr>
        <p:xfrm>
          <a:off x="1509215" y="2340372"/>
          <a:ext cx="6356768" cy="263908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33793">
                  <a:extLst>
                    <a:ext uri="{9D8B030D-6E8A-4147-A177-3AD203B41FA5}">
                      <a16:colId xmlns:a16="http://schemas.microsoft.com/office/drawing/2014/main" val="3980504908"/>
                    </a:ext>
                  </a:extLst>
                </a:gridCol>
                <a:gridCol w="1113420">
                  <a:extLst>
                    <a:ext uri="{9D8B030D-6E8A-4147-A177-3AD203B41FA5}">
                      <a16:colId xmlns:a16="http://schemas.microsoft.com/office/drawing/2014/main" val="3560750470"/>
                    </a:ext>
                  </a:extLst>
                </a:gridCol>
                <a:gridCol w="1181939">
                  <a:extLst>
                    <a:ext uri="{9D8B030D-6E8A-4147-A177-3AD203B41FA5}">
                      <a16:colId xmlns:a16="http://schemas.microsoft.com/office/drawing/2014/main" val="1023949154"/>
                    </a:ext>
                  </a:extLst>
                </a:gridCol>
                <a:gridCol w="1079161">
                  <a:extLst>
                    <a:ext uri="{9D8B030D-6E8A-4147-A177-3AD203B41FA5}">
                      <a16:colId xmlns:a16="http://schemas.microsoft.com/office/drawing/2014/main" val="3699071661"/>
                    </a:ext>
                  </a:extLst>
                </a:gridCol>
                <a:gridCol w="1113420">
                  <a:extLst>
                    <a:ext uri="{9D8B030D-6E8A-4147-A177-3AD203B41FA5}">
                      <a16:colId xmlns:a16="http://schemas.microsoft.com/office/drawing/2014/main" val="3695187582"/>
                    </a:ext>
                  </a:extLst>
                </a:gridCol>
                <a:gridCol w="1235035">
                  <a:extLst>
                    <a:ext uri="{9D8B030D-6E8A-4147-A177-3AD203B41FA5}">
                      <a16:colId xmlns:a16="http://schemas.microsoft.com/office/drawing/2014/main" val="2418733614"/>
                    </a:ext>
                  </a:extLst>
                </a:gridCol>
              </a:tblGrid>
              <a:tr h="3883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798402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78019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487644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018728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96359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D73443C-1437-4BB0-447E-CCA32B4AA208}"/>
              </a:ext>
            </a:extLst>
          </p:cNvPr>
          <p:cNvSpPr/>
          <p:nvPr/>
        </p:nvSpPr>
        <p:spPr>
          <a:xfrm>
            <a:off x="1509215" y="2729065"/>
            <a:ext cx="612019" cy="2250772"/>
          </a:xfrm>
          <a:prstGeom prst="rect">
            <a:avLst/>
          </a:prstGeom>
          <a:solidFill>
            <a:srgbClr val="8F51DB">
              <a:alpha val="29804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C23E18-894C-2B18-EB09-595885066C79}"/>
              </a:ext>
            </a:extLst>
          </p:cNvPr>
          <p:cNvSpPr txBox="1"/>
          <p:nvPr/>
        </p:nvSpPr>
        <p:spPr>
          <a:xfrm>
            <a:off x="1561823" y="2899343"/>
            <a:ext cx="504746" cy="307777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dirty="0"/>
              <a:t>j=1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938622-E6FA-E736-D60A-EFD046A1B65E}"/>
              </a:ext>
            </a:extLst>
          </p:cNvPr>
          <p:cNvSpPr txBox="1"/>
          <p:nvPr/>
        </p:nvSpPr>
        <p:spPr>
          <a:xfrm>
            <a:off x="1556883" y="3506678"/>
            <a:ext cx="504746" cy="307777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dirty="0"/>
              <a:t>j=2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C109E8E-4FCE-AF30-3C91-29376D057D5D}"/>
                  </a:ext>
                </a:extLst>
              </p:cNvPr>
              <p:cNvSpPr txBox="1"/>
              <p:nvPr/>
            </p:nvSpPr>
            <p:spPr>
              <a:xfrm>
                <a:off x="1667690" y="4069589"/>
                <a:ext cx="283132" cy="30777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98F4F4-B465-0AFF-897E-E6A33EADE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690" y="4069589"/>
                <a:ext cx="283132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A7AFA2A5-8976-FFA5-9D95-69A7966CBD20}"/>
              </a:ext>
            </a:extLst>
          </p:cNvPr>
          <p:cNvSpPr txBox="1"/>
          <p:nvPr/>
        </p:nvSpPr>
        <p:spPr>
          <a:xfrm>
            <a:off x="1561823" y="4579857"/>
            <a:ext cx="504746" cy="307777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dirty="0"/>
              <a:t>j=p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AEBCAA-9BCB-07E5-797F-AF03268D65C2}"/>
              </a:ext>
            </a:extLst>
          </p:cNvPr>
          <p:cNvSpPr/>
          <p:nvPr/>
        </p:nvSpPr>
        <p:spPr>
          <a:xfrm rot="16200000">
            <a:off x="4823800" y="-337673"/>
            <a:ext cx="366069" cy="5718300"/>
          </a:xfrm>
          <a:prstGeom prst="rect">
            <a:avLst/>
          </a:prstGeom>
          <a:solidFill>
            <a:srgbClr val="FFFF00">
              <a:alpha val="69020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0C6C6A-6A6D-FB82-4AB1-CE2B2662E652}"/>
              </a:ext>
            </a:extLst>
          </p:cNvPr>
          <p:cNvSpPr txBox="1"/>
          <p:nvPr/>
        </p:nvSpPr>
        <p:spPr>
          <a:xfrm>
            <a:off x="2382289" y="2389359"/>
            <a:ext cx="504746" cy="261610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i=</a:t>
            </a:r>
            <a:r>
              <a:rPr lang="en-US" sz="11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054547-4F16-489E-CF2D-AD55A5CB2121}"/>
              </a:ext>
            </a:extLst>
          </p:cNvPr>
          <p:cNvSpPr txBox="1"/>
          <p:nvPr/>
        </p:nvSpPr>
        <p:spPr>
          <a:xfrm>
            <a:off x="3576847" y="2389359"/>
            <a:ext cx="504746" cy="261610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i=</a:t>
            </a:r>
            <a:r>
              <a:rPr lang="en-US" sz="11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EDECC0-CE0C-A653-4EB4-12B9B91E584C}"/>
              </a:ext>
            </a:extLst>
          </p:cNvPr>
          <p:cNvSpPr txBox="1"/>
          <p:nvPr/>
        </p:nvSpPr>
        <p:spPr>
          <a:xfrm>
            <a:off x="5752221" y="2389359"/>
            <a:ext cx="504746" cy="261610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i=</a:t>
            </a:r>
            <a:r>
              <a:rPr lang="en-US" sz="1100" dirty="0">
                <a:solidFill>
                  <a:srgbClr val="FF0000"/>
                </a:solidFill>
              </a:rPr>
              <a:t>n-1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C23F2E-A11F-F101-36AE-17A3FEABAECA}"/>
              </a:ext>
            </a:extLst>
          </p:cNvPr>
          <p:cNvSpPr txBox="1"/>
          <p:nvPr/>
        </p:nvSpPr>
        <p:spPr>
          <a:xfrm>
            <a:off x="6996316" y="2376780"/>
            <a:ext cx="504746" cy="261610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i=</a:t>
            </a:r>
            <a:r>
              <a:rPr lang="en-US" sz="1100" dirty="0">
                <a:solidFill>
                  <a:srgbClr val="FF0000"/>
                </a:solidFill>
              </a:rPr>
              <a:t>n</a:t>
            </a:r>
          </a:p>
        </p:txBody>
      </p:sp>
      <p:pic>
        <p:nvPicPr>
          <p:cNvPr id="8" name="Picture 7" descr="A purple and white rectangular sign with black letters&#10;&#10;Description automatically generated">
            <a:extLst>
              <a:ext uri="{FF2B5EF4-FFF2-40B4-BE49-F238E27FC236}">
                <a16:creationId xmlns:a16="http://schemas.microsoft.com/office/drawing/2014/main" id="{12105689-A519-9E29-39FC-386824CDD9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5373" y="3871936"/>
            <a:ext cx="996358" cy="538033"/>
          </a:xfrm>
          <a:prstGeom prst="rect">
            <a:avLst/>
          </a:prstGeom>
          <a:ln>
            <a:solidFill>
              <a:schemeClr val="accent1"/>
            </a:solidFill>
          </a:ln>
          <a:effectLst>
            <a:glow rad="152062">
              <a:schemeClr val="tx1">
                <a:lumMod val="95000"/>
                <a:lumOff val="5000"/>
                <a:alpha val="41258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7604825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A7B16-9F4D-DA3B-CC24-C7889AB1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2EE1FB6E-7D47-B52C-62E9-D1C1CC6D5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89" y="182613"/>
            <a:ext cx="7772400" cy="167575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1BD17A3-72C3-7FD0-51E8-D91B493C2F99}"/>
              </a:ext>
            </a:extLst>
          </p:cNvPr>
          <p:cNvSpPr/>
          <p:nvPr/>
        </p:nvSpPr>
        <p:spPr>
          <a:xfrm>
            <a:off x="605389" y="2255010"/>
            <a:ext cx="7725398" cy="387979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76200" cmpd="tri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725398"/>
                      <a:gd name="connsiteY0" fmla="*/ 0 h 3879790"/>
                      <a:gd name="connsiteX1" fmla="*/ 566529 w 7725398"/>
                      <a:gd name="connsiteY1" fmla="*/ 0 h 3879790"/>
                      <a:gd name="connsiteX2" fmla="*/ 1287566 w 7725398"/>
                      <a:gd name="connsiteY2" fmla="*/ 0 h 3879790"/>
                      <a:gd name="connsiteX3" fmla="*/ 1776842 w 7725398"/>
                      <a:gd name="connsiteY3" fmla="*/ 0 h 3879790"/>
                      <a:gd name="connsiteX4" fmla="*/ 2420625 w 7725398"/>
                      <a:gd name="connsiteY4" fmla="*/ 0 h 3879790"/>
                      <a:gd name="connsiteX5" fmla="*/ 3141662 w 7725398"/>
                      <a:gd name="connsiteY5" fmla="*/ 0 h 3879790"/>
                      <a:gd name="connsiteX6" fmla="*/ 3553683 w 7725398"/>
                      <a:gd name="connsiteY6" fmla="*/ 0 h 3879790"/>
                      <a:gd name="connsiteX7" fmla="*/ 3965704 w 7725398"/>
                      <a:gd name="connsiteY7" fmla="*/ 0 h 3879790"/>
                      <a:gd name="connsiteX8" fmla="*/ 4763995 w 7725398"/>
                      <a:gd name="connsiteY8" fmla="*/ 0 h 3879790"/>
                      <a:gd name="connsiteX9" fmla="*/ 5407779 w 7725398"/>
                      <a:gd name="connsiteY9" fmla="*/ 0 h 3879790"/>
                      <a:gd name="connsiteX10" fmla="*/ 5819800 w 7725398"/>
                      <a:gd name="connsiteY10" fmla="*/ 0 h 3879790"/>
                      <a:gd name="connsiteX11" fmla="*/ 6463583 w 7725398"/>
                      <a:gd name="connsiteY11" fmla="*/ 0 h 3879790"/>
                      <a:gd name="connsiteX12" fmla="*/ 7725398 w 7725398"/>
                      <a:gd name="connsiteY12" fmla="*/ 0 h 3879790"/>
                      <a:gd name="connsiteX13" fmla="*/ 7725398 w 7725398"/>
                      <a:gd name="connsiteY13" fmla="*/ 607834 h 3879790"/>
                      <a:gd name="connsiteX14" fmla="*/ 7725398 w 7725398"/>
                      <a:gd name="connsiteY14" fmla="*/ 1254465 h 3879790"/>
                      <a:gd name="connsiteX15" fmla="*/ 7725398 w 7725398"/>
                      <a:gd name="connsiteY15" fmla="*/ 1784703 h 3879790"/>
                      <a:gd name="connsiteX16" fmla="*/ 7725398 w 7725398"/>
                      <a:gd name="connsiteY16" fmla="*/ 2508931 h 3879790"/>
                      <a:gd name="connsiteX17" fmla="*/ 7725398 w 7725398"/>
                      <a:gd name="connsiteY17" fmla="*/ 3155563 h 3879790"/>
                      <a:gd name="connsiteX18" fmla="*/ 7725398 w 7725398"/>
                      <a:gd name="connsiteY18" fmla="*/ 3879790 h 3879790"/>
                      <a:gd name="connsiteX19" fmla="*/ 7158869 w 7725398"/>
                      <a:gd name="connsiteY19" fmla="*/ 3879790 h 3879790"/>
                      <a:gd name="connsiteX20" fmla="*/ 6669594 w 7725398"/>
                      <a:gd name="connsiteY20" fmla="*/ 3879790 h 3879790"/>
                      <a:gd name="connsiteX21" fmla="*/ 5871302 w 7725398"/>
                      <a:gd name="connsiteY21" fmla="*/ 3879790 h 3879790"/>
                      <a:gd name="connsiteX22" fmla="*/ 5227519 w 7725398"/>
                      <a:gd name="connsiteY22" fmla="*/ 3879790 h 3879790"/>
                      <a:gd name="connsiteX23" fmla="*/ 4815498 w 7725398"/>
                      <a:gd name="connsiteY23" fmla="*/ 3879790 h 3879790"/>
                      <a:gd name="connsiteX24" fmla="*/ 4171715 w 7725398"/>
                      <a:gd name="connsiteY24" fmla="*/ 3879790 h 3879790"/>
                      <a:gd name="connsiteX25" fmla="*/ 3605186 w 7725398"/>
                      <a:gd name="connsiteY25" fmla="*/ 3879790 h 3879790"/>
                      <a:gd name="connsiteX26" fmla="*/ 3038657 w 7725398"/>
                      <a:gd name="connsiteY26" fmla="*/ 3879790 h 3879790"/>
                      <a:gd name="connsiteX27" fmla="*/ 2472127 w 7725398"/>
                      <a:gd name="connsiteY27" fmla="*/ 3879790 h 3879790"/>
                      <a:gd name="connsiteX28" fmla="*/ 1905598 w 7725398"/>
                      <a:gd name="connsiteY28" fmla="*/ 3879790 h 3879790"/>
                      <a:gd name="connsiteX29" fmla="*/ 1184561 w 7725398"/>
                      <a:gd name="connsiteY29" fmla="*/ 3879790 h 3879790"/>
                      <a:gd name="connsiteX30" fmla="*/ 0 w 7725398"/>
                      <a:gd name="connsiteY30" fmla="*/ 3879790 h 3879790"/>
                      <a:gd name="connsiteX31" fmla="*/ 0 w 7725398"/>
                      <a:gd name="connsiteY31" fmla="*/ 3349552 h 3879790"/>
                      <a:gd name="connsiteX32" fmla="*/ 0 w 7725398"/>
                      <a:gd name="connsiteY32" fmla="*/ 2741718 h 3879790"/>
                      <a:gd name="connsiteX33" fmla="*/ 0 w 7725398"/>
                      <a:gd name="connsiteY33" fmla="*/ 2056289 h 3879790"/>
                      <a:gd name="connsiteX34" fmla="*/ 0 w 7725398"/>
                      <a:gd name="connsiteY34" fmla="*/ 1332061 h 3879790"/>
                      <a:gd name="connsiteX35" fmla="*/ 0 w 7725398"/>
                      <a:gd name="connsiteY35" fmla="*/ 801823 h 3879790"/>
                      <a:gd name="connsiteX36" fmla="*/ 0 w 7725398"/>
                      <a:gd name="connsiteY36" fmla="*/ 0 h 38797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</a:cxnLst>
                    <a:rect l="l" t="t" r="r" b="b"/>
                    <a:pathLst>
                      <a:path w="7725398" h="3879790" fill="none" extrusionOk="0">
                        <a:moveTo>
                          <a:pt x="0" y="0"/>
                        </a:moveTo>
                        <a:cubicBezTo>
                          <a:pt x="155188" y="-5899"/>
                          <a:pt x="326180" y="-9113"/>
                          <a:pt x="566529" y="0"/>
                        </a:cubicBezTo>
                        <a:cubicBezTo>
                          <a:pt x="806878" y="9113"/>
                          <a:pt x="1081026" y="-17820"/>
                          <a:pt x="1287566" y="0"/>
                        </a:cubicBezTo>
                        <a:cubicBezTo>
                          <a:pt x="1494106" y="17820"/>
                          <a:pt x="1662468" y="-14958"/>
                          <a:pt x="1776842" y="0"/>
                        </a:cubicBezTo>
                        <a:cubicBezTo>
                          <a:pt x="1891216" y="14958"/>
                          <a:pt x="2247040" y="24386"/>
                          <a:pt x="2420625" y="0"/>
                        </a:cubicBezTo>
                        <a:cubicBezTo>
                          <a:pt x="2594210" y="-24386"/>
                          <a:pt x="2804018" y="-12668"/>
                          <a:pt x="3141662" y="0"/>
                        </a:cubicBezTo>
                        <a:cubicBezTo>
                          <a:pt x="3479306" y="12668"/>
                          <a:pt x="3424425" y="1895"/>
                          <a:pt x="3553683" y="0"/>
                        </a:cubicBezTo>
                        <a:cubicBezTo>
                          <a:pt x="3682941" y="-1895"/>
                          <a:pt x="3880300" y="-10352"/>
                          <a:pt x="3965704" y="0"/>
                        </a:cubicBezTo>
                        <a:cubicBezTo>
                          <a:pt x="4051108" y="10352"/>
                          <a:pt x="4520786" y="-22380"/>
                          <a:pt x="4763995" y="0"/>
                        </a:cubicBezTo>
                        <a:cubicBezTo>
                          <a:pt x="5007204" y="22380"/>
                          <a:pt x="5128466" y="-25531"/>
                          <a:pt x="5407779" y="0"/>
                        </a:cubicBezTo>
                        <a:cubicBezTo>
                          <a:pt x="5687092" y="25531"/>
                          <a:pt x="5620512" y="14638"/>
                          <a:pt x="5819800" y="0"/>
                        </a:cubicBezTo>
                        <a:cubicBezTo>
                          <a:pt x="6019088" y="-14638"/>
                          <a:pt x="6276648" y="-21393"/>
                          <a:pt x="6463583" y="0"/>
                        </a:cubicBezTo>
                        <a:cubicBezTo>
                          <a:pt x="6650518" y="21393"/>
                          <a:pt x="7361675" y="-43224"/>
                          <a:pt x="7725398" y="0"/>
                        </a:cubicBezTo>
                        <a:cubicBezTo>
                          <a:pt x="7751970" y="258940"/>
                          <a:pt x="7736074" y="397993"/>
                          <a:pt x="7725398" y="607834"/>
                        </a:cubicBezTo>
                        <a:cubicBezTo>
                          <a:pt x="7714722" y="817675"/>
                          <a:pt x="7737809" y="977346"/>
                          <a:pt x="7725398" y="1254465"/>
                        </a:cubicBezTo>
                        <a:cubicBezTo>
                          <a:pt x="7712987" y="1531584"/>
                          <a:pt x="7731703" y="1559502"/>
                          <a:pt x="7725398" y="1784703"/>
                        </a:cubicBezTo>
                        <a:cubicBezTo>
                          <a:pt x="7719093" y="2009904"/>
                          <a:pt x="7694232" y="2271550"/>
                          <a:pt x="7725398" y="2508931"/>
                        </a:cubicBezTo>
                        <a:cubicBezTo>
                          <a:pt x="7756564" y="2746312"/>
                          <a:pt x="7702112" y="2976064"/>
                          <a:pt x="7725398" y="3155563"/>
                        </a:cubicBezTo>
                        <a:cubicBezTo>
                          <a:pt x="7748684" y="3335062"/>
                          <a:pt x="7735548" y="3703055"/>
                          <a:pt x="7725398" y="3879790"/>
                        </a:cubicBezTo>
                        <a:cubicBezTo>
                          <a:pt x="7487487" y="3905072"/>
                          <a:pt x="7298570" y="3907927"/>
                          <a:pt x="7158869" y="3879790"/>
                        </a:cubicBezTo>
                        <a:cubicBezTo>
                          <a:pt x="7019168" y="3851653"/>
                          <a:pt x="6768617" y="3890732"/>
                          <a:pt x="6669594" y="3879790"/>
                        </a:cubicBezTo>
                        <a:cubicBezTo>
                          <a:pt x="6570572" y="3868848"/>
                          <a:pt x="6051399" y="3915708"/>
                          <a:pt x="5871302" y="3879790"/>
                        </a:cubicBezTo>
                        <a:cubicBezTo>
                          <a:pt x="5691205" y="3843872"/>
                          <a:pt x="5508871" y="3865348"/>
                          <a:pt x="5227519" y="3879790"/>
                        </a:cubicBezTo>
                        <a:cubicBezTo>
                          <a:pt x="4946167" y="3894232"/>
                          <a:pt x="4949560" y="3859952"/>
                          <a:pt x="4815498" y="3879790"/>
                        </a:cubicBezTo>
                        <a:cubicBezTo>
                          <a:pt x="4681436" y="3899628"/>
                          <a:pt x="4432729" y="3900196"/>
                          <a:pt x="4171715" y="3879790"/>
                        </a:cubicBezTo>
                        <a:cubicBezTo>
                          <a:pt x="3910701" y="3859384"/>
                          <a:pt x="3854104" y="3855682"/>
                          <a:pt x="3605186" y="3879790"/>
                        </a:cubicBezTo>
                        <a:cubicBezTo>
                          <a:pt x="3356268" y="3903898"/>
                          <a:pt x="3290929" y="3884184"/>
                          <a:pt x="3038657" y="3879790"/>
                        </a:cubicBezTo>
                        <a:cubicBezTo>
                          <a:pt x="2786385" y="3875396"/>
                          <a:pt x="2599880" y="3858095"/>
                          <a:pt x="2472127" y="3879790"/>
                        </a:cubicBezTo>
                        <a:cubicBezTo>
                          <a:pt x="2344374" y="3901486"/>
                          <a:pt x="2143656" y="3892695"/>
                          <a:pt x="1905598" y="3879790"/>
                        </a:cubicBezTo>
                        <a:cubicBezTo>
                          <a:pt x="1667540" y="3866885"/>
                          <a:pt x="1451073" y="3860068"/>
                          <a:pt x="1184561" y="3879790"/>
                        </a:cubicBezTo>
                        <a:cubicBezTo>
                          <a:pt x="918049" y="3899512"/>
                          <a:pt x="550580" y="3839738"/>
                          <a:pt x="0" y="3879790"/>
                        </a:cubicBezTo>
                        <a:cubicBezTo>
                          <a:pt x="25570" y="3748634"/>
                          <a:pt x="1789" y="3534375"/>
                          <a:pt x="0" y="3349552"/>
                        </a:cubicBezTo>
                        <a:cubicBezTo>
                          <a:pt x="-1789" y="3164729"/>
                          <a:pt x="-7240" y="3003950"/>
                          <a:pt x="0" y="2741718"/>
                        </a:cubicBezTo>
                        <a:cubicBezTo>
                          <a:pt x="7240" y="2479486"/>
                          <a:pt x="-3352" y="2359528"/>
                          <a:pt x="0" y="2056289"/>
                        </a:cubicBezTo>
                        <a:cubicBezTo>
                          <a:pt x="3352" y="1753050"/>
                          <a:pt x="32179" y="1529567"/>
                          <a:pt x="0" y="1332061"/>
                        </a:cubicBezTo>
                        <a:cubicBezTo>
                          <a:pt x="-32179" y="1134555"/>
                          <a:pt x="-9129" y="926857"/>
                          <a:pt x="0" y="801823"/>
                        </a:cubicBezTo>
                        <a:cubicBezTo>
                          <a:pt x="9129" y="676789"/>
                          <a:pt x="18848" y="161079"/>
                          <a:pt x="0" y="0"/>
                        </a:cubicBezTo>
                        <a:close/>
                      </a:path>
                      <a:path w="7725398" h="3879790" stroke="0" extrusionOk="0">
                        <a:moveTo>
                          <a:pt x="0" y="0"/>
                        </a:moveTo>
                        <a:cubicBezTo>
                          <a:pt x="187793" y="-26441"/>
                          <a:pt x="442973" y="23219"/>
                          <a:pt x="566529" y="0"/>
                        </a:cubicBezTo>
                        <a:cubicBezTo>
                          <a:pt x="690085" y="-23219"/>
                          <a:pt x="825049" y="19133"/>
                          <a:pt x="978550" y="0"/>
                        </a:cubicBezTo>
                        <a:cubicBezTo>
                          <a:pt x="1132051" y="-19133"/>
                          <a:pt x="1521453" y="24118"/>
                          <a:pt x="1776842" y="0"/>
                        </a:cubicBezTo>
                        <a:cubicBezTo>
                          <a:pt x="2032231" y="-24118"/>
                          <a:pt x="2093522" y="10741"/>
                          <a:pt x="2343371" y="0"/>
                        </a:cubicBezTo>
                        <a:cubicBezTo>
                          <a:pt x="2593220" y="-10741"/>
                          <a:pt x="2716318" y="22657"/>
                          <a:pt x="2909900" y="0"/>
                        </a:cubicBezTo>
                        <a:cubicBezTo>
                          <a:pt x="3103482" y="-22657"/>
                          <a:pt x="3462874" y="22521"/>
                          <a:pt x="3708191" y="0"/>
                        </a:cubicBezTo>
                        <a:cubicBezTo>
                          <a:pt x="3953508" y="-22521"/>
                          <a:pt x="3970235" y="21911"/>
                          <a:pt x="4197466" y="0"/>
                        </a:cubicBezTo>
                        <a:cubicBezTo>
                          <a:pt x="4424697" y="-21911"/>
                          <a:pt x="4628150" y="37956"/>
                          <a:pt x="4995757" y="0"/>
                        </a:cubicBezTo>
                        <a:cubicBezTo>
                          <a:pt x="5363364" y="-37956"/>
                          <a:pt x="5429568" y="-241"/>
                          <a:pt x="5794049" y="0"/>
                        </a:cubicBezTo>
                        <a:cubicBezTo>
                          <a:pt x="6158530" y="241"/>
                          <a:pt x="6266530" y="18962"/>
                          <a:pt x="6437832" y="0"/>
                        </a:cubicBezTo>
                        <a:cubicBezTo>
                          <a:pt x="6609134" y="-18962"/>
                          <a:pt x="7134869" y="43325"/>
                          <a:pt x="7725398" y="0"/>
                        </a:cubicBezTo>
                        <a:cubicBezTo>
                          <a:pt x="7719304" y="264583"/>
                          <a:pt x="7712325" y="348407"/>
                          <a:pt x="7725398" y="607834"/>
                        </a:cubicBezTo>
                        <a:cubicBezTo>
                          <a:pt x="7738471" y="867261"/>
                          <a:pt x="7726017" y="964745"/>
                          <a:pt x="7725398" y="1138072"/>
                        </a:cubicBezTo>
                        <a:cubicBezTo>
                          <a:pt x="7724779" y="1311399"/>
                          <a:pt x="7707689" y="1650068"/>
                          <a:pt x="7725398" y="1784703"/>
                        </a:cubicBezTo>
                        <a:cubicBezTo>
                          <a:pt x="7743107" y="1919338"/>
                          <a:pt x="7701774" y="2248227"/>
                          <a:pt x="7725398" y="2431335"/>
                        </a:cubicBezTo>
                        <a:cubicBezTo>
                          <a:pt x="7749022" y="2614443"/>
                          <a:pt x="7696131" y="2763595"/>
                          <a:pt x="7725398" y="3077967"/>
                        </a:cubicBezTo>
                        <a:cubicBezTo>
                          <a:pt x="7754665" y="3392339"/>
                          <a:pt x="7758501" y="3582085"/>
                          <a:pt x="7725398" y="3879790"/>
                        </a:cubicBezTo>
                        <a:cubicBezTo>
                          <a:pt x="7541061" y="3868394"/>
                          <a:pt x="7304905" y="3850290"/>
                          <a:pt x="7004361" y="3879790"/>
                        </a:cubicBezTo>
                        <a:cubicBezTo>
                          <a:pt x="6703817" y="3909290"/>
                          <a:pt x="6696790" y="3863791"/>
                          <a:pt x="6592340" y="3879790"/>
                        </a:cubicBezTo>
                        <a:cubicBezTo>
                          <a:pt x="6487890" y="3895789"/>
                          <a:pt x="6306891" y="3880801"/>
                          <a:pt x="6103064" y="3879790"/>
                        </a:cubicBezTo>
                        <a:cubicBezTo>
                          <a:pt x="5899237" y="3878779"/>
                          <a:pt x="5597384" y="3917145"/>
                          <a:pt x="5304773" y="3879790"/>
                        </a:cubicBezTo>
                        <a:cubicBezTo>
                          <a:pt x="5012162" y="3842435"/>
                          <a:pt x="4836672" y="3865586"/>
                          <a:pt x="4660990" y="3879790"/>
                        </a:cubicBezTo>
                        <a:cubicBezTo>
                          <a:pt x="4485308" y="3893994"/>
                          <a:pt x="4272075" y="3900258"/>
                          <a:pt x="4171715" y="3879790"/>
                        </a:cubicBezTo>
                        <a:cubicBezTo>
                          <a:pt x="4071356" y="3859322"/>
                          <a:pt x="3755334" y="3857113"/>
                          <a:pt x="3527932" y="3879790"/>
                        </a:cubicBezTo>
                        <a:cubicBezTo>
                          <a:pt x="3300530" y="3902467"/>
                          <a:pt x="3318419" y="3879359"/>
                          <a:pt x="3115911" y="3879790"/>
                        </a:cubicBezTo>
                        <a:cubicBezTo>
                          <a:pt x="2913403" y="3880221"/>
                          <a:pt x="2883949" y="3889820"/>
                          <a:pt x="2703889" y="3879790"/>
                        </a:cubicBezTo>
                        <a:cubicBezTo>
                          <a:pt x="2523829" y="3869760"/>
                          <a:pt x="2227640" y="3887975"/>
                          <a:pt x="2060106" y="3879790"/>
                        </a:cubicBezTo>
                        <a:cubicBezTo>
                          <a:pt x="1892572" y="3871605"/>
                          <a:pt x="1687049" y="3894357"/>
                          <a:pt x="1570831" y="3879790"/>
                        </a:cubicBezTo>
                        <a:cubicBezTo>
                          <a:pt x="1454614" y="3865223"/>
                          <a:pt x="1099168" y="3867054"/>
                          <a:pt x="849794" y="3879790"/>
                        </a:cubicBezTo>
                        <a:cubicBezTo>
                          <a:pt x="600420" y="3892526"/>
                          <a:pt x="315753" y="3908103"/>
                          <a:pt x="0" y="3879790"/>
                        </a:cubicBezTo>
                        <a:cubicBezTo>
                          <a:pt x="19372" y="3609211"/>
                          <a:pt x="-13955" y="3352443"/>
                          <a:pt x="0" y="3194360"/>
                        </a:cubicBezTo>
                        <a:cubicBezTo>
                          <a:pt x="13955" y="3036277"/>
                          <a:pt x="18905" y="2668638"/>
                          <a:pt x="0" y="2508931"/>
                        </a:cubicBezTo>
                        <a:cubicBezTo>
                          <a:pt x="-18905" y="2349224"/>
                          <a:pt x="19331" y="2072247"/>
                          <a:pt x="0" y="1939895"/>
                        </a:cubicBezTo>
                        <a:cubicBezTo>
                          <a:pt x="-19331" y="1807543"/>
                          <a:pt x="-972" y="1566680"/>
                          <a:pt x="0" y="1254465"/>
                        </a:cubicBezTo>
                        <a:cubicBezTo>
                          <a:pt x="972" y="942250"/>
                          <a:pt x="62613" y="26199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3C01B3C4-CF6B-675F-9EDF-D84949D1C3C6}"/>
                  </a:ext>
                </a:extLst>
              </p:cNvPr>
              <p:cNvSpPr/>
              <p:nvPr/>
            </p:nvSpPr>
            <p:spPr>
              <a:xfrm>
                <a:off x="839994" y="2499585"/>
                <a:ext cx="7109082" cy="562911"/>
              </a:xfrm>
              <a:prstGeom prst="roundRect">
                <a:avLst/>
              </a:prstGeom>
              <a:solidFill>
                <a:srgbClr val="FFFD75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∈{                                           </m:t>
                      </m:r>
                      <m:r>
                        <a:rPr lang="en-US" sz="3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   }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3C01B3C4-CF6B-675F-9EDF-D84949D1C3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994" y="2499585"/>
                <a:ext cx="7109082" cy="562911"/>
              </a:xfrm>
              <a:prstGeom prst="roundRect">
                <a:avLst/>
              </a:prstGeom>
              <a:blipFill>
                <a:blip r:embed="rId4"/>
                <a:stretch>
                  <a:fillRect b="-12903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C12D7E4-95B2-916A-638A-68734A444394}"/>
                  </a:ext>
                </a:extLst>
              </p:cNvPr>
              <p:cNvSpPr/>
              <p:nvPr/>
            </p:nvSpPr>
            <p:spPr>
              <a:xfrm rot="16200000">
                <a:off x="-164547" y="4392505"/>
                <a:ext cx="2513828" cy="50474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=1 , …, 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       </a:t>
                </a:r>
                <a:endParaRPr lang="en-US" sz="2800" dirty="0"/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7C12D7E4-95B2-916A-638A-68734A4443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64547" y="4392505"/>
                <a:ext cx="2513828" cy="504746"/>
              </a:xfrm>
              <a:prstGeom prst="roundRect">
                <a:avLst/>
              </a:prstGeom>
              <a:blipFill>
                <a:blip r:embed="rId5"/>
                <a:stretch>
                  <a:fillRect r="-1724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891205-A364-6B9F-FDBE-0120116C5B2B}"/>
                  </a:ext>
                </a:extLst>
              </p:cNvPr>
              <p:cNvSpPr txBox="1"/>
              <p:nvPr/>
            </p:nvSpPr>
            <p:spPr>
              <a:xfrm>
                <a:off x="2145509" y="2601327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891205-A364-6B9F-FDBE-0120116C5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5509" y="2601327"/>
                <a:ext cx="1043674" cy="3583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E168EA-C3A5-833F-5C82-EFF49BC804F7}"/>
                  </a:ext>
                </a:extLst>
              </p:cNvPr>
              <p:cNvSpPr txBox="1"/>
              <p:nvPr/>
            </p:nvSpPr>
            <p:spPr>
              <a:xfrm>
                <a:off x="4761521" y="2663565"/>
                <a:ext cx="1180042" cy="27699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⋯⋯⋯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E168EA-C3A5-833F-5C82-EFF49BC80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521" y="2663565"/>
                <a:ext cx="118004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A2FFBA-079F-2E2C-D4F1-2F5922A20972}"/>
                  </a:ext>
                </a:extLst>
              </p:cNvPr>
              <p:cNvSpPr txBox="1"/>
              <p:nvPr/>
            </p:nvSpPr>
            <p:spPr>
              <a:xfrm>
                <a:off x="3341891" y="2613737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A2FFBA-079F-2E2C-D4F1-2F5922A20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891" y="2613737"/>
                <a:ext cx="1043674" cy="3583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26FD24-F540-DF31-250F-C60C4745FD55}"/>
                  </a:ext>
                </a:extLst>
              </p:cNvPr>
              <p:cNvSpPr txBox="1"/>
              <p:nvPr/>
            </p:nvSpPr>
            <p:spPr>
              <a:xfrm>
                <a:off x="6176168" y="2607902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26FD24-F540-DF31-250F-C60C4745F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168" y="2607902"/>
                <a:ext cx="1043674" cy="3583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BC27318-D7DF-9874-2D77-F934F60D3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229073"/>
              </p:ext>
            </p:extLst>
          </p:nvPr>
        </p:nvGraphicFramePr>
        <p:xfrm>
          <a:off x="1533490" y="3245146"/>
          <a:ext cx="6356768" cy="263908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33793">
                  <a:extLst>
                    <a:ext uri="{9D8B030D-6E8A-4147-A177-3AD203B41FA5}">
                      <a16:colId xmlns:a16="http://schemas.microsoft.com/office/drawing/2014/main" val="3980504908"/>
                    </a:ext>
                  </a:extLst>
                </a:gridCol>
                <a:gridCol w="1113420">
                  <a:extLst>
                    <a:ext uri="{9D8B030D-6E8A-4147-A177-3AD203B41FA5}">
                      <a16:colId xmlns:a16="http://schemas.microsoft.com/office/drawing/2014/main" val="3560750470"/>
                    </a:ext>
                  </a:extLst>
                </a:gridCol>
                <a:gridCol w="1181939">
                  <a:extLst>
                    <a:ext uri="{9D8B030D-6E8A-4147-A177-3AD203B41FA5}">
                      <a16:colId xmlns:a16="http://schemas.microsoft.com/office/drawing/2014/main" val="1023949154"/>
                    </a:ext>
                  </a:extLst>
                </a:gridCol>
                <a:gridCol w="1079161">
                  <a:extLst>
                    <a:ext uri="{9D8B030D-6E8A-4147-A177-3AD203B41FA5}">
                      <a16:colId xmlns:a16="http://schemas.microsoft.com/office/drawing/2014/main" val="3699071661"/>
                    </a:ext>
                  </a:extLst>
                </a:gridCol>
                <a:gridCol w="1113420">
                  <a:extLst>
                    <a:ext uri="{9D8B030D-6E8A-4147-A177-3AD203B41FA5}">
                      <a16:colId xmlns:a16="http://schemas.microsoft.com/office/drawing/2014/main" val="3695187582"/>
                    </a:ext>
                  </a:extLst>
                </a:gridCol>
                <a:gridCol w="1235035">
                  <a:extLst>
                    <a:ext uri="{9D8B030D-6E8A-4147-A177-3AD203B41FA5}">
                      <a16:colId xmlns:a16="http://schemas.microsoft.com/office/drawing/2014/main" val="2418733614"/>
                    </a:ext>
                  </a:extLst>
                </a:gridCol>
              </a:tblGrid>
              <a:tr h="3883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798402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78019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487644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018728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963596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F64896A1-307E-673D-9D94-E136DCD56A36}"/>
              </a:ext>
            </a:extLst>
          </p:cNvPr>
          <p:cNvSpPr/>
          <p:nvPr/>
        </p:nvSpPr>
        <p:spPr>
          <a:xfrm>
            <a:off x="1533490" y="3633839"/>
            <a:ext cx="612019" cy="2250772"/>
          </a:xfrm>
          <a:prstGeom prst="rect">
            <a:avLst/>
          </a:prstGeom>
          <a:solidFill>
            <a:srgbClr val="8F51DB">
              <a:alpha val="29804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72E5CA-151C-D346-7E9F-DDC00F9F125C}"/>
              </a:ext>
            </a:extLst>
          </p:cNvPr>
          <p:cNvSpPr txBox="1"/>
          <p:nvPr/>
        </p:nvSpPr>
        <p:spPr>
          <a:xfrm>
            <a:off x="1586098" y="3804117"/>
            <a:ext cx="504746" cy="307777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dirty="0"/>
              <a:t>j=1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C7024C-CC9C-E200-88DC-D93E744AD29C}"/>
              </a:ext>
            </a:extLst>
          </p:cNvPr>
          <p:cNvSpPr txBox="1"/>
          <p:nvPr/>
        </p:nvSpPr>
        <p:spPr>
          <a:xfrm>
            <a:off x="1581158" y="4411452"/>
            <a:ext cx="504746" cy="307777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dirty="0"/>
              <a:t>j=2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3CFC14-0E83-E076-2B3D-2A9AB1385423}"/>
                  </a:ext>
                </a:extLst>
              </p:cNvPr>
              <p:cNvSpPr txBox="1"/>
              <p:nvPr/>
            </p:nvSpPr>
            <p:spPr>
              <a:xfrm>
                <a:off x="1691965" y="4974363"/>
                <a:ext cx="283132" cy="30777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3CFC14-0E83-E076-2B3D-2A9AB1385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965" y="4974363"/>
                <a:ext cx="283132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F5D2B63-6AE7-A32B-D590-5F185B30580B}"/>
              </a:ext>
            </a:extLst>
          </p:cNvPr>
          <p:cNvSpPr txBox="1"/>
          <p:nvPr/>
        </p:nvSpPr>
        <p:spPr>
          <a:xfrm>
            <a:off x="1586098" y="5484631"/>
            <a:ext cx="504746" cy="307777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dirty="0"/>
              <a:t>j=p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B36B00-6217-E42C-8996-25FBEE60AA34}"/>
              </a:ext>
            </a:extLst>
          </p:cNvPr>
          <p:cNvSpPr/>
          <p:nvPr/>
        </p:nvSpPr>
        <p:spPr>
          <a:xfrm rot="16200000">
            <a:off x="4942450" y="472726"/>
            <a:ext cx="366069" cy="5907050"/>
          </a:xfrm>
          <a:prstGeom prst="rect">
            <a:avLst/>
          </a:prstGeom>
          <a:solidFill>
            <a:srgbClr val="FFFF00">
              <a:alpha val="69020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EC0369-0DA9-682E-9336-15F4C0ECC92E}"/>
              </a:ext>
            </a:extLst>
          </p:cNvPr>
          <p:cNvSpPr txBox="1"/>
          <p:nvPr/>
        </p:nvSpPr>
        <p:spPr>
          <a:xfrm>
            <a:off x="2406564" y="3294133"/>
            <a:ext cx="504746" cy="261610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i=</a:t>
            </a:r>
            <a:r>
              <a:rPr lang="en-US" sz="11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89BCDA-0561-4FB3-5E5A-F37691A09ED6}"/>
              </a:ext>
            </a:extLst>
          </p:cNvPr>
          <p:cNvSpPr txBox="1"/>
          <p:nvPr/>
        </p:nvSpPr>
        <p:spPr>
          <a:xfrm>
            <a:off x="3601122" y="3294133"/>
            <a:ext cx="504746" cy="261610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i=</a:t>
            </a:r>
            <a:r>
              <a:rPr lang="en-US" sz="11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C6DFD5-90FB-6F45-5044-DAEF4E3AD38C}"/>
              </a:ext>
            </a:extLst>
          </p:cNvPr>
          <p:cNvSpPr txBox="1"/>
          <p:nvPr/>
        </p:nvSpPr>
        <p:spPr>
          <a:xfrm>
            <a:off x="5776496" y="3294133"/>
            <a:ext cx="504746" cy="261610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i=</a:t>
            </a:r>
            <a:r>
              <a:rPr lang="en-US" sz="1100" dirty="0">
                <a:solidFill>
                  <a:srgbClr val="FF0000"/>
                </a:solidFill>
              </a:rPr>
              <a:t>n-1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9D00C4-C7D8-39DE-D5A1-0FE2892AB15F}"/>
              </a:ext>
            </a:extLst>
          </p:cNvPr>
          <p:cNvSpPr txBox="1"/>
          <p:nvPr/>
        </p:nvSpPr>
        <p:spPr>
          <a:xfrm>
            <a:off x="7020591" y="3281554"/>
            <a:ext cx="504746" cy="261610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i=</a:t>
            </a:r>
            <a:r>
              <a:rPr lang="en-US" sz="1100" dirty="0">
                <a:solidFill>
                  <a:srgbClr val="FF0000"/>
                </a:solidFill>
              </a:rPr>
              <a:t>n</a:t>
            </a:r>
          </a:p>
        </p:txBody>
      </p:sp>
      <p:pic>
        <p:nvPicPr>
          <p:cNvPr id="28" name="Picture 27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674AFD74-D3E0-6BAA-D2E7-6AABA392370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4914" y="3224161"/>
            <a:ext cx="6814686" cy="269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7438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FE198-4EFB-284F-E6B0-AABA1444D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DA8AF7E-160D-308F-1BEB-735B8255C468}"/>
              </a:ext>
            </a:extLst>
          </p:cNvPr>
          <p:cNvSpPr/>
          <p:nvPr/>
        </p:nvSpPr>
        <p:spPr>
          <a:xfrm>
            <a:off x="93915" y="122914"/>
            <a:ext cx="9050085" cy="6752119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49150"/>
                      <a:gd name="connsiteY0" fmla="*/ 0 h 4818384"/>
                      <a:gd name="connsiteX1" fmla="*/ 625424 w 6949150"/>
                      <a:gd name="connsiteY1" fmla="*/ 0 h 4818384"/>
                      <a:gd name="connsiteX2" fmla="*/ 1389830 w 6949150"/>
                      <a:gd name="connsiteY2" fmla="*/ 0 h 4818384"/>
                      <a:gd name="connsiteX3" fmla="*/ 1945762 w 6949150"/>
                      <a:gd name="connsiteY3" fmla="*/ 0 h 4818384"/>
                      <a:gd name="connsiteX4" fmla="*/ 2640677 w 6949150"/>
                      <a:gd name="connsiteY4" fmla="*/ 0 h 4818384"/>
                      <a:gd name="connsiteX5" fmla="*/ 3405084 w 6949150"/>
                      <a:gd name="connsiteY5" fmla="*/ 0 h 4818384"/>
                      <a:gd name="connsiteX6" fmla="*/ 3891524 w 6949150"/>
                      <a:gd name="connsiteY6" fmla="*/ 0 h 4818384"/>
                      <a:gd name="connsiteX7" fmla="*/ 4377965 w 6949150"/>
                      <a:gd name="connsiteY7" fmla="*/ 0 h 4818384"/>
                      <a:gd name="connsiteX8" fmla="*/ 5211863 w 6949150"/>
                      <a:gd name="connsiteY8" fmla="*/ 0 h 4818384"/>
                      <a:gd name="connsiteX9" fmla="*/ 5906778 w 6949150"/>
                      <a:gd name="connsiteY9" fmla="*/ 0 h 4818384"/>
                      <a:gd name="connsiteX10" fmla="*/ 6949150 w 6949150"/>
                      <a:gd name="connsiteY10" fmla="*/ 0 h 4818384"/>
                      <a:gd name="connsiteX11" fmla="*/ 6949150 w 6949150"/>
                      <a:gd name="connsiteY11" fmla="*/ 688341 h 4818384"/>
                      <a:gd name="connsiteX12" fmla="*/ 6949150 w 6949150"/>
                      <a:gd name="connsiteY12" fmla="*/ 1424865 h 4818384"/>
                      <a:gd name="connsiteX13" fmla="*/ 6949150 w 6949150"/>
                      <a:gd name="connsiteY13" fmla="*/ 2016838 h 4818384"/>
                      <a:gd name="connsiteX14" fmla="*/ 6949150 w 6949150"/>
                      <a:gd name="connsiteY14" fmla="*/ 2705178 h 4818384"/>
                      <a:gd name="connsiteX15" fmla="*/ 6949150 w 6949150"/>
                      <a:gd name="connsiteY15" fmla="*/ 3248967 h 4818384"/>
                      <a:gd name="connsiteX16" fmla="*/ 6949150 w 6949150"/>
                      <a:gd name="connsiteY16" fmla="*/ 4033676 h 4818384"/>
                      <a:gd name="connsiteX17" fmla="*/ 6949150 w 6949150"/>
                      <a:gd name="connsiteY17" fmla="*/ 4818384 h 4818384"/>
                      <a:gd name="connsiteX18" fmla="*/ 6115252 w 6949150"/>
                      <a:gd name="connsiteY18" fmla="*/ 4818384 h 4818384"/>
                      <a:gd name="connsiteX19" fmla="*/ 5350846 w 6949150"/>
                      <a:gd name="connsiteY19" fmla="*/ 4818384 h 4818384"/>
                      <a:gd name="connsiteX20" fmla="*/ 4794914 w 6949150"/>
                      <a:gd name="connsiteY20" fmla="*/ 4818384 h 4818384"/>
                      <a:gd name="connsiteX21" fmla="*/ 3961016 w 6949150"/>
                      <a:gd name="connsiteY21" fmla="*/ 4818384 h 4818384"/>
                      <a:gd name="connsiteX22" fmla="*/ 3266101 w 6949150"/>
                      <a:gd name="connsiteY22" fmla="*/ 4818384 h 4818384"/>
                      <a:gd name="connsiteX23" fmla="*/ 2779660 w 6949150"/>
                      <a:gd name="connsiteY23" fmla="*/ 4818384 h 4818384"/>
                      <a:gd name="connsiteX24" fmla="*/ 2084745 w 6949150"/>
                      <a:gd name="connsiteY24" fmla="*/ 4818384 h 4818384"/>
                      <a:gd name="connsiteX25" fmla="*/ 1459321 w 6949150"/>
                      <a:gd name="connsiteY25" fmla="*/ 4818384 h 4818384"/>
                      <a:gd name="connsiteX26" fmla="*/ 833898 w 6949150"/>
                      <a:gd name="connsiteY26" fmla="*/ 4818384 h 4818384"/>
                      <a:gd name="connsiteX27" fmla="*/ 0 w 6949150"/>
                      <a:gd name="connsiteY27" fmla="*/ 4818384 h 4818384"/>
                      <a:gd name="connsiteX28" fmla="*/ 0 w 6949150"/>
                      <a:gd name="connsiteY28" fmla="*/ 4178227 h 4818384"/>
                      <a:gd name="connsiteX29" fmla="*/ 0 w 6949150"/>
                      <a:gd name="connsiteY29" fmla="*/ 3441703 h 4818384"/>
                      <a:gd name="connsiteX30" fmla="*/ 0 w 6949150"/>
                      <a:gd name="connsiteY30" fmla="*/ 2801546 h 4818384"/>
                      <a:gd name="connsiteX31" fmla="*/ 0 w 6949150"/>
                      <a:gd name="connsiteY31" fmla="*/ 2257757 h 4818384"/>
                      <a:gd name="connsiteX32" fmla="*/ 0 w 6949150"/>
                      <a:gd name="connsiteY32" fmla="*/ 1617600 h 4818384"/>
                      <a:gd name="connsiteX33" fmla="*/ 0 w 6949150"/>
                      <a:gd name="connsiteY33" fmla="*/ 881076 h 4818384"/>
                      <a:gd name="connsiteX34" fmla="*/ 0 w 6949150"/>
                      <a:gd name="connsiteY34" fmla="*/ 0 h 4818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949150" h="4818384" fill="none" extrusionOk="0">
                        <a:moveTo>
                          <a:pt x="0" y="0"/>
                        </a:moveTo>
                        <a:cubicBezTo>
                          <a:pt x="199453" y="27968"/>
                          <a:pt x="331957" y="-15931"/>
                          <a:pt x="625424" y="0"/>
                        </a:cubicBezTo>
                        <a:cubicBezTo>
                          <a:pt x="918891" y="15931"/>
                          <a:pt x="1038506" y="12699"/>
                          <a:pt x="1389830" y="0"/>
                        </a:cubicBezTo>
                        <a:cubicBezTo>
                          <a:pt x="1741154" y="-12699"/>
                          <a:pt x="1762000" y="-17208"/>
                          <a:pt x="1945762" y="0"/>
                        </a:cubicBezTo>
                        <a:cubicBezTo>
                          <a:pt x="2129524" y="17208"/>
                          <a:pt x="2453772" y="22823"/>
                          <a:pt x="2640677" y="0"/>
                        </a:cubicBezTo>
                        <a:cubicBezTo>
                          <a:pt x="2827583" y="-22823"/>
                          <a:pt x="3242652" y="-31152"/>
                          <a:pt x="3405084" y="0"/>
                        </a:cubicBezTo>
                        <a:cubicBezTo>
                          <a:pt x="3567516" y="31152"/>
                          <a:pt x="3697218" y="22391"/>
                          <a:pt x="3891524" y="0"/>
                        </a:cubicBezTo>
                        <a:cubicBezTo>
                          <a:pt x="4085830" y="-22391"/>
                          <a:pt x="4147311" y="-19629"/>
                          <a:pt x="4377965" y="0"/>
                        </a:cubicBezTo>
                        <a:cubicBezTo>
                          <a:pt x="4608619" y="19629"/>
                          <a:pt x="4801188" y="-26337"/>
                          <a:pt x="5211863" y="0"/>
                        </a:cubicBezTo>
                        <a:cubicBezTo>
                          <a:pt x="5622538" y="26337"/>
                          <a:pt x="5743011" y="-9254"/>
                          <a:pt x="5906778" y="0"/>
                        </a:cubicBezTo>
                        <a:cubicBezTo>
                          <a:pt x="6070546" y="9254"/>
                          <a:pt x="6641194" y="43359"/>
                          <a:pt x="6949150" y="0"/>
                        </a:cubicBezTo>
                        <a:cubicBezTo>
                          <a:pt x="6949183" y="320118"/>
                          <a:pt x="6972420" y="379113"/>
                          <a:pt x="6949150" y="688341"/>
                        </a:cubicBezTo>
                        <a:cubicBezTo>
                          <a:pt x="6925880" y="997569"/>
                          <a:pt x="6929620" y="1190441"/>
                          <a:pt x="6949150" y="1424865"/>
                        </a:cubicBezTo>
                        <a:cubicBezTo>
                          <a:pt x="6968680" y="1659289"/>
                          <a:pt x="6932270" y="1765655"/>
                          <a:pt x="6949150" y="2016838"/>
                        </a:cubicBezTo>
                        <a:cubicBezTo>
                          <a:pt x="6966030" y="2268021"/>
                          <a:pt x="6980942" y="2551450"/>
                          <a:pt x="6949150" y="2705178"/>
                        </a:cubicBezTo>
                        <a:cubicBezTo>
                          <a:pt x="6917358" y="2858906"/>
                          <a:pt x="6950794" y="3026774"/>
                          <a:pt x="6949150" y="3248967"/>
                        </a:cubicBezTo>
                        <a:cubicBezTo>
                          <a:pt x="6947506" y="3471160"/>
                          <a:pt x="6938533" y="3657900"/>
                          <a:pt x="6949150" y="4033676"/>
                        </a:cubicBezTo>
                        <a:cubicBezTo>
                          <a:pt x="6959767" y="4409452"/>
                          <a:pt x="6986141" y="4542315"/>
                          <a:pt x="6949150" y="4818384"/>
                        </a:cubicBezTo>
                        <a:cubicBezTo>
                          <a:pt x="6617309" y="4859611"/>
                          <a:pt x="6293522" y="4816506"/>
                          <a:pt x="6115252" y="4818384"/>
                        </a:cubicBezTo>
                        <a:cubicBezTo>
                          <a:pt x="5936982" y="4820262"/>
                          <a:pt x="5664078" y="4823527"/>
                          <a:pt x="5350846" y="4818384"/>
                        </a:cubicBezTo>
                        <a:cubicBezTo>
                          <a:pt x="5037614" y="4813241"/>
                          <a:pt x="5040058" y="4838462"/>
                          <a:pt x="4794914" y="4818384"/>
                        </a:cubicBezTo>
                        <a:cubicBezTo>
                          <a:pt x="4549770" y="4798306"/>
                          <a:pt x="4267003" y="4778725"/>
                          <a:pt x="3961016" y="4818384"/>
                        </a:cubicBezTo>
                        <a:cubicBezTo>
                          <a:pt x="3655029" y="4858043"/>
                          <a:pt x="3581121" y="4843625"/>
                          <a:pt x="3266101" y="4818384"/>
                        </a:cubicBezTo>
                        <a:cubicBezTo>
                          <a:pt x="2951082" y="4793143"/>
                          <a:pt x="2958204" y="4811321"/>
                          <a:pt x="2779660" y="4818384"/>
                        </a:cubicBezTo>
                        <a:cubicBezTo>
                          <a:pt x="2601116" y="4825447"/>
                          <a:pt x="2410108" y="4830485"/>
                          <a:pt x="2084745" y="4818384"/>
                        </a:cubicBezTo>
                        <a:cubicBezTo>
                          <a:pt x="1759383" y="4806283"/>
                          <a:pt x="1592447" y="4829536"/>
                          <a:pt x="1459321" y="4818384"/>
                        </a:cubicBezTo>
                        <a:cubicBezTo>
                          <a:pt x="1326195" y="4807232"/>
                          <a:pt x="961699" y="4831668"/>
                          <a:pt x="833898" y="4818384"/>
                        </a:cubicBezTo>
                        <a:cubicBezTo>
                          <a:pt x="706097" y="4805100"/>
                          <a:pt x="405567" y="4783198"/>
                          <a:pt x="0" y="4818384"/>
                        </a:cubicBezTo>
                        <a:cubicBezTo>
                          <a:pt x="19912" y="4646829"/>
                          <a:pt x="-5787" y="4461033"/>
                          <a:pt x="0" y="4178227"/>
                        </a:cubicBezTo>
                        <a:cubicBezTo>
                          <a:pt x="5787" y="3895421"/>
                          <a:pt x="-8170" y="3635904"/>
                          <a:pt x="0" y="3441703"/>
                        </a:cubicBezTo>
                        <a:cubicBezTo>
                          <a:pt x="8170" y="3247502"/>
                          <a:pt x="29553" y="3060983"/>
                          <a:pt x="0" y="2801546"/>
                        </a:cubicBezTo>
                        <a:cubicBezTo>
                          <a:pt x="-29553" y="2542109"/>
                          <a:pt x="-10963" y="2468313"/>
                          <a:pt x="0" y="2257757"/>
                        </a:cubicBezTo>
                        <a:cubicBezTo>
                          <a:pt x="10963" y="2047201"/>
                          <a:pt x="-3041" y="1911395"/>
                          <a:pt x="0" y="1617600"/>
                        </a:cubicBezTo>
                        <a:cubicBezTo>
                          <a:pt x="3041" y="1323805"/>
                          <a:pt x="-11315" y="1095814"/>
                          <a:pt x="0" y="881076"/>
                        </a:cubicBezTo>
                        <a:cubicBezTo>
                          <a:pt x="11315" y="666338"/>
                          <a:pt x="29315" y="207175"/>
                          <a:pt x="0" y="0"/>
                        </a:cubicBezTo>
                        <a:close/>
                      </a:path>
                      <a:path w="6949150" h="4818384" stroke="0" extrusionOk="0">
                        <a:moveTo>
                          <a:pt x="0" y="0"/>
                        </a:moveTo>
                        <a:cubicBezTo>
                          <a:pt x="146200" y="22868"/>
                          <a:pt x="365499" y="-28243"/>
                          <a:pt x="625424" y="0"/>
                        </a:cubicBezTo>
                        <a:cubicBezTo>
                          <a:pt x="885349" y="28243"/>
                          <a:pt x="983698" y="-477"/>
                          <a:pt x="1111864" y="0"/>
                        </a:cubicBezTo>
                        <a:cubicBezTo>
                          <a:pt x="1240030" y="477"/>
                          <a:pt x="1701706" y="36578"/>
                          <a:pt x="1945762" y="0"/>
                        </a:cubicBezTo>
                        <a:cubicBezTo>
                          <a:pt x="2189818" y="-36578"/>
                          <a:pt x="2398117" y="26334"/>
                          <a:pt x="2571186" y="0"/>
                        </a:cubicBezTo>
                        <a:cubicBezTo>
                          <a:pt x="2744255" y="-26334"/>
                          <a:pt x="3002758" y="18302"/>
                          <a:pt x="3196609" y="0"/>
                        </a:cubicBezTo>
                        <a:cubicBezTo>
                          <a:pt x="3390460" y="-18302"/>
                          <a:pt x="3698572" y="31177"/>
                          <a:pt x="4030507" y="0"/>
                        </a:cubicBezTo>
                        <a:cubicBezTo>
                          <a:pt x="4362442" y="-31177"/>
                          <a:pt x="4465277" y="22923"/>
                          <a:pt x="4586439" y="0"/>
                        </a:cubicBezTo>
                        <a:cubicBezTo>
                          <a:pt x="4707601" y="-22923"/>
                          <a:pt x="5198495" y="-38705"/>
                          <a:pt x="5420337" y="0"/>
                        </a:cubicBezTo>
                        <a:cubicBezTo>
                          <a:pt x="5642179" y="38705"/>
                          <a:pt x="5986868" y="-30977"/>
                          <a:pt x="6254235" y="0"/>
                        </a:cubicBezTo>
                        <a:cubicBezTo>
                          <a:pt x="6521602" y="30977"/>
                          <a:pt x="6769056" y="6956"/>
                          <a:pt x="6949150" y="0"/>
                        </a:cubicBezTo>
                        <a:cubicBezTo>
                          <a:pt x="6959426" y="164551"/>
                          <a:pt x="6921543" y="599167"/>
                          <a:pt x="6949150" y="784708"/>
                        </a:cubicBezTo>
                        <a:cubicBezTo>
                          <a:pt x="6976757" y="970249"/>
                          <a:pt x="6975765" y="1236385"/>
                          <a:pt x="6949150" y="1521233"/>
                        </a:cubicBezTo>
                        <a:cubicBezTo>
                          <a:pt x="6922535" y="1806082"/>
                          <a:pt x="6946650" y="1849215"/>
                          <a:pt x="6949150" y="2065022"/>
                        </a:cubicBezTo>
                        <a:cubicBezTo>
                          <a:pt x="6951650" y="2280829"/>
                          <a:pt x="6959006" y="2489256"/>
                          <a:pt x="6949150" y="2753362"/>
                        </a:cubicBezTo>
                        <a:cubicBezTo>
                          <a:pt x="6939294" y="3017468"/>
                          <a:pt x="6981475" y="3226890"/>
                          <a:pt x="6949150" y="3441703"/>
                        </a:cubicBezTo>
                        <a:cubicBezTo>
                          <a:pt x="6916825" y="3656516"/>
                          <a:pt x="6945646" y="3819636"/>
                          <a:pt x="6949150" y="4130043"/>
                        </a:cubicBezTo>
                        <a:cubicBezTo>
                          <a:pt x="6952654" y="4440450"/>
                          <a:pt x="6926241" y="4670275"/>
                          <a:pt x="6949150" y="4818384"/>
                        </a:cubicBezTo>
                        <a:cubicBezTo>
                          <a:pt x="6691040" y="4838361"/>
                          <a:pt x="6385136" y="4789243"/>
                          <a:pt x="6184744" y="4818384"/>
                        </a:cubicBezTo>
                        <a:cubicBezTo>
                          <a:pt x="5984352" y="4847525"/>
                          <a:pt x="5916473" y="4838406"/>
                          <a:pt x="5698303" y="4818384"/>
                        </a:cubicBezTo>
                        <a:cubicBezTo>
                          <a:pt x="5480133" y="4798362"/>
                          <a:pt x="5314856" y="4814191"/>
                          <a:pt x="5142371" y="4818384"/>
                        </a:cubicBezTo>
                        <a:cubicBezTo>
                          <a:pt x="4969886" y="4822577"/>
                          <a:pt x="4660294" y="4823722"/>
                          <a:pt x="4308473" y="4818384"/>
                        </a:cubicBezTo>
                        <a:cubicBezTo>
                          <a:pt x="3956652" y="4813046"/>
                          <a:pt x="3959459" y="4791660"/>
                          <a:pt x="3613558" y="4818384"/>
                        </a:cubicBezTo>
                        <a:cubicBezTo>
                          <a:pt x="3267658" y="4845108"/>
                          <a:pt x="3208829" y="4791710"/>
                          <a:pt x="3057626" y="4818384"/>
                        </a:cubicBezTo>
                        <a:cubicBezTo>
                          <a:pt x="2906423" y="4845058"/>
                          <a:pt x="2615361" y="4832209"/>
                          <a:pt x="2362711" y="4818384"/>
                        </a:cubicBezTo>
                        <a:cubicBezTo>
                          <a:pt x="2110062" y="4804559"/>
                          <a:pt x="2009281" y="4834034"/>
                          <a:pt x="1876271" y="4818384"/>
                        </a:cubicBezTo>
                        <a:cubicBezTo>
                          <a:pt x="1743261" y="4802734"/>
                          <a:pt x="1591957" y="4800660"/>
                          <a:pt x="1389830" y="4818384"/>
                        </a:cubicBezTo>
                        <a:cubicBezTo>
                          <a:pt x="1187703" y="4836108"/>
                          <a:pt x="954300" y="4852725"/>
                          <a:pt x="694915" y="4818384"/>
                        </a:cubicBezTo>
                        <a:cubicBezTo>
                          <a:pt x="435531" y="4784043"/>
                          <a:pt x="333677" y="4795989"/>
                          <a:pt x="0" y="4818384"/>
                        </a:cubicBezTo>
                        <a:cubicBezTo>
                          <a:pt x="-26012" y="4528465"/>
                          <a:pt x="-7968" y="4278957"/>
                          <a:pt x="0" y="4081860"/>
                        </a:cubicBezTo>
                        <a:cubicBezTo>
                          <a:pt x="7968" y="3884763"/>
                          <a:pt x="-2900" y="3737894"/>
                          <a:pt x="0" y="3441703"/>
                        </a:cubicBezTo>
                        <a:cubicBezTo>
                          <a:pt x="2900" y="3145512"/>
                          <a:pt x="-22489" y="3148881"/>
                          <a:pt x="0" y="2897914"/>
                        </a:cubicBezTo>
                        <a:cubicBezTo>
                          <a:pt x="22489" y="2646947"/>
                          <a:pt x="-35125" y="2462270"/>
                          <a:pt x="0" y="2161389"/>
                        </a:cubicBezTo>
                        <a:cubicBezTo>
                          <a:pt x="35125" y="1860508"/>
                          <a:pt x="-9974" y="1760704"/>
                          <a:pt x="0" y="1569417"/>
                        </a:cubicBezTo>
                        <a:cubicBezTo>
                          <a:pt x="9974" y="1378130"/>
                          <a:pt x="-36555" y="1042236"/>
                          <a:pt x="0" y="832892"/>
                        </a:cubicBezTo>
                        <a:cubicBezTo>
                          <a:pt x="36555" y="623548"/>
                          <a:pt x="-19396" y="2975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C135EEC-6D39-1EA4-1963-2FCD5B391E4A}"/>
              </a:ext>
            </a:extLst>
          </p:cNvPr>
          <p:cNvSpPr/>
          <p:nvPr/>
        </p:nvSpPr>
        <p:spPr>
          <a:xfrm>
            <a:off x="4572000" y="122914"/>
            <a:ext cx="2806973" cy="11846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13345E1-E4E6-E74F-F78D-B7F1AB2B5636}"/>
              </a:ext>
            </a:extLst>
          </p:cNvPr>
          <p:cNvGrpSpPr/>
          <p:nvPr/>
        </p:nvGrpSpPr>
        <p:grpSpPr>
          <a:xfrm>
            <a:off x="2873596" y="3370464"/>
            <a:ext cx="3353814" cy="1184612"/>
            <a:chOff x="2660962" y="2348866"/>
            <a:chExt cx="3778627" cy="1154361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F0658E3-2924-2552-1A38-2C8CF9B9A83E}"/>
                </a:ext>
              </a:extLst>
            </p:cNvPr>
            <p:cNvCxnSpPr>
              <a:cxnSpLocks/>
            </p:cNvCxnSpPr>
            <p:nvPr/>
          </p:nvCxnSpPr>
          <p:spPr>
            <a:xfrm>
              <a:off x="4547859" y="2720295"/>
              <a:ext cx="1891730" cy="782932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CE590EE-4F58-778A-4ED2-E66CF27BD8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0962" y="2720295"/>
              <a:ext cx="1886897" cy="708705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A584D9E-4D91-88D3-1610-14B0110C201E}"/>
                </a:ext>
              </a:extLst>
            </p:cNvPr>
            <p:cNvSpPr/>
            <p:nvPr/>
          </p:nvSpPr>
          <p:spPr>
            <a:xfrm>
              <a:off x="3119149" y="2902590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3DEB36E-56F6-5829-5BA6-FBB7EA8BB930}"/>
                </a:ext>
              </a:extLst>
            </p:cNvPr>
            <p:cNvSpPr/>
            <p:nvPr/>
          </p:nvSpPr>
          <p:spPr>
            <a:xfrm>
              <a:off x="5360569" y="3007746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DA2EA66-578C-BB71-B17D-30A47043E670}"/>
                </a:ext>
              </a:extLst>
            </p:cNvPr>
            <p:cNvGrpSpPr/>
            <p:nvPr/>
          </p:nvGrpSpPr>
          <p:grpSpPr>
            <a:xfrm>
              <a:off x="3604410" y="2348866"/>
              <a:ext cx="2033641" cy="604204"/>
              <a:chOff x="3818519" y="1128874"/>
              <a:chExt cx="2033641" cy="6042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FF948C87-DC0C-7857-7DCE-A0FAA487209A}"/>
                      </a:ext>
                    </a:extLst>
                  </p:cNvPr>
                  <p:cNvSpPr/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 &lt;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D09315E6-E936-CC4D-6855-1882485C8DF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5EC0ACF-F1ED-D8FB-D7C9-C5E8F37C6E1A}"/>
                  </a:ext>
                </a:extLst>
              </p:cNvPr>
              <p:cNvSpPr txBox="1"/>
              <p:nvPr/>
            </p:nvSpPr>
            <p:spPr>
              <a:xfrm>
                <a:off x="3938445" y="1169366"/>
                <a:ext cx="609414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endParaRPr lang="en-US" sz="2800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A063CBA-A29E-3CC1-B07C-0530DC2973D9}"/>
                  </a:ext>
                </a:extLst>
              </p:cNvPr>
              <p:cNvSpPr txBox="1"/>
              <p:nvPr/>
            </p:nvSpPr>
            <p:spPr>
              <a:xfrm>
                <a:off x="5100839" y="1217548"/>
                <a:ext cx="609414" cy="44987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endParaRPr lang="en-US" sz="2400" dirty="0"/>
              </a:p>
            </p:txBody>
          </p:sp>
        </p:grp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A4B1954E-2A65-8971-2C26-8E37C4C1FFA7}"/>
              </a:ext>
            </a:extLst>
          </p:cNvPr>
          <p:cNvSpPr/>
          <p:nvPr/>
        </p:nvSpPr>
        <p:spPr>
          <a:xfrm>
            <a:off x="1918421" y="122914"/>
            <a:ext cx="2657849" cy="11846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46BC10B-CA2D-4925-8DB6-3EBC046A25F2}"/>
              </a:ext>
            </a:extLst>
          </p:cNvPr>
          <p:cNvSpPr/>
          <p:nvPr/>
        </p:nvSpPr>
        <p:spPr>
          <a:xfrm>
            <a:off x="1843007" y="4560564"/>
            <a:ext cx="1995910" cy="1355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9199E4D-F87F-6873-F4D5-77B53970F85C}"/>
              </a:ext>
            </a:extLst>
          </p:cNvPr>
          <p:cNvSpPr/>
          <p:nvPr/>
        </p:nvSpPr>
        <p:spPr>
          <a:xfrm>
            <a:off x="5250954" y="4460391"/>
            <a:ext cx="2353517" cy="13715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FA4921C2-8F73-1638-9450-855413C66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542" y="211050"/>
            <a:ext cx="4560983" cy="951705"/>
          </a:xfrm>
          <a:prstGeom prst="rect">
            <a:avLst/>
          </a:prstGeom>
        </p:spPr>
      </p:pic>
      <p:pic>
        <p:nvPicPr>
          <p:cNvPr id="5" name="Picture 4" descr="A screenshot of a math table&#10;&#10;Description automatically generated">
            <a:extLst>
              <a:ext uri="{FF2B5EF4-FFF2-40B4-BE49-F238E27FC236}">
                <a16:creationId xmlns:a16="http://schemas.microsoft.com/office/drawing/2014/main" id="{EA8CD7C7-0C8B-90A9-B3F2-0EFBA6C362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94" t="33681" r="1843" b="2634"/>
          <a:stretch/>
        </p:blipFill>
        <p:spPr>
          <a:xfrm>
            <a:off x="2723694" y="1547764"/>
            <a:ext cx="3649328" cy="169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49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49B2A-976D-E9D4-E412-8B0FFEEA8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A1BB565-52F8-6D71-4E20-517D49E630A5}"/>
              </a:ext>
            </a:extLst>
          </p:cNvPr>
          <p:cNvSpPr/>
          <p:nvPr/>
        </p:nvSpPr>
        <p:spPr>
          <a:xfrm>
            <a:off x="93915" y="0"/>
            <a:ext cx="8830850" cy="7644559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49150"/>
                      <a:gd name="connsiteY0" fmla="*/ 0 h 4818384"/>
                      <a:gd name="connsiteX1" fmla="*/ 625424 w 6949150"/>
                      <a:gd name="connsiteY1" fmla="*/ 0 h 4818384"/>
                      <a:gd name="connsiteX2" fmla="*/ 1389830 w 6949150"/>
                      <a:gd name="connsiteY2" fmla="*/ 0 h 4818384"/>
                      <a:gd name="connsiteX3" fmla="*/ 1945762 w 6949150"/>
                      <a:gd name="connsiteY3" fmla="*/ 0 h 4818384"/>
                      <a:gd name="connsiteX4" fmla="*/ 2640677 w 6949150"/>
                      <a:gd name="connsiteY4" fmla="*/ 0 h 4818384"/>
                      <a:gd name="connsiteX5" fmla="*/ 3405084 w 6949150"/>
                      <a:gd name="connsiteY5" fmla="*/ 0 h 4818384"/>
                      <a:gd name="connsiteX6" fmla="*/ 3891524 w 6949150"/>
                      <a:gd name="connsiteY6" fmla="*/ 0 h 4818384"/>
                      <a:gd name="connsiteX7" fmla="*/ 4377965 w 6949150"/>
                      <a:gd name="connsiteY7" fmla="*/ 0 h 4818384"/>
                      <a:gd name="connsiteX8" fmla="*/ 5211863 w 6949150"/>
                      <a:gd name="connsiteY8" fmla="*/ 0 h 4818384"/>
                      <a:gd name="connsiteX9" fmla="*/ 5906778 w 6949150"/>
                      <a:gd name="connsiteY9" fmla="*/ 0 h 4818384"/>
                      <a:gd name="connsiteX10" fmla="*/ 6949150 w 6949150"/>
                      <a:gd name="connsiteY10" fmla="*/ 0 h 4818384"/>
                      <a:gd name="connsiteX11" fmla="*/ 6949150 w 6949150"/>
                      <a:gd name="connsiteY11" fmla="*/ 688341 h 4818384"/>
                      <a:gd name="connsiteX12" fmla="*/ 6949150 w 6949150"/>
                      <a:gd name="connsiteY12" fmla="*/ 1424865 h 4818384"/>
                      <a:gd name="connsiteX13" fmla="*/ 6949150 w 6949150"/>
                      <a:gd name="connsiteY13" fmla="*/ 2016838 h 4818384"/>
                      <a:gd name="connsiteX14" fmla="*/ 6949150 w 6949150"/>
                      <a:gd name="connsiteY14" fmla="*/ 2705178 h 4818384"/>
                      <a:gd name="connsiteX15" fmla="*/ 6949150 w 6949150"/>
                      <a:gd name="connsiteY15" fmla="*/ 3248967 h 4818384"/>
                      <a:gd name="connsiteX16" fmla="*/ 6949150 w 6949150"/>
                      <a:gd name="connsiteY16" fmla="*/ 4033676 h 4818384"/>
                      <a:gd name="connsiteX17" fmla="*/ 6949150 w 6949150"/>
                      <a:gd name="connsiteY17" fmla="*/ 4818384 h 4818384"/>
                      <a:gd name="connsiteX18" fmla="*/ 6115252 w 6949150"/>
                      <a:gd name="connsiteY18" fmla="*/ 4818384 h 4818384"/>
                      <a:gd name="connsiteX19" fmla="*/ 5350846 w 6949150"/>
                      <a:gd name="connsiteY19" fmla="*/ 4818384 h 4818384"/>
                      <a:gd name="connsiteX20" fmla="*/ 4794914 w 6949150"/>
                      <a:gd name="connsiteY20" fmla="*/ 4818384 h 4818384"/>
                      <a:gd name="connsiteX21" fmla="*/ 3961016 w 6949150"/>
                      <a:gd name="connsiteY21" fmla="*/ 4818384 h 4818384"/>
                      <a:gd name="connsiteX22" fmla="*/ 3266101 w 6949150"/>
                      <a:gd name="connsiteY22" fmla="*/ 4818384 h 4818384"/>
                      <a:gd name="connsiteX23" fmla="*/ 2779660 w 6949150"/>
                      <a:gd name="connsiteY23" fmla="*/ 4818384 h 4818384"/>
                      <a:gd name="connsiteX24" fmla="*/ 2084745 w 6949150"/>
                      <a:gd name="connsiteY24" fmla="*/ 4818384 h 4818384"/>
                      <a:gd name="connsiteX25" fmla="*/ 1459321 w 6949150"/>
                      <a:gd name="connsiteY25" fmla="*/ 4818384 h 4818384"/>
                      <a:gd name="connsiteX26" fmla="*/ 833898 w 6949150"/>
                      <a:gd name="connsiteY26" fmla="*/ 4818384 h 4818384"/>
                      <a:gd name="connsiteX27" fmla="*/ 0 w 6949150"/>
                      <a:gd name="connsiteY27" fmla="*/ 4818384 h 4818384"/>
                      <a:gd name="connsiteX28" fmla="*/ 0 w 6949150"/>
                      <a:gd name="connsiteY28" fmla="*/ 4178227 h 4818384"/>
                      <a:gd name="connsiteX29" fmla="*/ 0 w 6949150"/>
                      <a:gd name="connsiteY29" fmla="*/ 3441703 h 4818384"/>
                      <a:gd name="connsiteX30" fmla="*/ 0 w 6949150"/>
                      <a:gd name="connsiteY30" fmla="*/ 2801546 h 4818384"/>
                      <a:gd name="connsiteX31" fmla="*/ 0 w 6949150"/>
                      <a:gd name="connsiteY31" fmla="*/ 2257757 h 4818384"/>
                      <a:gd name="connsiteX32" fmla="*/ 0 w 6949150"/>
                      <a:gd name="connsiteY32" fmla="*/ 1617600 h 4818384"/>
                      <a:gd name="connsiteX33" fmla="*/ 0 w 6949150"/>
                      <a:gd name="connsiteY33" fmla="*/ 881076 h 4818384"/>
                      <a:gd name="connsiteX34" fmla="*/ 0 w 6949150"/>
                      <a:gd name="connsiteY34" fmla="*/ 0 h 4818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949150" h="4818384" fill="none" extrusionOk="0">
                        <a:moveTo>
                          <a:pt x="0" y="0"/>
                        </a:moveTo>
                        <a:cubicBezTo>
                          <a:pt x="199453" y="27968"/>
                          <a:pt x="331957" y="-15931"/>
                          <a:pt x="625424" y="0"/>
                        </a:cubicBezTo>
                        <a:cubicBezTo>
                          <a:pt x="918891" y="15931"/>
                          <a:pt x="1038506" y="12699"/>
                          <a:pt x="1389830" y="0"/>
                        </a:cubicBezTo>
                        <a:cubicBezTo>
                          <a:pt x="1741154" y="-12699"/>
                          <a:pt x="1762000" y="-17208"/>
                          <a:pt x="1945762" y="0"/>
                        </a:cubicBezTo>
                        <a:cubicBezTo>
                          <a:pt x="2129524" y="17208"/>
                          <a:pt x="2453772" y="22823"/>
                          <a:pt x="2640677" y="0"/>
                        </a:cubicBezTo>
                        <a:cubicBezTo>
                          <a:pt x="2827583" y="-22823"/>
                          <a:pt x="3242652" y="-31152"/>
                          <a:pt x="3405084" y="0"/>
                        </a:cubicBezTo>
                        <a:cubicBezTo>
                          <a:pt x="3567516" y="31152"/>
                          <a:pt x="3697218" y="22391"/>
                          <a:pt x="3891524" y="0"/>
                        </a:cubicBezTo>
                        <a:cubicBezTo>
                          <a:pt x="4085830" y="-22391"/>
                          <a:pt x="4147311" y="-19629"/>
                          <a:pt x="4377965" y="0"/>
                        </a:cubicBezTo>
                        <a:cubicBezTo>
                          <a:pt x="4608619" y="19629"/>
                          <a:pt x="4801188" y="-26337"/>
                          <a:pt x="5211863" y="0"/>
                        </a:cubicBezTo>
                        <a:cubicBezTo>
                          <a:pt x="5622538" y="26337"/>
                          <a:pt x="5743011" y="-9254"/>
                          <a:pt x="5906778" y="0"/>
                        </a:cubicBezTo>
                        <a:cubicBezTo>
                          <a:pt x="6070546" y="9254"/>
                          <a:pt x="6641194" y="43359"/>
                          <a:pt x="6949150" y="0"/>
                        </a:cubicBezTo>
                        <a:cubicBezTo>
                          <a:pt x="6949183" y="320118"/>
                          <a:pt x="6972420" y="379113"/>
                          <a:pt x="6949150" y="688341"/>
                        </a:cubicBezTo>
                        <a:cubicBezTo>
                          <a:pt x="6925880" y="997569"/>
                          <a:pt x="6929620" y="1190441"/>
                          <a:pt x="6949150" y="1424865"/>
                        </a:cubicBezTo>
                        <a:cubicBezTo>
                          <a:pt x="6968680" y="1659289"/>
                          <a:pt x="6932270" y="1765655"/>
                          <a:pt x="6949150" y="2016838"/>
                        </a:cubicBezTo>
                        <a:cubicBezTo>
                          <a:pt x="6966030" y="2268021"/>
                          <a:pt x="6980942" y="2551450"/>
                          <a:pt x="6949150" y="2705178"/>
                        </a:cubicBezTo>
                        <a:cubicBezTo>
                          <a:pt x="6917358" y="2858906"/>
                          <a:pt x="6950794" y="3026774"/>
                          <a:pt x="6949150" y="3248967"/>
                        </a:cubicBezTo>
                        <a:cubicBezTo>
                          <a:pt x="6947506" y="3471160"/>
                          <a:pt x="6938533" y="3657900"/>
                          <a:pt x="6949150" y="4033676"/>
                        </a:cubicBezTo>
                        <a:cubicBezTo>
                          <a:pt x="6959767" y="4409452"/>
                          <a:pt x="6986141" y="4542315"/>
                          <a:pt x="6949150" y="4818384"/>
                        </a:cubicBezTo>
                        <a:cubicBezTo>
                          <a:pt x="6617309" y="4859611"/>
                          <a:pt x="6293522" y="4816506"/>
                          <a:pt x="6115252" y="4818384"/>
                        </a:cubicBezTo>
                        <a:cubicBezTo>
                          <a:pt x="5936982" y="4820262"/>
                          <a:pt x="5664078" y="4823527"/>
                          <a:pt x="5350846" y="4818384"/>
                        </a:cubicBezTo>
                        <a:cubicBezTo>
                          <a:pt x="5037614" y="4813241"/>
                          <a:pt x="5040058" y="4838462"/>
                          <a:pt x="4794914" y="4818384"/>
                        </a:cubicBezTo>
                        <a:cubicBezTo>
                          <a:pt x="4549770" y="4798306"/>
                          <a:pt x="4267003" y="4778725"/>
                          <a:pt x="3961016" y="4818384"/>
                        </a:cubicBezTo>
                        <a:cubicBezTo>
                          <a:pt x="3655029" y="4858043"/>
                          <a:pt x="3581121" y="4843625"/>
                          <a:pt x="3266101" y="4818384"/>
                        </a:cubicBezTo>
                        <a:cubicBezTo>
                          <a:pt x="2951082" y="4793143"/>
                          <a:pt x="2958204" y="4811321"/>
                          <a:pt x="2779660" y="4818384"/>
                        </a:cubicBezTo>
                        <a:cubicBezTo>
                          <a:pt x="2601116" y="4825447"/>
                          <a:pt x="2410108" y="4830485"/>
                          <a:pt x="2084745" y="4818384"/>
                        </a:cubicBezTo>
                        <a:cubicBezTo>
                          <a:pt x="1759383" y="4806283"/>
                          <a:pt x="1592447" y="4829536"/>
                          <a:pt x="1459321" y="4818384"/>
                        </a:cubicBezTo>
                        <a:cubicBezTo>
                          <a:pt x="1326195" y="4807232"/>
                          <a:pt x="961699" y="4831668"/>
                          <a:pt x="833898" y="4818384"/>
                        </a:cubicBezTo>
                        <a:cubicBezTo>
                          <a:pt x="706097" y="4805100"/>
                          <a:pt x="405567" y="4783198"/>
                          <a:pt x="0" y="4818384"/>
                        </a:cubicBezTo>
                        <a:cubicBezTo>
                          <a:pt x="19912" y="4646829"/>
                          <a:pt x="-5787" y="4461033"/>
                          <a:pt x="0" y="4178227"/>
                        </a:cubicBezTo>
                        <a:cubicBezTo>
                          <a:pt x="5787" y="3895421"/>
                          <a:pt x="-8170" y="3635904"/>
                          <a:pt x="0" y="3441703"/>
                        </a:cubicBezTo>
                        <a:cubicBezTo>
                          <a:pt x="8170" y="3247502"/>
                          <a:pt x="29553" y="3060983"/>
                          <a:pt x="0" y="2801546"/>
                        </a:cubicBezTo>
                        <a:cubicBezTo>
                          <a:pt x="-29553" y="2542109"/>
                          <a:pt x="-10963" y="2468313"/>
                          <a:pt x="0" y="2257757"/>
                        </a:cubicBezTo>
                        <a:cubicBezTo>
                          <a:pt x="10963" y="2047201"/>
                          <a:pt x="-3041" y="1911395"/>
                          <a:pt x="0" y="1617600"/>
                        </a:cubicBezTo>
                        <a:cubicBezTo>
                          <a:pt x="3041" y="1323805"/>
                          <a:pt x="-11315" y="1095814"/>
                          <a:pt x="0" y="881076"/>
                        </a:cubicBezTo>
                        <a:cubicBezTo>
                          <a:pt x="11315" y="666338"/>
                          <a:pt x="29315" y="207175"/>
                          <a:pt x="0" y="0"/>
                        </a:cubicBezTo>
                        <a:close/>
                      </a:path>
                      <a:path w="6949150" h="4818384" stroke="0" extrusionOk="0">
                        <a:moveTo>
                          <a:pt x="0" y="0"/>
                        </a:moveTo>
                        <a:cubicBezTo>
                          <a:pt x="146200" y="22868"/>
                          <a:pt x="365499" y="-28243"/>
                          <a:pt x="625424" y="0"/>
                        </a:cubicBezTo>
                        <a:cubicBezTo>
                          <a:pt x="885349" y="28243"/>
                          <a:pt x="983698" y="-477"/>
                          <a:pt x="1111864" y="0"/>
                        </a:cubicBezTo>
                        <a:cubicBezTo>
                          <a:pt x="1240030" y="477"/>
                          <a:pt x="1701706" y="36578"/>
                          <a:pt x="1945762" y="0"/>
                        </a:cubicBezTo>
                        <a:cubicBezTo>
                          <a:pt x="2189818" y="-36578"/>
                          <a:pt x="2398117" y="26334"/>
                          <a:pt x="2571186" y="0"/>
                        </a:cubicBezTo>
                        <a:cubicBezTo>
                          <a:pt x="2744255" y="-26334"/>
                          <a:pt x="3002758" y="18302"/>
                          <a:pt x="3196609" y="0"/>
                        </a:cubicBezTo>
                        <a:cubicBezTo>
                          <a:pt x="3390460" y="-18302"/>
                          <a:pt x="3698572" y="31177"/>
                          <a:pt x="4030507" y="0"/>
                        </a:cubicBezTo>
                        <a:cubicBezTo>
                          <a:pt x="4362442" y="-31177"/>
                          <a:pt x="4465277" y="22923"/>
                          <a:pt x="4586439" y="0"/>
                        </a:cubicBezTo>
                        <a:cubicBezTo>
                          <a:pt x="4707601" y="-22923"/>
                          <a:pt x="5198495" y="-38705"/>
                          <a:pt x="5420337" y="0"/>
                        </a:cubicBezTo>
                        <a:cubicBezTo>
                          <a:pt x="5642179" y="38705"/>
                          <a:pt x="5986868" y="-30977"/>
                          <a:pt x="6254235" y="0"/>
                        </a:cubicBezTo>
                        <a:cubicBezTo>
                          <a:pt x="6521602" y="30977"/>
                          <a:pt x="6769056" y="6956"/>
                          <a:pt x="6949150" y="0"/>
                        </a:cubicBezTo>
                        <a:cubicBezTo>
                          <a:pt x="6959426" y="164551"/>
                          <a:pt x="6921543" y="599167"/>
                          <a:pt x="6949150" y="784708"/>
                        </a:cubicBezTo>
                        <a:cubicBezTo>
                          <a:pt x="6976757" y="970249"/>
                          <a:pt x="6975765" y="1236385"/>
                          <a:pt x="6949150" y="1521233"/>
                        </a:cubicBezTo>
                        <a:cubicBezTo>
                          <a:pt x="6922535" y="1806082"/>
                          <a:pt x="6946650" y="1849215"/>
                          <a:pt x="6949150" y="2065022"/>
                        </a:cubicBezTo>
                        <a:cubicBezTo>
                          <a:pt x="6951650" y="2280829"/>
                          <a:pt x="6959006" y="2489256"/>
                          <a:pt x="6949150" y="2753362"/>
                        </a:cubicBezTo>
                        <a:cubicBezTo>
                          <a:pt x="6939294" y="3017468"/>
                          <a:pt x="6981475" y="3226890"/>
                          <a:pt x="6949150" y="3441703"/>
                        </a:cubicBezTo>
                        <a:cubicBezTo>
                          <a:pt x="6916825" y="3656516"/>
                          <a:pt x="6945646" y="3819636"/>
                          <a:pt x="6949150" y="4130043"/>
                        </a:cubicBezTo>
                        <a:cubicBezTo>
                          <a:pt x="6952654" y="4440450"/>
                          <a:pt x="6926241" y="4670275"/>
                          <a:pt x="6949150" y="4818384"/>
                        </a:cubicBezTo>
                        <a:cubicBezTo>
                          <a:pt x="6691040" y="4838361"/>
                          <a:pt x="6385136" y="4789243"/>
                          <a:pt x="6184744" y="4818384"/>
                        </a:cubicBezTo>
                        <a:cubicBezTo>
                          <a:pt x="5984352" y="4847525"/>
                          <a:pt x="5916473" y="4838406"/>
                          <a:pt x="5698303" y="4818384"/>
                        </a:cubicBezTo>
                        <a:cubicBezTo>
                          <a:pt x="5480133" y="4798362"/>
                          <a:pt x="5314856" y="4814191"/>
                          <a:pt x="5142371" y="4818384"/>
                        </a:cubicBezTo>
                        <a:cubicBezTo>
                          <a:pt x="4969886" y="4822577"/>
                          <a:pt x="4660294" y="4823722"/>
                          <a:pt x="4308473" y="4818384"/>
                        </a:cubicBezTo>
                        <a:cubicBezTo>
                          <a:pt x="3956652" y="4813046"/>
                          <a:pt x="3959459" y="4791660"/>
                          <a:pt x="3613558" y="4818384"/>
                        </a:cubicBezTo>
                        <a:cubicBezTo>
                          <a:pt x="3267658" y="4845108"/>
                          <a:pt x="3208829" y="4791710"/>
                          <a:pt x="3057626" y="4818384"/>
                        </a:cubicBezTo>
                        <a:cubicBezTo>
                          <a:pt x="2906423" y="4845058"/>
                          <a:pt x="2615361" y="4832209"/>
                          <a:pt x="2362711" y="4818384"/>
                        </a:cubicBezTo>
                        <a:cubicBezTo>
                          <a:pt x="2110062" y="4804559"/>
                          <a:pt x="2009281" y="4834034"/>
                          <a:pt x="1876271" y="4818384"/>
                        </a:cubicBezTo>
                        <a:cubicBezTo>
                          <a:pt x="1743261" y="4802734"/>
                          <a:pt x="1591957" y="4800660"/>
                          <a:pt x="1389830" y="4818384"/>
                        </a:cubicBezTo>
                        <a:cubicBezTo>
                          <a:pt x="1187703" y="4836108"/>
                          <a:pt x="954300" y="4852725"/>
                          <a:pt x="694915" y="4818384"/>
                        </a:cubicBezTo>
                        <a:cubicBezTo>
                          <a:pt x="435531" y="4784043"/>
                          <a:pt x="333677" y="4795989"/>
                          <a:pt x="0" y="4818384"/>
                        </a:cubicBezTo>
                        <a:cubicBezTo>
                          <a:pt x="-26012" y="4528465"/>
                          <a:pt x="-7968" y="4278957"/>
                          <a:pt x="0" y="4081860"/>
                        </a:cubicBezTo>
                        <a:cubicBezTo>
                          <a:pt x="7968" y="3884763"/>
                          <a:pt x="-2900" y="3737894"/>
                          <a:pt x="0" y="3441703"/>
                        </a:cubicBezTo>
                        <a:cubicBezTo>
                          <a:pt x="2900" y="3145512"/>
                          <a:pt x="-22489" y="3148881"/>
                          <a:pt x="0" y="2897914"/>
                        </a:cubicBezTo>
                        <a:cubicBezTo>
                          <a:pt x="22489" y="2646947"/>
                          <a:pt x="-35125" y="2462270"/>
                          <a:pt x="0" y="2161389"/>
                        </a:cubicBezTo>
                        <a:cubicBezTo>
                          <a:pt x="35125" y="1860508"/>
                          <a:pt x="-9974" y="1760704"/>
                          <a:pt x="0" y="1569417"/>
                        </a:cubicBezTo>
                        <a:cubicBezTo>
                          <a:pt x="9974" y="1378130"/>
                          <a:pt x="-36555" y="1042236"/>
                          <a:pt x="0" y="832892"/>
                        </a:cubicBezTo>
                        <a:cubicBezTo>
                          <a:pt x="36555" y="623548"/>
                          <a:pt x="-19396" y="2975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79D2E32-5D65-7E4B-A6CD-CC60483CDE68}"/>
              </a:ext>
            </a:extLst>
          </p:cNvPr>
          <p:cNvGrpSpPr/>
          <p:nvPr/>
        </p:nvGrpSpPr>
        <p:grpSpPr>
          <a:xfrm>
            <a:off x="2834578" y="2739322"/>
            <a:ext cx="3353814" cy="1184612"/>
            <a:chOff x="2660962" y="2348866"/>
            <a:chExt cx="3778627" cy="1154361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F084282-4F4D-8E42-9EEC-BB4B67B34564}"/>
                </a:ext>
              </a:extLst>
            </p:cNvPr>
            <p:cNvCxnSpPr>
              <a:cxnSpLocks/>
            </p:cNvCxnSpPr>
            <p:nvPr/>
          </p:nvCxnSpPr>
          <p:spPr>
            <a:xfrm>
              <a:off x="4547859" y="2720295"/>
              <a:ext cx="1891730" cy="782932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D0BA392-9D80-97BD-242D-A69EA94B91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0962" y="2720295"/>
              <a:ext cx="1886897" cy="708705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4FC4662-79DC-EB12-D1B5-CD55EB95F4E6}"/>
                </a:ext>
              </a:extLst>
            </p:cNvPr>
            <p:cNvSpPr/>
            <p:nvPr/>
          </p:nvSpPr>
          <p:spPr>
            <a:xfrm>
              <a:off x="3119149" y="2902590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73E2B38-4571-CC9C-F41B-BA43FEB93CA2}"/>
                </a:ext>
              </a:extLst>
            </p:cNvPr>
            <p:cNvSpPr/>
            <p:nvPr/>
          </p:nvSpPr>
          <p:spPr>
            <a:xfrm>
              <a:off x="5360569" y="3007746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2753FE0-C128-B5DA-F33A-2FA5247ED6E1}"/>
                </a:ext>
              </a:extLst>
            </p:cNvPr>
            <p:cNvGrpSpPr/>
            <p:nvPr/>
          </p:nvGrpSpPr>
          <p:grpSpPr>
            <a:xfrm>
              <a:off x="3604409" y="2348866"/>
              <a:ext cx="2101005" cy="604204"/>
              <a:chOff x="3818518" y="1128874"/>
              <a:chExt cx="2101005" cy="6042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F9D83146-3AE3-A1D9-D9E9-85385A8CE3FE}"/>
                      </a:ext>
                    </a:extLst>
                  </p:cNvPr>
                  <p:cNvSpPr/>
                  <p:nvPr/>
                </p:nvSpPr>
                <p:spPr>
                  <a:xfrm>
                    <a:off x="3818518" y="1128874"/>
                    <a:ext cx="2101005" cy="604204"/>
                  </a:xfrm>
                  <a:prstGeom prst="round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F9D83146-3AE3-A1D9-D9E9-85385A8CE3F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8518" y="1128874"/>
                    <a:ext cx="2101005" cy="604204"/>
                  </a:xfrm>
                  <a:prstGeom prst="round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9B2CED40-1C83-C1C7-DEF8-705610A6760F}"/>
                      </a:ext>
                    </a:extLst>
                  </p:cNvPr>
                  <p:cNvSpPr txBox="1"/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9B2CED40-1C83-C1C7-DEF8-705610A676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449FA1B-ED25-B157-59E0-1E8DD159A551}"/>
                  </a:ext>
                </a:extLst>
              </p:cNvPr>
              <p:cNvSpPr txBox="1"/>
              <p:nvPr/>
            </p:nvSpPr>
            <p:spPr>
              <a:xfrm>
                <a:off x="5033120" y="1206038"/>
                <a:ext cx="751321" cy="44987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182</a:t>
                </a:r>
              </a:p>
            </p:txBody>
          </p:sp>
        </p:grp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66EA8D77-A763-60EF-7938-0C7A65A4B4F2}"/>
              </a:ext>
            </a:extLst>
          </p:cNvPr>
          <p:cNvSpPr/>
          <p:nvPr/>
        </p:nvSpPr>
        <p:spPr>
          <a:xfrm>
            <a:off x="1024568" y="3870187"/>
            <a:ext cx="3423457" cy="1355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FFEC3FE-87EA-FDB7-19E4-F49EE261F44B}"/>
              </a:ext>
            </a:extLst>
          </p:cNvPr>
          <p:cNvSpPr/>
          <p:nvPr/>
        </p:nvSpPr>
        <p:spPr>
          <a:xfrm>
            <a:off x="5509637" y="3870187"/>
            <a:ext cx="2824264" cy="13559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12353384-DCD8-A772-6DBC-F011D676AE01}"/>
                  </a:ext>
                </a:extLst>
              </p:cNvPr>
              <p:cNvSpPr/>
              <p:nvPr/>
            </p:nvSpPr>
            <p:spPr>
              <a:xfrm>
                <a:off x="2238241" y="5121616"/>
                <a:ext cx="908387" cy="53804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21D389C0-CD0C-25F6-AA59-5F01235458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241" y="5121616"/>
                <a:ext cx="908387" cy="53804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878DF648-1133-E7FF-05E7-22E3FC579B5D}"/>
              </a:ext>
            </a:extLst>
          </p:cNvPr>
          <p:cNvSpPr/>
          <p:nvPr/>
        </p:nvSpPr>
        <p:spPr>
          <a:xfrm>
            <a:off x="4629023" y="91542"/>
            <a:ext cx="2557790" cy="9866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C97692-800D-B635-54F5-176A4ABF325D}"/>
              </a:ext>
            </a:extLst>
          </p:cNvPr>
          <p:cNvSpPr/>
          <p:nvPr/>
        </p:nvSpPr>
        <p:spPr>
          <a:xfrm>
            <a:off x="2207119" y="78186"/>
            <a:ext cx="2421904" cy="9866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A9086D74-1B72-1A90-336D-E52A285BC0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0790" y="141968"/>
            <a:ext cx="4156091" cy="867219"/>
          </a:xfrm>
          <a:prstGeom prst="rect">
            <a:avLst/>
          </a:prstGeom>
        </p:spPr>
      </p:pic>
      <p:pic>
        <p:nvPicPr>
          <p:cNvPr id="5" name="Picture 4" descr="A screenshot of a math table&#10;&#10;Description automatically generated">
            <a:extLst>
              <a:ext uri="{FF2B5EF4-FFF2-40B4-BE49-F238E27FC236}">
                <a16:creationId xmlns:a16="http://schemas.microsoft.com/office/drawing/2014/main" id="{79A1339F-7FA5-8A02-0C7B-6D399A8B0B1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894" t="33681" r="1843" b="2634"/>
          <a:stretch/>
        </p:blipFill>
        <p:spPr>
          <a:xfrm>
            <a:off x="2966339" y="1103791"/>
            <a:ext cx="3325367" cy="154402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2361213-FD43-D114-03FF-D6D6C23402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813296"/>
              </p:ext>
            </p:extLst>
          </p:nvPr>
        </p:nvGraphicFramePr>
        <p:xfrm>
          <a:off x="1554116" y="4000219"/>
          <a:ext cx="2364360" cy="1098972"/>
        </p:xfrm>
        <a:graphic>
          <a:graphicData uri="http://schemas.openxmlformats.org/drawingml/2006/table">
            <a:tbl>
              <a:tblPr/>
              <a:tblGrid>
                <a:gridCol w="295545">
                  <a:extLst>
                    <a:ext uri="{9D8B030D-6E8A-4147-A177-3AD203B41FA5}">
                      <a16:colId xmlns:a16="http://schemas.microsoft.com/office/drawing/2014/main" val="3311014754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86923966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1361525296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4028492081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1170712134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1726792157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977039049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2677498887"/>
                    </a:ext>
                  </a:extLst>
                </a:gridCol>
              </a:tblGrid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600815"/>
                  </a:ext>
                </a:extLst>
              </a:tr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561882"/>
                  </a:ext>
                </a:extLst>
              </a:tr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350296"/>
                  </a:ext>
                </a:extLst>
              </a:tr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51640"/>
                  </a:ext>
                </a:extLst>
              </a:tr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489697"/>
                  </a:ext>
                </a:extLst>
              </a:tr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18814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7965A00-DDE5-FB8E-97B1-2885F0EBC7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813151"/>
              </p:ext>
            </p:extLst>
          </p:nvPr>
        </p:nvGraphicFramePr>
        <p:xfrm>
          <a:off x="6062802" y="3971410"/>
          <a:ext cx="1679052" cy="1178160"/>
        </p:xfrm>
        <a:graphic>
          <a:graphicData uri="http://schemas.openxmlformats.org/drawingml/2006/table">
            <a:tbl>
              <a:tblPr/>
              <a:tblGrid>
                <a:gridCol w="279842">
                  <a:extLst>
                    <a:ext uri="{9D8B030D-6E8A-4147-A177-3AD203B41FA5}">
                      <a16:colId xmlns:a16="http://schemas.microsoft.com/office/drawing/2014/main" val="2858835377"/>
                    </a:ext>
                  </a:extLst>
                </a:gridCol>
                <a:gridCol w="279842">
                  <a:extLst>
                    <a:ext uri="{9D8B030D-6E8A-4147-A177-3AD203B41FA5}">
                      <a16:colId xmlns:a16="http://schemas.microsoft.com/office/drawing/2014/main" val="1591634032"/>
                    </a:ext>
                  </a:extLst>
                </a:gridCol>
                <a:gridCol w="279842">
                  <a:extLst>
                    <a:ext uri="{9D8B030D-6E8A-4147-A177-3AD203B41FA5}">
                      <a16:colId xmlns:a16="http://schemas.microsoft.com/office/drawing/2014/main" val="4089445635"/>
                    </a:ext>
                  </a:extLst>
                </a:gridCol>
                <a:gridCol w="279842">
                  <a:extLst>
                    <a:ext uri="{9D8B030D-6E8A-4147-A177-3AD203B41FA5}">
                      <a16:colId xmlns:a16="http://schemas.microsoft.com/office/drawing/2014/main" val="2396849876"/>
                    </a:ext>
                  </a:extLst>
                </a:gridCol>
                <a:gridCol w="279842">
                  <a:extLst>
                    <a:ext uri="{9D8B030D-6E8A-4147-A177-3AD203B41FA5}">
                      <a16:colId xmlns:a16="http://schemas.microsoft.com/office/drawing/2014/main" val="3534556557"/>
                    </a:ext>
                  </a:extLst>
                </a:gridCol>
                <a:gridCol w="279842">
                  <a:extLst>
                    <a:ext uri="{9D8B030D-6E8A-4147-A177-3AD203B41FA5}">
                      <a16:colId xmlns:a16="http://schemas.microsoft.com/office/drawing/2014/main" val="2622331439"/>
                    </a:ext>
                  </a:extLst>
                </a:gridCol>
              </a:tblGrid>
              <a:tr h="196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076519"/>
                  </a:ext>
                </a:extLst>
              </a:tr>
              <a:tr h="196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150584"/>
                  </a:ext>
                </a:extLst>
              </a:tr>
              <a:tr h="196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98978"/>
                  </a:ext>
                </a:extLst>
              </a:tr>
              <a:tr h="196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803025"/>
                  </a:ext>
                </a:extLst>
              </a:tr>
              <a:tr h="196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346352"/>
                  </a:ext>
                </a:extLst>
              </a:tr>
              <a:tr h="1963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108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0762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BB21E-B4C0-644A-CB91-A1CDE3A6A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08479F-95B1-15C5-398F-57B20901A4A9}"/>
              </a:ext>
            </a:extLst>
          </p:cNvPr>
          <p:cNvSpPr/>
          <p:nvPr/>
        </p:nvSpPr>
        <p:spPr>
          <a:xfrm>
            <a:off x="98328" y="86593"/>
            <a:ext cx="8947343" cy="6657654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49150"/>
                      <a:gd name="connsiteY0" fmla="*/ 0 h 4818384"/>
                      <a:gd name="connsiteX1" fmla="*/ 625424 w 6949150"/>
                      <a:gd name="connsiteY1" fmla="*/ 0 h 4818384"/>
                      <a:gd name="connsiteX2" fmla="*/ 1389830 w 6949150"/>
                      <a:gd name="connsiteY2" fmla="*/ 0 h 4818384"/>
                      <a:gd name="connsiteX3" fmla="*/ 1945762 w 6949150"/>
                      <a:gd name="connsiteY3" fmla="*/ 0 h 4818384"/>
                      <a:gd name="connsiteX4" fmla="*/ 2640677 w 6949150"/>
                      <a:gd name="connsiteY4" fmla="*/ 0 h 4818384"/>
                      <a:gd name="connsiteX5" fmla="*/ 3405084 w 6949150"/>
                      <a:gd name="connsiteY5" fmla="*/ 0 h 4818384"/>
                      <a:gd name="connsiteX6" fmla="*/ 3891524 w 6949150"/>
                      <a:gd name="connsiteY6" fmla="*/ 0 h 4818384"/>
                      <a:gd name="connsiteX7" fmla="*/ 4377965 w 6949150"/>
                      <a:gd name="connsiteY7" fmla="*/ 0 h 4818384"/>
                      <a:gd name="connsiteX8" fmla="*/ 5211863 w 6949150"/>
                      <a:gd name="connsiteY8" fmla="*/ 0 h 4818384"/>
                      <a:gd name="connsiteX9" fmla="*/ 5906778 w 6949150"/>
                      <a:gd name="connsiteY9" fmla="*/ 0 h 4818384"/>
                      <a:gd name="connsiteX10" fmla="*/ 6949150 w 6949150"/>
                      <a:gd name="connsiteY10" fmla="*/ 0 h 4818384"/>
                      <a:gd name="connsiteX11" fmla="*/ 6949150 w 6949150"/>
                      <a:gd name="connsiteY11" fmla="*/ 688341 h 4818384"/>
                      <a:gd name="connsiteX12" fmla="*/ 6949150 w 6949150"/>
                      <a:gd name="connsiteY12" fmla="*/ 1424865 h 4818384"/>
                      <a:gd name="connsiteX13" fmla="*/ 6949150 w 6949150"/>
                      <a:gd name="connsiteY13" fmla="*/ 2016838 h 4818384"/>
                      <a:gd name="connsiteX14" fmla="*/ 6949150 w 6949150"/>
                      <a:gd name="connsiteY14" fmla="*/ 2705178 h 4818384"/>
                      <a:gd name="connsiteX15" fmla="*/ 6949150 w 6949150"/>
                      <a:gd name="connsiteY15" fmla="*/ 3248967 h 4818384"/>
                      <a:gd name="connsiteX16" fmla="*/ 6949150 w 6949150"/>
                      <a:gd name="connsiteY16" fmla="*/ 4033676 h 4818384"/>
                      <a:gd name="connsiteX17" fmla="*/ 6949150 w 6949150"/>
                      <a:gd name="connsiteY17" fmla="*/ 4818384 h 4818384"/>
                      <a:gd name="connsiteX18" fmla="*/ 6115252 w 6949150"/>
                      <a:gd name="connsiteY18" fmla="*/ 4818384 h 4818384"/>
                      <a:gd name="connsiteX19" fmla="*/ 5350846 w 6949150"/>
                      <a:gd name="connsiteY19" fmla="*/ 4818384 h 4818384"/>
                      <a:gd name="connsiteX20" fmla="*/ 4794914 w 6949150"/>
                      <a:gd name="connsiteY20" fmla="*/ 4818384 h 4818384"/>
                      <a:gd name="connsiteX21" fmla="*/ 3961016 w 6949150"/>
                      <a:gd name="connsiteY21" fmla="*/ 4818384 h 4818384"/>
                      <a:gd name="connsiteX22" fmla="*/ 3266101 w 6949150"/>
                      <a:gd name="connsiteY22" fmla="*/ 4818384 h 4818384"/>
                      <a:gd name="connsiteX23" fmla="*/ 2779660 w 6949150"/>
                      <a:gd name="connsiteY23" fmla="*/ 4818384 h 4818384"/>
                      <a:gd name="connsiteX24" fmla="*/ 2084745 w 6949150"/>
                      <a:gd name="connsiteY24" fmla="*/ 4818384 h 4818384"/>
                      <a:gd name="connsiteX25" fmla="*/ 1459321 w 6949150"/>
                      <a:gd name="connsiteY25" fmla="*/ 4818384 h 4818384"/>
                      <a:gd name="connsiteX26" fmla="*/ 833898 w 6949150"/>
                      <a:gd name="connsiteY26" fmla="*/ 4818384 h 4818384"/>
                      <a:gd name="connsiteX27" fmla="*/ 0 w 6949150"/>
                      <a:gd name="connsiteY27" fmla="*/ 4818384 h 4818384"/>
                      <a:gd name="connsiteX28" fmla="*/ 0 w 6949150"/>
                      <a:gd name="connsiteY28" fmla="*/ 4178227 h 4818384"/>
                      <a:gd name="connsiteX29" fmla="*/ 0 w 6949150"/>
                      <a:gd name="connsiteY29" fmla="*/ 3441703 h 4818384"/>
                      <a:gd name="connsiteX30" fmla="*/ 0 w 6949150"/>
                      <a:gd name="connsiteY30" fmla="*/ 2801546 h 4818384"/>
                      <a:gd name="connsiteX31" fmla="*/ 0 w 6949150"/>
                      <a:gd name="connsiteY31" fmla="*/ 2257757 h 4818384"/>
                      <a:gd name="connsiteX32" fmla="*/ 0 w 6949150"/>
                      <a:gd name="connsiteY32" fmla="*/ 1617600 h 4818384"/>
                      <a:gd name="connsiteX33" fmla="*/ 0 w 6949150"/>
                      <a:gd name="connsiteY33" fmla="*/ 881076 h 4818384"/>
                      <a:gd name="connsiteX34" fmla="*/ 0 w 6949150"/>
                      <a:gd name="connsiteY34" fmla="*/ 0 h 4818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949150" h="4818384" fill="none" extrusionOk="0">
                        <a:moveTo>
                          <a:pt x="0" y="0"/>
                        </a:moveTo>
                        <a:cubicBezTo>
                          <a:pt x="199453" y="27968"/>
                          <a:pt x="331957" y="-15931"/>
                          <a:pt x="625424" y="0"/>
                        </a:cubicBezTo>
                        <a:cubicBezTo>
                          <a:pt x="918891" y="15931"/>
                          <a:pt x="1038506" y="12699"/>
                          <a:pt x="1389830" y="0"/>
                        </a:cubicBezTo>
                        <a:cubicBezTo>
                          <a:pt x="1741154" y="-12699"/>
                          <a:pt x="1762000" y="-17208"/>
                          <a:pt x="1945762" y="0"/>
                        </a:cubicBezTo>
                        <a:cubicBezTo>
                          <a:pt x="2129524" y="17208"/>
                          <a:pt x="2453772" y="22823"/>
                          <a:pt x="2640677" y="0"/>
                        </a:cubicBezTo>
                        <a:cubicBezTo>
                          <a:pt x="2827583" y="-22823"/>
                          <a:pt x="3242652" y="-31152"/>
                          <a:pt x="3405084" y="0"/>
                        </a:cubicBezTo>
                        <a:cubicBezTo>
                          <a:pt x="3567516" y="31152"/>
                          <a:pt x="3697218" y="22391"/>
                          <a:pt x="3891524" y="0"/>
                        </a:cubicBezTo>
                        <a:cubicBezTo>
                          <a:pt x="4085830" y="-22391"/>
                          <a:pt x="4147311" y="-19629"/>
                          <a:pt x="4377965" y="0"/>
                        </a:cubicBezTo>
                        <a:cubicBezTo>
                          <a:pt x="4608619" y="19629"/>
                          <a:pt x="4801188" y="-26337"/>
                          <a:pt x="5211863" y="0"/>
                        </a:cubicBezTo>
                        <a:cubicBezTo>
                          <a:pt x="5622538" y="26337"/>
                          <a:pt x="5743011" y="-9254"/>
                          <a:pt x="5906778" y="0"/>
                        </a:cubicBezTo>
                        <a:cubicBezTo>
                          <a:pt x="6070546" y="9254"/>
                          <a:pt x="6641194" y="43359"/>
                          <a:pt x="6949150" y="0"/>
                        </a:cubicBezTo>
                        <a:cubicBezTo>
                          <a:pt x="6949183" y="320118"/>
                          <a:pt x="6972420" y="379113"/>
                          <a:pt x="6949150" y="688341"/>
                        </a:cubicBezTo>
                        <a:cubicBezTo>
                          <a:pt x="6925880" y="997569"/>
                          <a:pt x="6929620" y="1190441"/>
                          <a:pt x="6949150" y="1424865"/>
                        </a:cubicBezTo>
                        <a:cubicBezTo>
                          <a:pt x="6968680" y="1659289"/>
                          <a:pt x="6932270" y="1765655"/>
                          <a:pt x="6949150" y="2016838"/>
                        </a:cubicBezTo>
                        <a:cubicBezTo>
                          <a:pt x="6966030" y="2268021"/>
                          <a:pt x="6980942" y="2551450"/>
                          <a:pt x="6949150" y="2705178"/>
                        </a:cubicBezTo>
                        <a:cubicBezTo>
                          <a:pt x="6917358" y="2858906"/>
                          <a:pt x="6950794" y="3026774"/>
                          <a:pt x="6949150" y="3248967"/>
                        </a:cubicBezTo>
                        <a:cubicBezTo>
                          <a:pt x="6947506" y="3471160"/>
                          <a:pt x="6938533" y="3657900"/>
                          <a:pt x="6949150" y="4033676"/>
                        </a:cubicBezTo>
                        <a:cubicBezTo>
                          <a:pt x="6959767" y="4409452"/>
                          <a:pt x="6986141" y="4542315"/>
                          <a:pt x="6949150" y="4818384"/>
                        </a:cubicBezTo>
                        <a:cubicBezTo>
                          <a:pt x="6617309" y="4859611"/>
                          <a:pt x="6293522" y="4816506"/>
                          <a:pt x="6115252" y="4818384"/>
                        </a:cubicBezTo>
                        <a:cubicBezTo>
                          <a:pt x="5936982" y="4820262"/>
                          <a:pt x="5664078" y="4823527"/>
                          <a:pt x="5350846" y="4818384"/>
                        </a:cubicBezTo>
                        <a:cubicBezTo>
                          <a:pt x="5037614" y="4813241"/>
                          <a:pt x="5040058" y="4838462"/>
                          <a:pt x="4794914" y="4818384"/>
                        </a:cubicBezTo>
                        <a:cubicBezTo>
                          <a:pt x="4549770" y="4798306"/>
                          <a:pt x="4267003" y="4778725"/>
                          <a:pt x="3961016" y="4818384"/>
                        </a:cubicBezTo>
                        <a:cubicBezTo>
                          <a:pt x="3655029" y="4858043"/>
                          <a:pt x="3581121" y="4843625"/>
                          <a:pt x="3266101" y="4818384"/>
                        </a:cubicBezTo>
                        <a:cubicBezTo>
                          <a:pt x="2951082" y="4793143"/>
                          <a:pt x="2958204" y="4811321"/>
                          <a:pt x="2779660" y="4818384"/>
                        </a:cubicBezTo>
                        <a:cubicBezTo>
                          <a:pt x="2601116" y="4825447"/>
                          <a:pt x="2410108" y="4830485"/>
                          <a:pt x="2084745" y="4818384"/>
                        </a:cubicBezTo>
                        <a:cubicBezTo>
                          <a:pt x="1759383" y="4806283"/>
                          <a:pt x="1592447" y="4829536"/>
                          <a:pt x="1459321" y="4818384"/>
                        </a:cubicBezTo>
                        <a:cubicBezTo>
                          <a:pt x="1326195" y="4807232"/>
                          <a:pt x="961699" y="4831668"/>
                          <a:pt x="833898" y="4818384"/>
                        </a:cubicBezTo>
                        <a:cubicBezTo>
                          <a:pt x="706097" y="4805100"/>
                          <a:pt x="405567" y="4783198"/>
                          <a:pt x="0" y="4818384"/>
                        </a:cubicBezTo>
                        <a:cubicBezTo>
                          <a:pt x="19912" y="4646829"/>
                          <a:pt x="-5787" y="4461033"/>
                          <a:pt x="0" y="4178227"/>
                        </a:cubicBezTo>
                        <a:cubicBezTo>
                          <a:pt x="5787" y="3895421"/>
                          <a:pt x="-8170" y="3635904"/>
                          <a:pt x="0" y="3441703"/>
                        </a:cubicBezTo>
                        <a:cubicBezTo>
                          <a:pt x="8170" y="3247502"/>
                          <a:pt x="29553" y="3060983"/>
                          <a:pt x="0" y="2801546"/>
                        </a:cubicBezTo>
                        <a:cubicBezTo>
                          <a:pt x="-29553" y="2542109"/>
                          <a:pt x="-10963" y="2468313"/>
                          <a:pt x="0" y="2257757"/>
                        </a:cubicBezTo>
                        <a:cubicBezTo>
                          <a:pt x="10963" y="2047201"/>
                          <a:pt x="-3041" y="1911395"/>
                          <a:pt x="0" y="1617600"/>
                        </a:cubicBezTo>
                        <a:cubicBezTo>
                          <a:pt x="3041" y="1323805"/>
                          <a:pt x="-11315" y="1095814"/>
                          <a:pt x="0" y="881076"/>
                        </a:cubicBezTo>
                        <a:cubicBezTo>
                          <a:pt x="11315" y="666338"/>
                          <a:pt x="29315" y="207175"/>
                          <a:pt x="0" y="0"/>
                        </a:cubicBezTo>
                        <a:close/>
                      </a:path>
                      <a:path w="6949150" h="4818384" stroke="0" extrusionOk="0">
                        <a:moveTo>
                          <a:pt x="0" y="0"/>
                        </a:moveTo>
                        <a:cubicBezTo>
                          <a:pt x="146200" y="22868"/>
                          <a:pt x="365499" y="-28243"/>
                          <a:pt x="625424" y="0"/>
                        </a:cubicBezTo>
                        <a:cubicBezTo>
                          <a:pt x="885349" y="28243"/>
                          <a:pt x="983698" y="-477"/>
                          <a:pt x="1111864" y="0"/>
                        </a:cubicBezTo>
                        <a:cubicBezTo>
                          <a:pt x="1240030" y="477"/>
                          <a:pt x="1701706" y="36578"/>
                          <a:pt x="1945762" y="0"/>
                        </a:cubicBezTo>
                        <a:cubicBezTo>
                          <a:pt x="2189818" y="-36578"/>
                          <a:pt x="2398117" y="26334"/>
                          <a:pt x="2571186" y="0"/>
                        </a:cubicBezTo>
                        <a:cubicBezTo>
                          <a:pt x="2744255" y="-26334"/>
                          <a:pt x="3002758" y="18302"/>
                          <a:pt x="3196609" y="0"/>
                        </a:cubicBezTo>
                        <a:cubicBezTo>
                          <a:pt x="3390460" y="-18302"/>
                          <a:pt x="3698572" y="31177"/>
                          <a:pt x="4030507" y="0"/>
                        </a:cubicBezTo>
                        <a:cubicBezTo>
                          <a:pt x="4362442" y="-31177"/>
                          <a:pt x="4465277" y="22923"/>
                          <a:pt x="4586439" y="0"/>
                        </a:cubicBezTo>
                        <a:cubicBezTo>
                          <a:pt x="4707601" y="-22923"/>
                          <a:pt x="5198495" y="-38705"/>
                          <a:pt x="5420337" y="0"/>
                        </a:cubicBezTo>
                        <a:cubicBezTo>
                          <a:pt x="5642179" y="38705"/>
                          <a:pt x="5986868" y="-30977"/>
                          <a:pt x="6254235" y="0"/>
                        </a:cubicBezTo>
                        <a:cubicBezTo>
                          <a:pt x="6521602" y="30977"/>
                          <a:pt x="6769056" y="6956"/>
                          <a:pt x="6949150" y="0"/>
                        </a:cubicBezTo>
                        <a:cubicBezTo>
                          <a:pt x="6959426" y="164551"/>
                          <a:pt x="6921543" y="599167"/>
                          <a:pt x="6949150" y="784708"/>
                        </a:cubicBezTo>
                        <a:cubicBezTo>
                          <a:pt x="6976757" y="970249"/>
                          <a:pt x="6975765" y="1236385"/>
                          <a:pt x="6949150" y="1521233"/>
                        </a:cubicBezTo>
                        <a:cubicBezTo>
                          <a:pt x="6922535" y="1806082"/>
                          <a:pt x="6946650" y="1849215"/>
                          <a:pt x="6949150" y="2065022"/>
                        </a:cubicBezTo>
                        <a:cubicBezTo>
                          <a:pt x="6951650" y="2280829"/>
                          <a:pt x="6959006" y="2489256"/>
                          <a:pt x="6949150" y="2753362"/>
                        </a:cubicBezTo>
                        <a:cubicBezTo>
                          <a:pt x="6939294" y="3017468"/>
                          <a:pt x="6981475" y="3226890"/>
                          <a:pt x="6949150" y="3441703"/>
                        </a:cubicBezTo>
                        <a:cubicBezTo>
                          <a:pt x="6916825" y="3656516"/>
                          <a:pt x="6945646" y="3819636"/>
                          <a:pt x="6949150" y="4130043"/>
                        </a:cubicBezTo>
                        <a:cubicBezTo>
                          <a:pt x="6952654" y="4440450"/>
                          <a:pt x="6926241" y="4670275"/>
                          <a:pt x="6949150" y="4818384"/>
                        </a:cubicBezTo>
                        <a:cubicBezTo>
                          <a:pt x="6691040" y="4838361"/>
                          <a:pt x="6385136" y="4789243"/>
                          <a:pt x="6184744" y="4818384"/>
                        </a:cubicBezTo>
                        <a:cubicBezTo>
                          <a:pt x="5984352" y="4847525"/>
                          <a:pt x="5916473" y="4838406"/>
                          <a:pt x="5698303" y="4818384"/>
                        </a:cubicBezTo>
                        <a:cubicBezTo>
                          <a:pt x="5480133" y="4798362"/>
                          <a:pt x="5314856" y="4814191"/>
                          <a:pt x="5142371" y="4818384"/>
                        </a:cubicBezTo>
                        <a:cubicBezTo>
                          <a:pt x="4969886" y="4822577"/>
                          <a:pt x="4660294" y="4823722"/>
                          <a:pt x="4308473" y="4818384"/>
                        </a:cubicBezTo>
                        <a:cubicBezTo>
                          <a:pt x="3956652" y="4813046"/>
                          <a:pt x="3959459" y="4791660"/>
                          <a:pt x="3613558" y="4818384"/>
                        </a:cubicBezTo>
                        <a:cubicBezTo>
                          <a:pt x="3267658" y="4845108"/>
                          <a:pt x="3208829" y="4791710"/>
                          <a:pt x="3057626" y="4818384"/>
                        </a:cubicBezTo>
                        <a:cubicBezTo>
                          <a:pt x="2906423" y="4845058"/>
                          <a:pt x="2615361" y="4832209"/>
                          <a:pt x="2362711" y="4818384"/>
                        </a:cubicBezTo>
                        <a:cubicBezTo>
                          <a:pt x="2110062" y="4804559"/>
                          <a:pt x="2009281" y="4834034"/>
                          <a:pt x="1876271" y="4818384"/>
                        </a:cubicBezTo>
                        <a:cubicBezTo>
                          <a:pt x="1743261" y="4802734"/>
                          <a:pt x="1591957" y="4800660"/>
                          <a:pt x="1389830" y="4818384"/>
                        </a:cubicBezTo>
                        <a:cubicBezTo>
                          <a:pt x="1187703" y="4836108"/>
                          <a:pt x="954300" y="4852725"/>
                          <a:pt x="694915" y="4818384"/>
                        </a:cubicBezTo>
                        <a:cubicBezTo>
                          <a:pt x="435531" y="4784043"/>
                          <a:pt x="333677" y="4795989"/>
                          <a:pt x="0" y="4818384"/>
                        </a:cubicBezTo>
                        <a:cubicBezTo>
                          <a:pt x="-26012" y="4528465"/>
                          <a:pt x="-7968" y="4278957"/>
                          <a:pt x="0" y="4081860"/>
                        </a:cubicBezTo>
                        <a:cubicBezTo>
                          <a:pt x="7968" y="3884763"/>
                          <a:pt x="-2900" y="3737894"/>
                          <a:pt x="0" y="3441703"/>
                        </a:cubicBezTo>
                        <a:cubicBezTo>
                          <a:pt x="2900" y="3145512"/>
                          <a:pt x="-22489" y="3148881"/>
                          <a:pt x="0" y="2897914"/>
                        </a:cubicBezTo>
                        <a:cubicBezTo>
                          <a:pt x="22489" y="2646947"/>
                          <a:pt x="-35125" y="2462270"/>
                          <a:pt x="0" y="2161389"/>
                        </a:cubicBezTo>
                        <a:cubicBezTo>
                          <a:pt x="35125" y="1860508"/>
                          <a:pt x="-9974" y="1760704"/>
                          <a:pt x="0" y="1569417"/>
                        </a:cubicBezTo>
                        <a:cubicBezTo>
                          <a:pt x="9974" y="1378130"/>
                          <a:pt x="-36555" y="1042236"/>
                          <a:pt x="0" y="832892"/>
                        </a:cubicBezTo>
                        <a:cubicBezTo>
                          <a:pt x="36555" y="623548"/>
                          <a:pt x="-19396" y="2975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 descr="A screenshot of a math table&#10;&#10;Description automatically generated">
            <a:extLst>
              <a:ext uri="{FF2B5EF4-FFF2-40B4-BE49-F238E27FC236}">
                <a16:creationId xmlns:a16="http://schemas.microsoft.com/office/drawing/2014/main" id="{483BE81E-77D4-D87E-0862-7276F944B0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94" t="33681" r="1843" b="2634"/>
          <a:stretch/>
        </p:blipFill>
        <p:spPr>
          <a:xfrm>
            <a:off x="4358668" y="4047131"/>
            <a:ext cx="2923270" cy="135732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D8F3EE1-FE7E-D14C-13FC-106585AD5698}"/>
              </a:ext>
            </a:extLst>
          </p:cNvPr>
          <p:cNvSpPr/>
          <p:nvPr/>
        </p:nvSpPr>
        <p:spPr>
          <a:xfrm>
            <a:off x="4665849" y="4306968"/>
            <a:ext cx="2551106" cy="978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50D1DAA-152E-2E4C-2661-5727BCBD588A}"/>
              </a:ext>
            </a:extLst>
          </p:cNvPr>
          <p:cNvGrpSpPr/>
          <p:nvPr/>
        </p:nvGrpSpPr>
        <p:grpSpPr>
          <a:xfrm>
            <a:off x="2416992" y="1365098"/>
            <a:ext cx="3353814" cy="1184613"/>
            <a:chOff x="2660962" y="2348865"/>
            <a:chExt cx="3778627" cy="115436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E877BDD-3977-3F2E-8E91-E0FE6E5CEDAF}"/>
                </a:ext>
              </a:extLst>
            </p:cNvPr>
            <p:cNvCxnSpPr>
              <a:cxnSpLocks/>
            </p:cNvCxnSpPr>
            <p:nvPr/>
          </p:nvCxnSpPr>
          <p:spPr>
            <a:xfrm>
              <a:off x="4547859" y="2720295"/>
              <a:ext cx="1891730" cy="782932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079D754-7FCA-68EB-A838-42C8E53F1B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0962" y="2720295"/>
              <a:ext cx="1886897" cy="708705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CA842F-1344-9931-7741-A991DDAE2877}"/>
                </a:ext>
              </a:extLst>
            </p:cNvPr>
            <p:cNvSpPr/>
            <p:nvPr/>
          </p:nvSpPr>
          <p:spPr>
            <a:xfrm>
              <a:off x="3119149" y="2902590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EBB1446-480E-6557-3FF1-DAF39CA62A16}"/>
                </a:ext>
              </a:extLst>
            </p:cNvPr>
            <p:cNvSpPr/>
            <p:nvPr/>
          </p:nvSpPr>
          <p:spPr>
            <a:xfrm>
              <a:off x="5360569" y="3007746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48AD13E-24F0-2F5D-2127-A661A365B2AF}"/>
                </a:ext>
              </a:extLst>
            </p:cNvPr>
            <p:cNvGrpSpPr/>
            <p:nvPr/>
          </p:nvGrpSpPr>
          <p:grpSpPr>
            <a:xfrm>
              <a:off x="3604409" y="2348865"/>
              <a:ext cx="2101005" cy="604204"/>
              <a:chOff x="3818518" y="1128873"/>
              <a:chExt cx="2101005" cy="6042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22BA383E-ACB5-4554-35F3-9217ACCC82E7}"/>
                      </a:ext>
                    </a:extLst>
                  </p:cNvPr>
                  <p:cNvSpPr/>
                  <p:nvPr/>
                </p:nvSpPr>
                <p:spPr>
                  <a:xfrm>
                    <a:off x="3818518" y="1128873"/>
                    <a:ext cx="2101005" cy="604204"/>
                  </a:xfrm>
                  <a:prstGeom prst="round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22BA383E-ACB5-4554-35F3-9217ACCC82E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8518" y="1128873"/>
                    <a:ext cx="2101005" cy="604204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F73E2B32-49D2-87C3-459C-67216FD642CA}"/>
                      </a:ext>
                    </a:extLst>
                  </p:cNvPr>
                  <p:cNvSpPr txBox="1"/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F73E2B32-49D2-87C3-459C-67216FD642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24E97CA-8894-7C77-D244-78C44706604D}"/>
                  </a:ext>
                </a:extLst>
              </p:cNvPr>
              <p:cNvSpPr txBox="1"/>
              <p:nvPr/>
            </p:nvSpPr>
            <p:spPr>
              <a:xfrm>
                <a:off x="5033120" y="1206038"/>
                <a:ext cx="751321" cy="44987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182</a:t>
                </a:r>
              </a:p>
            </p:txBody>
          </p:sp>
        </p:grp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7E0A3F19-9D35-AB51-2EDA-F4B29162B2F1}"/>
              </a:ext>
            </a:extLst>
          </p:cNvPr>
          <p:cNvSpPr/>
          <p:nvPr/>
        </p:nvSpPr>
        <p:spPr>
          <a:xfrm>
            <a:off x="715777" y="2517493"/>
            <a:ext cx="2892731" cy="1355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421C9C7-974C-F80E-81D7-8FA0D3C1A1C6}"/>
              </a:ext>
            </a:extLst>
          </p:cNvPr>
          <p:cNvSpPr/>
          <p:nvPr/>
        </p:nvSpPr>
        <p:spPr>
          <a:xfrm>
            <a:off x="4637491" y="2595917"/>
            <a:ext cx="2363470" cy="143965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F083F2DC-39FD-F184-BBDC-1F2670F4CD2A}"/>
                  </a:ext>
                </a:extLst>
              </p:cNvPr>
              <p:cNvSpPr/>
              <p:nvPr/>
            </p:nvSpPr>
            <p:spPr>
              <a:xfrm>
                <a:off x="1657626" y="3768922"/>
                <a:ext cx="908387" cy="53804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F083F2DC-39FD-F184-BBDC-1F2670F4CD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626" y="3768922"/>
                <a:ext cx="908387" cy="53804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62A2A271-6714-5421-1D8A-AF4FA704555E}"/>
              </a:ext>
            </a:extLst>
          </p:cNvPr>
          <p:cNvSpPr/>
          <p:nvPr/>
        </p:nvSpPr>
        <p:spPr>
          <a:xfrm>
            <a:off x="4080094" y="245379"/>
            <a:ext cx="970010" cy="472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8F732A-F5E7-40DD-F71A-465298243662}"/>
              </a:ext>
            </a:extLst>
          </p:cNvPr>
          <p:cNvSpPr/>
          <p:nvPr/>
        </p:nvSpPr>
        <p:spPr>
          <a:xfrm>
            <a:off x="3254372" y="242583"/>
            <a:ext cx="839527" cy="472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C98F534F-E97C-74D1-1C68-2C1A7ED21A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4410" y="326831"/>
            <a:ext cx="1452477" cy="303077"/>
          </a:xfrm>
          <a:prstGeom prst="rect">
            <a:avLst/>
          </a:prstGeom>
        </p:spPr>
      </p:pic>
      <p:pic>
        <p:nvPicPr>
          <p:cNvPr id="5" name="Picture 4" descr="A screenshot of a math table&#10;&#10;Description automatically generated">
            <a:extLst>
              <a:ext uri="{FF2B5EF4-FFF2-40B4-BE49-F238E27FC236}">
                <a16:creationId xmlns:a16="http://schemas.microsoft.com/office/drawing/2014/main" id="{AA68DA5A-9D2F-C77A-F02E-32EA7DC9C9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94" t="33681" r="1843" b="2634"/>
          <a:stretch/>
        </p:blipFill>
        <p:spPr>
          <a:xfrm>
            <a:off x="3608508" y="763671"/>
            <a:ext cx="1149346" cy="53366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F7CE1E-6D65-F709-DA7C-5A701C84B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504903"/>
              </p:ext>
            </p:extLst>
          </p:nvPr>
        </p:nvGraphicFramePr>
        <p:xfrm>
          <a:off x="973501" y="2647525"/>
          <a:ext cx="2364360" cy="1098972"/>
        </p:xfrm>
        <a:graphic>
          <a:graphicData uri="http://schemas.openxmlformats.org/drawingml/2006/table">
            <a:tbl>
              <a:tblPr/>
              <a:tblGrid>
                <a:gridCol w="295545">
                  <a:extLst>
                    <a:ext uri="{9D8B030D-6E8A-4147-A177-3AD203B41FA5}">
                      <a16:colId xmlns:a16="http://schemas.microsoft.com/office/drawing/2014/main" val="3311014754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86923966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1361525296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4028492081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1170712134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1726792157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977039049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2677498887"/>
                    </a:ext>
                  </a:extLst>
                </a:gridCol>
              </a:tblGrid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600815"/>
                  </a:ext>
                </a:extLst>
              </a:tr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561882"/>
                  </a:ext>
                </a:extLst>
              </a:tr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350296"/>
                  </a:ext>
                </a:extLst>
              </a:tr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51640"/>
                  </a:ext>
                </a:extLst>
              </a:tr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489697"/>
                  </a:ext>
                </a:extLst>
              </a:tr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18814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320885A-0465-AEA6-EA8A-A3F3603C4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113060"/>
              </p:ext>
            </p:extLst>
          </p:nvPr>
        </p:nvGraphicFramePr>
        <p:xfrm>
          <a:off x="4968534" y="2667024"/>
          <a:ext cx="1719756" cy="1250940"/>
        </p:xfrm>
        <a:graphic>
          <a:graphicData uri="http://schemas.openxmlformats.org/drawingml/2006/table">
            <a:tbl>
              <a:tblPr/>
              <a:tblGrid>
                <a:gridCol w="286626">
                  <a:extLst>
                    <a:ext uri="{9D8B030D-6E8A-4147-A177-3AD203B41FA5}">
                      <a16:colId xmlns:a16="http://schemas.microsoft.com/office/drawing/2014/main" val="2858835377"/>
                    </a:ext>
                  </a:extLst>
                </a:gridCol>
                <a:gridCol w="286626">
                  <a:extLst>
                    <a:ext uri="{9D8B030D-6E8A-4147-A177-3AD203B41FA5}">
                      <a16:colId xmlns:a16="http://schemas.microsoft.com/office/drawing/2014/main" val="1591634032"/>
                    </a:ext>
                  </a:extLst>
                </a:gridCol>
                <a:gridCol w="286626">
                  <a:extLst>
                    <a:ext uri="{9D8B030D-6E8A-4147-A177-3AD203B41FA5}">
                      <a16:colId xmlns:a16="http://schemas.microsoft.com/office/drawing/2014/main" val="4089445635"/>
                    </a:ext>
                  </a:extLst>
                </a:gridCol>
                <a:gridCol w="286626">
                  <a:extLst>
                    <a:ext uri="{9D8B030D-6E8A-4147-A177-3AD203B41FA5}">
                      <a16:colId xmlns:a16="http://schemas.microsoft.com/office/drawing/2014/main" val="2396849876"/>
                    </a:ext>
                  </a:extLst>
                </a:gridCol>
                <a:gridCol w="286626">
                  <a:extLst>
                    <a:ext uri="{9D8B030D-6E8A-4147-A177-3AD203B41FA5}">
                      <a16:colId xmlns:a16="http://schemas.microsoft.com/office/drawing/2014/main" val="3534556557"/>
                    </a:ext>
                  </a:extLst>
                </a:gridCol>
                <a:gridCol w="286626">
                  <a:extLst>
                    <a:ext uri="{9D8B030D-6E8A-4147-A177-3AD203B41FA5}">
                      <a16:colId xmlns:a16="http://schemas.microsoft.com/office/drawing/2014/main" val="2622331439"/>
                    </a:ext>
                  </a:extLst>
                </a:gridCol>
              </a:tblGrid>
              <a:tr h="2084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076519"/>
                  </a:ext>
                </a:extLst>
              </a:tr>
              <a:tr h="2084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150584"/>
                  </a:ext>
                </a:extLst>
              </a:tr>
              <a:tr h="2084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98978"/>
                  </a:ext>
                </a:extLst>
              </a:tr>
              <a:tr h="2084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803025"/>
                  </a:ext>
                </a:extLst>
              </a:tr>
              <a:tr h="2084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346352"/>
                  </a:ext>
                </a:extLst>
              </a:tr>
              <a:tr h="2084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108046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7BC9161F-EB70-7D24-57F4-8C7233DAADB7}"/>
              </a:ext>
            </a:extLst>
          </p:cNvPr>
          <p:cNvGrpSpPr/>
          <p:nvPr/>
        </p:nvGrpSpPr>
        <p:grpSpPr>
          <a:xfrm>
            <a:off x="3901716" y="5836507"/>
            <a:ext cx="3315241" cy="776114"/>
            <a:chOff x="2250597" y="5033158"/>
            <a:chExt cx="4693582" cy="17616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ounded Rectangle 12">
                  <a:extLst>
                    <a:ext uri="{FF2B5EF4-FFF2-40B4-BE49-F238E27FC236}">
                      <a16:creationId xmlns:a16="http://schemas.microsoft.com/office/drawing/2014/main" id="{436790E6-0E39-7E7E-6621-0346C1C902BE}"/>
                    </a:ext>
                  </a:extLst>
                </p:cNvPr>
                <p:cNvSpPr/>
                <p:nvPr/>
              </p:nvSpPr>
              <p:spPr>
                <a:xfrm>
                  <a:off x="3373497" y="6037503"/>
                  <a:ext cx="1398739" cy="757257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8" name="Rounded Rectangle 57">
                  <a:extLst>
                    <a:ext uri="{FF2B5EF4-FFF2-40B4-BE49-F238E27FC236}">
                      <a16:creationId xmlns:a16="http://schemas.microsoft.com/office/drawing/2014/main" id="{50A3BFC2-8E63-6205-FD15-1C4560E04D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3497" y="6037503"/>
                  <a:ext cx="1398739" cy="757257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ounded Rectangle 13">
                  <a:extLst>
                    <a:ext uri="{FF2B5EF4-FFF2-40B4-BE49-F238E27FC236}">
                      <a16:creationId xmlns:a16="http://schemas.microsoft.com/office/drawing/2014/main" id="{6BE436F4-40D4-A0DB-2E27-5D7382AF661B}"/>
                    </a:ext>
                  </a:extLst>
                </p:cNvPr>
                <p:cNvSpPr/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Rounded Rectangle 58">
                  <a:extLst>
                    <a:ext uri="{FF2B5EF4-FFF2-40B4-BE49-F238E27FC236}">
                      <a16:creationId xmlns:a16="http://schemas.microsoft.com/office/drawing/2014/main" id="{A2E6336D-4E42-1B68-1DD3-5A2F7430AF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D8DF277-8238-CD3C-C1AB-40CCD4EA06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8044" y="5033158"/>
              <a:ext cx="1007024" cy="1015828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2E76335-C7A7-2319-79D1-58DECC0C3CDD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>
              <a:off x="4965068" y="5033158"/>
              <a:ext cx="972089" cy="1004347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949D47A-6553-81D9-7C6F-A57657318106}"/>
                </a:ext>
              </a:extLst>
            </p:cNvPr>
            <p:cNvSpPr/>
            <p:nvPr/>
          </p:nvSpPr>
          <p:spPr>
            <a:xfrm>
              <a:off x="2250597" y="5480675"/>
              <a:ext cx="2387222" cy="124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1A764CC-F23A-3403-053D-874520BD9977}"/>
                </a:ext>
              </a:extLst>
            </p:cNvPr>
            <p:cNvSpPr/>
            <p:nvPr/>
          </p:nvSpPr>
          <p:spPr>
            <a:xfrm>
              <a:off x="5254766" y="5443910"/>
              <a:ext cx="1689413" cy="1608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FB5184-139D-E5E7-2406-F60666F35BAB}"/>
              </a:ext>
            </a:extLst>
          </p:cNvPr>
          <p:cNvGrpSpPr/>
          <p:nvPr/>
        </p:nvGrpSpPr>
        <p:grpSpPr>
          <a:xfrm>
            <a:off x="5289164" y="5441978"/>
            <a:ext cx="1216498" cy="419218"/>
            <a:chOff x="1907556" y="3113840"/>
            <a:chExt cx="1989963" cy="6576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ounded Rectangle 20">
                  <a:extLst>
                    <a:ext uri="{FF2B5EF4-FFF2-40B4-BE49-F238E27FC236}">
                      <a16:creationId xmlns:a16="http://schemas.microsoft.com/office/drawing/2014/main" id="{B34775CC-2DAB-9581-7CA7-4DA662A100D8}"/>
                    </a:ext>
                  </a:extLst>
                </p:cNvPr>
                <p:cNvSpPr/>
                <p:nvPr/>
              </p:nvSpPr>
              <p:spPr>
                <a:xfrm>
                  <a:off x="1907556" y="3113840"/>
                  <a:ext cx="1989963" cy="657698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≤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1" name="Rounded Rectangle 20">
                  <a:extLst>
                    <a:ext uri="{FF2B5EF4-FFF2-40B4-BE49-F238E27FC236}">
                      <a16:creationId xmlns:a16="http://schemas.microsoft.com/office/drawing/2014/main" id="{B34775CC-2DAB-9581-7CA7-4DA662A100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7556" y="3113840"/>
                  <a:ext cx="1989963" cy="657698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CDB4CFF-E66E-965E-FA89-65C9FB77D804}"/>
                    </a:ext>
                  </a:extLst>
                </p:cNvPr>
                <p:cNvSpPr txBox="1"/>
                <p:nvPr/>
              </p:nvSpPr>
              <p:spPr>
                <a:xfrm>
                  <a:off x="2090710" y="3181075"/>
                  <a:ext cx="609414" cy="48286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CDB4CFF-E66E-965E-FA89-65C9FB77D8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0710" y="3181075"/>
                  <a:ext cx="609414" cy="48286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DB47740-3B1E-1534-2241-A0CB13B6FCD9}"/>
                    </a:ext>
                  </a:extLst>
                </p:cNvPr>
                <p:cNvSpPr txBox="1"/>
                <p:nvPr/>
              </p:nvSpPr>
              <p:spPr>
                <a:xfrm>
                  <a:off x="3190481" y="3226406"/>
                  <a:ext cx="609414" cy="434575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102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DB47740-3B1E-1534-2241-A0CB13B6FC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0481" y="3226406"/>
                  <a:ext cx="609414" cy="434575"/>
                </a:xfrm>
                <a:prstGeom prst="rect">
                  <a:avLst/>
                </a:prstGeom>
                <a:blipFill>
                  <a:blip r:embed="rId11"/>
                  <a:stretch>
                    <a:fillRect r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3D18254-6D8B-CC15-0F58-84010485C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264264"/>
              </p:ext>
            </p:extLst>
          </p:nvPr>
        </p:nvGraphicFramePr>
        <p:xfrm>
          <a:off x="4694855" y="4335762"/>
          <a:ext cx="2551104" cy="992985"/>
        </p:xfrm>
        <a:graphic>
          <a:graphicData uri="http://schemas.openxmlformats.org/drawingml/2006/table">
            <a:tbl>
              <a:tblPr/>
              <a:tblGrid>
                <a:gridCol w="425184">
                  <a:extLst>
                    <a:ext uri="{9D8B030D-6E8A-4147-A177-3AD203B41FA5}">
                      <a16:colId xmlns:a16="http://schemas.microsoft.com/office/drawing/2014/main" val="3449562893"/>
                    </a:ext>
                  </a:extLst>
                </a:gridCol>
                <a:gridCol w="425184">
                  <a:extLst>
                    <a:ext uri="{9D8B030D-6E8A-4147-A177-3AD203B41FA5}">
                      <a16:colId xmlns:a16="http://schemas.microsoft.com/office/drawing/2014/main" val="2741080845"/>
                    </a:ext>
                  </a:extLst>
                </a:gridCol>
                <a:gridCol w="425184">
                  <a:extLst>
                    <a:ext uri="{9D8B030D-6E8A-4147-A177-3AD203B41FA5}">
                      <a16:colId xmlns:a16="http://schemas.microsoft.com/office/drawing/2014/main" val="1416023695"/>
                    </a:ext>
                  </a:extLst>
                </a:gridCol>
                <a:gridCol w="425184">
                  <a:extLst>
                    <a:ext uri="{9D8B030D-6E8A-4147-A177-3AD203B41FA5}">
                      <a16:colId xmlns:a16="http://schemas.microsoft.com/office/drawing/2014/main" val="501851246"/>
                    </a:ext>
                  </a:extLst>
                </a:gridCol>
                <a:gridCol w="425184">
                  <a:extLst>
                    <a:ext uri="{9D8B030D-6E8A-4147-A177-3AD203B41FA5}">
                      <a16:colId xmlns:a16="http://schemas.microsoft.com/office/drawing/2014/main" val="1581420958"/>
                    </a:ext>
                  </a:extLst>
                </a:gridCol>
                <a:gridCol w="425184">
                  <a:extLst>
                    <a:ext uri="{9D8B030D-6E8A-4147-A177-3AD203B41FA5}">
                      <a16:colId xmlns:a16="http://schemas.microsoft.com/office/drawing/2014/main" val="1373961577"/>
                    </a:ext>
                  </a:extLst>
                </a:gridCol>
              </a:tblGrid>
              <a:tr h="1985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815578"/>
                  </a:ext>
                </a:extLst>
              </a:tr>
              <a:tr h="1985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722137"/>
                  </a:ext>
                </a:extLst>
              </a:tr>
              <a:tr h="1985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497850"/>
                  </a:ext>
                </a:extLst>
              </a:tr>
              <a:tr h="1985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290454"/>
                  </a:ext>
                </a:extLst>
              </a:tr>
              <a:tr h="1985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017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1386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2F24C-21DA-B56E-8AD7-007BF0D4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173DD7-3D9A-AD6C-0EE2-26824D50ACC7}"/>
              </a:ext>
            </a:extLst>
          </p:cNvPr>
          <p:cNvSpPr/>
          <p:nvPr/>
        </p:nvSpPr>
        <p:spPr>
          <a:xfrm>
            <a:off x="98328" y="86593"/>
            <a:ext cx="8947343" cy="6657654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49150"/>
                      <a:gd name="connsiteY0" fmla="*/ 0 h 4818384"/>
                      <a:gd name="connsiteX1" fmla="*/ 625424 w 6949150"/>
                      <a:gd name="connsiteY1" fmla="*/ 0 h 4818384"/>
                      <a:gd name="connsiteX2" fmla="*/ 1389830 w 6949150"/>
                      <a:gd name="connsiteY2" fmla="*/ 0 h 4818384"/>
                      <a:gd name="connsiteX3" fmla="*/ 1945762 w 6949150"/>
                      <a:gd name="connsiteY3" fmla="*/ 0 h 4818384"/>
                      <a:gd name="connsiteX4" fmla="*/ 2640677 w 6949150"/>
                      <a:gd name="connsiteY4" fmla="*/ 0 h 4818384"/>
                      <a:gd name="connsiteX5" fmla="*/ 3405084 w 6949150"/>
                      <a:gd name="connsiteY5" fmla="*/ 0 h 4818384"/>
                      <a:gd name="connsiteX6" fmla="*/ 3891524 w 6949150"/>
                      <a:gd name="connsiteY6" fmla="*/ 0 h 4818384"/>
                      <a:gd name="connsiteX7" fmla="*/ 4377965 w 6949150"/>
                      <a:gd name="connsiteY7" fmla="*/ 0 h 4818384"/>
                      <a:gd name="connsiteX8" fmla="*/ 5211863 w 6949150"/>
                      <a:gd name="connsiteY8" fmla="*/ 0 h 4818384"/>
                      <a:gd name="connsiteX9" fmla="*/ 5906778 w 6949150"/>
                      <a:gd name="connsiteY9" fmla="*/ 0 h 4818384"/>
                      <a:gd name="connsiteX10" fmla="*/ 6949150 w 6949150"/>
                      <a:gd name="connsiteY10" fmla="*/ 0 h 4818384"/>
                      <a:gd name="connsiteX11" fmla="*/ 6949150 w 6949150"/>
                      <a:gd name="connsiteY11" fmla="*/ 688341 h 4818384"/>
                      <a:gd name="connsiteX12" fmla="*/ 6949150 w 6949150"/>
                      <a:gd name="connsiteY12" fmla="*/ 1424865 h 4818384"/>
                      <a:gd name="connsiteX13" fmla="*/ 6949150 w 6949150"/>
                      <a:gd name="connsiteY13" fmla="*/ 2016838 h 4818384"/>
                      <a:gd name="connsiteX14" fmla="*/ 6949150 w 6949150"/>
                      <a:gd name="connsiteY14" fmla="*/ 2705178 h 4818384"/>
                      <a:gd name="connsiteX15" fmla="*/ 6949150 w 6949150"/>
                      <a:gd name="connsiteY15" fmla="*/ 3248967 h 4818384"/>
                      <a:gd name="connsiteX16" fmla="*/ 6949150 w 6949150"/>
                      <a:gd name="connsiteY16" fmla="*/ 4033676 h 4818384"/>
                      <a:gd name="connsiteX17" fmla="*/ 6949150 w 6949150"/>
                      <a:gd name="connsiteY17" fmla="*/ 4818384 h 4818384"/>
                      <a:gd name="connsiteX18" fmla="*/ 6115252 w 6949150"/>
                      <a:gd name="connsiteY18" fmla="*/ 4818384 h 4818384"/>
                      <a:gd name="connsiteX19" fmla="*/ 5350846 w 6949150"/>
                      <a:gd name="connsiteY19" fmla="*/ 4818384 h 4818384"/>
                      <a:gd name="connsiteX20" fmla="*/ 4794914 w 6949150"/>
                      <a:gd name="connsiteY20" fmla="*/ 4818384 h 4818384"/>
                      <a:gd name="connsiteX21" fmla="*/ 3961016 w 6949150"/>
                      <a:gd name="connsiteY21" fmla="*/ 4818384 h 4818384"/>
                      <a:gd name="connsiteX22" fmla="*/ 3266101 w 6949150"/>
                      <a:gd name="connsiteY22" fmla="*/ 4818384 h 4818384"/>
                      <a:gd name="connsiteX23" fmla="*/ 2779660 w 6949150"/>
                      <a:gd name="connsiteY23" fmla="*/ 4818384 h 4818384"/>
                      <a:gd name="connsiteX24" fmla="*/ 2084745 w 6949150"/>
                      <a:gd name="connsiteY24" fmla="*/ 4818384 h 4818384"/>
                      <a:gd name="connsiteX25" fmla="*/ 1459321 w 6949150"/>
                      <a:gd name="connsiteY25" fmla="*/ 4818384 h 4818384"/>
                      <a:gd name="connsiteX26" fmla="*/ 833898 w 6949150"/>
                      <a:gd name="connsiteY26" fmla="*/ 4818384 h 4818384"/>
                      <a:gd name="connsiteX27" fmla="*/ 0 w 6949150"/>
                      <a:gd name="connsiteY27" fmla="*/ 4818384 h 4818384"/>
                      <a:gd name="connsiteX28" fmla="*/ 0 w 6949150"/>
                      <a:gd name="connsiteY28" fmla="*/ 4178227 h 4818384"/>
                      <a:gd name="connsiteX29" fmla="*/ 0 w 6949150"/>
                      <a:gd name="connsiteY29" fmla="*/ 3441703 h 4818384"/>
                      <a:gd name="connsiteX30" fmla="*/ 0 w 6949150"/>
                      <a:gd name="connsiteY30" fmla="*/ 2801546 h 4818384"/>
                      <a:gd name="connsiteX31" fmla="*/ 0 w 6949150"/>
                      <a:gd name="connsiteY31" fmla="*/ 2257757 h 4818384"/>
                      <a:gd name="connsiteX32" fmla="*/ 0 w 6949150"/>
                      <a:gd name="connsiteY32" fmla="*/ 1617600 h 4818384"/>
                      <a:gd name="connsiteX33" fmla="*/ 0 w 6949150"/>
                      <a:gd name="connsiteY33" fmla="*/ 881076 h 4818384"/>
                      <a:gd name="connsiteX34" fmla="*/ 0 w 6949150"/>
                      <a:gd name="connsiteY34" fmla="*/ 0 h 4818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949150" h="4818384" fill="none" extrusionOk="0">
                        <a:moveTo>
                          <a:pt x="0" y="0"/>
                        </a:moveTo>
                        <a:cubicBezTo>
                          <a:pt x="199453" y="27968"/>
                          <a:pt x="331957" y="-15931"/>
                          <a:pt x="625424" y="0"/>
                        </a:cubicBezTo>
                        <a:cubicBezTo>
                          <a:pt x="918891" y="15931"/>
                          <a:pt x="1038506" y="12699"/>
                          <a:pt x="1389830" y="0"/>
                        </a:cubicBezTo>
                        <a:cubicBezTo>
                          <a:pt x="1741154" y="-12699"/>
                          <a:pt x="1762000" y="-17208"/>
                          <a:pt x="1945762" y="0"/>
                        </a:cubicBezTo>
                        <a:cubicBezTo>
                          <a:pt x="2129524" y="17208"/>
                          <a:pt x="2453772" y="22823"/>
                          <a:pt x="2640677" y="0"/>
                        </a:cubicBezTo>
                        <a:cubicBezTo>
                          <a:pt x="2827583" y="-22823"/>
                          <a:pt x="3242652" y="-31152"/>
                          <a:pt x="3405084" y="0"/>
                        </a:cubicBezTo>
                        <a:cubicBezTo>
                          <a:pt x="3567516" y="31152"/>
                          <a:pt x="3697218" y="22391"/>
                          <a:pt x="3891524" y="0"/>
                        </a:cubicBezTo>
                        <a:cubicBezTo>
                          <a:pt x="4085830" y="-22391"/>
                          <a:pt x="4147311" y="-19629"/>
                          <a:pt x="4377965" y="0"/>
                        </a:cubicBezTo>
                        <a:cubicBezTo>
                          <a:pt x="4608619" y="19629"/>
                          <a:pt x="4801188" y="-26337"/>
                          <a:pt x="5211863" y="0"/>
                        </a:cubicBezTo>
                        <a:cubicBezTo>
                          <a:pt x="5622538" y="26337"/>
                          <a:pt x="5743011" y="-9254"/>
                          <a:pt x="5906778" y="0"/>
                        </a:cubicBezTo>
                        <a:cubicBezTo>
                          <a:pt x="6070546" y="9254"/>
                          <a:pt x="6641194" y="43359"/>
                          <a:pt x="6949150" y="0"/>
                        </a:cubicBezTo>
                        <a:cubicBezTo>
                          <a:pt x="6949183" y="320118"/>
                          <a:pt x="6972420" y="379113"/>
                          <a:pt x="6949150" y="688341"/>
                        </a:cubicBezTo>
                        <a:cubicBezTo>
                          <a:pt x="6925880" y="997569"/>
                          <a:pt x="6929620" y="1190441"/>
                          <a:pt x="6949150" y="1424865"/>
                        </a:cubicBezTo>
                        <a:cubicBezTo>
                          <a:pt x="6968680" y="1659289"/>
                          <a:pt x="6932270" y="1765655"/>
                          <a:pt x="6949150" y="2016838"/>
                        </a:cubicBezTo>
                        <a:cubicBezTo>
                          <a:pt x="6966030" y="2268021"/>
                          <a:pt x="6980942" y="2551450"/>
                          <a:pt x="6949150" y="2705178"/>
                        </a:cubicBezTo>
                        <a:cubicBezTo>
                          <a:pt x="6917358" y="2858906"/>
                          <a:pt x="6950794" y="3026774"/>
                          <a:pt x="6949150" y="3248967"/>
                        </a:cubicBezTo>
                        <a:cubicBezTo>
                          <a:pt x="6947506" y="3471160"/>
                          <a:pt x="6938533" y="3657900"/>
                          <a:pt x="6949150" y="4033676"/>
                        </a:cubicBezTo>
                        <a:cubicBezTo>
                          <a:pt x="6959767" y="4409452"/>
                          <a:pt x="6986141" y="4542315"/>
                          <a:pt x="6949150" y="4818384"/>
                        </a:cubicBezTo>
                        <a:cubicBezTo>
                          <a:pt x="6617309" y="4859611"/>
                          <a:pt x="6293522" y="4816506"/>
                          <a:pt x="6115252" y="4818384"/>
                        </a:cubicBezTo>
                        <a:cubicBezTo>
                          <a:pt x="5936982" y="4820262"/>
                          <a:pt x="5664078" y="4823527"/>
                          <a:pt x="5350846" y="4818384"/>
                        </a:cubicBezTo>
                        <a:cubicBezTo>
                          <a:pt x="5037614" y="4813241"/>
                          <a:pt x="5040058" y="4838462"/>
                          <a:pt x="4794914" y="4818384"/>
                        </a:cubicBezTo>
                        <a:cubicBezTo>
                          <a:pt x="4549770" y="4798306"/>
                          <a:pt x="4267003" y="4778725"/>
                          <a:pt x="3961016" y="4818384"/>
                        </a:cubicBezTo>
                        <a:cubicBezTo>
                          <a:pt x="3655029" y="4858043"/>
                          <a:pt x="3581121" y="4843625"/>
                          <a:pt x="3266101" y="4818384"/>
                        </a:cubicBezTo>
                        <a:cubicBezTo>
                          <a:pt x="2951082" y="4793143"/>
                          <a:pt x="2958204" y="4811321"/>
                          <a:pt x="2779660" y="4818384"/>
                        </a:cubicBezTo>
                        <a:cubicBezTo>
                          <a:pt x="2601116" y="4825447"/>
                          <a:pt x="2410108" y="4830485"/>
                          <a:pt x="2084745" y="4818384"/>
                        </a:cubicBezTo>
                        <a:cubicBezTo>
                          <a:pt x="1759383" y="4806283"/>
                          <a:pt x="1592447" y="4829536"/>
                          <a:pt x="1459321" y="4818384"/>
                        </a:cubicBezTo>
                        <a:cubicBezTo>
                          <a:pt x="1326195" y="4807232"/>
                          <a:pt x="961699" y="4831668"/>
                          <a:pt x="833898" y="4818384"/>
                        </a:cubicBezTo>
                        <a:cubicBezTo>
                          <a:pt x="706097" y="4805100"/>
                          <a:pt x="405567" y="4783198"/>
                          <a:pt x="0" y="4818384"/>
                        </a:cubicBezTo>
                        <a:cubicBezTo>
                          <a:pt x="19912" y="4646829"/>
                          <a:pt x="-5787" y="4461033"/>
                          <a:pt x="0" y="4178227"/>
                        </a:cubicBezTo>
                        <a:cubicBezTo>
                          <a:pt x="5787" y="3895421"/>
                          <a:pt x="-8170" y="3635904"/>
                          <a:pt x="0" y="3441703"/>
                        </a:cubicBezTo>
                        <a:cubicBezTo>
                          <a:pt x="8170" y="3247502"/>
                          <a:pt x="29553" y="3060983"/>
                          <a:pt x="0" y="2801546"/>
                        </a:cubicBezTo>
                        <a:cubicBezTo>
                          <a:pt x="-29553" y="2542109"/>
                          <a:pt x="-10963" y="2468313"/>
                          <a:pt x="0" y="2257757"/>
                        </a:cubicBezTo>
                        <a:cubicBezTo>
                          <a:pt x="10963" y="2047201"/>
                          <a:pt x="-3041" y="1911395"/>
                          <a:pt x="0" y="1617600"/>
                        </a:cubicBezTo>
                        <a:cubicBezTo>
                          <a:pt x="3041" y="1323805"/>
                          <a:pt x="-11315" y="1095814"/>
                          <a:pt x="0" y="881076"/>
                        </a:cubicBezTo>
                        <a:cubicBezTo>
                          <a:pt x="11315" y="666338"/>
                          <a:pt x="29315" y="207175"/>
                          <a:pt x="0" y="0"/>
                        </a:cubicBezTo>
                        <a:close/>
                      </a:path>
                      <a:path w="6949150" h="4818384" stroke="0" extrusionOk="0">
                        <a:moveTo>
                          <a:pt x="0" y="0"/>
                        </a:moveTo>
                        <a:cubicBezTo>
                          <a:pt x="146200" y="22868"/>
                          <a:pt x="365499" y="-28243"/>
                          <a:pt x="625424" y="0"/>
                        </a:cubicBezTo>
                        <a:cubicBezTo>
                          <a:pt x="885349" y="28243"/>
                          <a:pt x="983698" y="-477"/>
                          <a:pt x="1111864" y="0"/>
                        </a:cubicBezTo>
                        <a:cubicBezTo>
                          <a:pt x="1240030" y="477"/>
                          <a:pt x="1701706" y="36578"/>
                          <a:pt x="1945762" y="0"/>
                        </a:cubicBezTo>
                        <a:cubicBezTo>
                          <a:pt x="2189818" y="-36578"/>
                          <a:pt x="2398117" y="26334"/>
                          <a:pt x="2571186" y="0"/>
                        </a:cubicBezTo>
                        <a:cubicBezTo>
                          <a:pt x="2744255" y="-26334"/>
                          <a:pt x="3002758" y="18302"/>
                          <a:pt x="3196609" y="0"/>
                        </a:cubicBezTo>
                        <a:cubicBezTo>
                          <a:pt x="3390460" y="-18302"/>
                          <a:pt x="3698572" y="31177"/>
                          <a:pt x="4030507" y="0"/>
                        </a:cubicBezTo>
                        <a:cubicBezTo>
                          <a:pt x="4362442" y="-31177"/>
                          <a:pt x="4465277" y="22923"/>
                          <a:pt x="4586439" y="0"/>
                        </a:cubicBezTo>
                        <a:cubicBezTo>
                          <a:pt x="4707601" y="-22923"/>
                          <a:pt x="5198495" y="-38705"/>
                          <a:pt x="5420337" y="0"/>
                        </a:cubicBezTo>
                        <a:cubicBezTo>
                          <a:pt x="5642179" y="38705"/>
                          <a:pt x="5986868" y="-30977"/>
                          <a:pt x="6254235" y="0"/>
                        </a:cubicBezTo>
                        <a:cubicBezTo>
                          <a:pt x="6521602" y="30977"/>
                          <a:pt x="6769056" y="6956"/>
                          <a:pt x="6949150" y="0"/>
                        </a:cubicBezTo>
                        <a:cubicBezTo>
                          <a:pt x="6959426" y="164551"/>
                          <a:pt x="6921543" y="599167"/>
                          <a:pt x="6949150" y="784708"/>
                        </a:cubicBezTo>
                        <a:cubicBezTo>
                          <a:pt x="6976757" y="970249"/>
                          <a:pt x="6975765" y="1236385"/>
                          <a:pt x="6949150" y="1521233"/>
                        </a:cubicBezTo>
                        <a:cubicBezTo>
                          <a:pt x="6922535" y="1806082"/>
                          <a:pt x="6946650" y="1849215"/>
                          <a:pt x="6949150" y="2065022"/>
                        </a:cubicBezTo>
                        <a:cubicBezTo>
                          <a:pt x="6951650" y="2280829"/>
                          <a:pt x="6959006" y="2489256"/>
                          <a:pt x="6949150" y="2753362"/>
                        </a:cubicBezTo>
                        <a:cubicBezTo>
                          <a:pt x="6939294" y="3017468"/>
                          <a:pt x="6981475" y="3226890"/>
                          <a:pt x="6949150" y="3441703"/>
                        </a:cubicBezTo>
                        <a:cubicBezTo>
                          <a:pt x="6916825" y="3656516"/>
                          <a:pt x="6945646" y="3819636"/>
                          <a:pt x="6949150" y="4130043"/>
                        </a:cubicBezTo>
                        <a:cubicBezTo>
                          <a:pt x="6952654" y="4440450"/>
                          <a:pt x="6926241" y="4670275"/>
                          <a:pt x="6949150" y="4818384"/>
                        </a:cubicBezTo>
                        <a:cubicBezTo>
                          <a:pt x="6691040" y="4838361"/>
                          <a:pt x="6385136" y="4789243"/>
                          <a:pt x="6184744" y="4818384"/>
                        </a:cubicBezTo>
                        <a:cubicBezTo>
                          <a:pt x="5984352" y="4847525"/>
                          <a:pt x="5916473" y="4838406"/>
                          <a:pt x="5698303" y="4818384"/>
                        </a:cubicBezTo>
                        <a:cubicBezTo>
                          <a:pt x="5480133" y="4798362"/>
                          <a:pt x="5314856" y="4814191"/>
                          <a:pt x="5142371" y="4818384"/>
                        </a:cubicBezTo>
                        <a:cubicBezTo>
                          <a:pt x="4969886" y="4822577"/>
                          <a:pt x="4660294" y="4823722"/>
                          <a:pt x="4308473" y="4818384"/>
                        </a:cubicBezTo>
                        <a:cubicBezTo>
                          <a:pt x="3956652" y="4813046"/>
                          <a:pt x="3959459" y="4791660"/>
                          <a:pt x="3613558" y="4818384"/>
                        </a:cubicBezTo>
                        <a:cubicBezTo>
                          <a:pt x="3267658" y="4845108"/>
                          <a:pt x="3208829" y="4791710"/>
                          <a:pt x="3057626" y="4818384"/>
                        </a:cubicBezTo>
                        <a:cubicBezTo>
                          <a:pt x="2906423" y="4845058"/>
                          <a:pt x="2615361" y="4832209"/>
                          <a:pt x="2362711" y="4818384"/>
                        </a:cubicBezTo>
                        <a:cubicBezTo>
                          <a:pt x="2110062" y="4804559"/>
                          <a:pt x="2009281" y="4834034"/>
                          <a:pt x="1876271" y="4818384"/>
                        </a:cubicBezTo>
                        <a:cubicBezTo>
                          <a:pt x="1743261" y="4802734"/>
                          <a:pt x="1591957" y="4800660"/>
                          <a:pt x="1389830" y="4818384"/>
                        </a:cubicBezTo>
                        <a:cubicBezTo>
                          <a:pt x="1187703" y="4836108"/>
                          <a:pt x="954300" y="4852725"/>
                          <a:pt x="694915" y="4818384"/>
                        </a:cubicBezTo>
                        <a:cubicBezTo>
                          <a:pt x="435531" y="4784043"/>
                          <a:pt x="333677" y="4795989"/>
                          <a:pt x="0" y="4818384"/>
                        </a:cubicBezTo>
                        <a:cubicBezTo>
                          <a:pt x="-26012" y="4528465"/>
                          <a:pt x="-7968" y="4278957"/>
                          <a:pt x="0" y="4081860"/>
                        </a:cubicBezTo>
                        <a:cubicBezTo>
                          <a:pt x="7968" y="3884763"/>
                          <a:pt x="-2900" y="3737894"/>
                          <a:pt x="0" y="3441703"/>
                        </a:cubicBezTo>
                        <a:cubicBezTo>
                          <a:pt x="2900" y="3145512"/>
                          <a:pt x="-22489" y="3148881"/>
                          <a:pt x="0" y="2897914"/>
                        </a:cubicBezTo>
                        <a:cubicBezTo>
                          <a:pt x="22489" y="2646947"/>
                          <a:pt x="-35125" y="2462270"/>
                          <a:pt x="0" y="2161389"/>
                        </a:cubicBezTo>
                        <a:cubicBezTo>
                          <a:pt x="35125" y="1860508"/>
                          <a:pt x="-9974" y="1760704"/>
                          <a:pt x="0" y="1569417"/>
                        </a:cubicBezTo>
                        <a:cubicBezTo>
                          <a:pt x="9974" y="1378130"/>
                          <a:pt x="-36555" y="1042236"/>
                          <a:pt x="0" y="832892"/>
                        </a:cubicBezTo>
                        <a:cubicBezTo>
                          <a:pt x="36555" y="623548"/>
                          <a:pt x="-19396" y="2975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 descr="A screenshot of a math table&#10;&#10;Description automatically generated">
            <a:extLst>
              <a:ext uri="{FF2B5EF4-FFF2-40B4-BE49-F238E27FC236}">
                <a16:creationId xmlns:a16="http://schemas.microsoft.com/office/drawing/2014/main" id="{7E422D7A-B679-997E-8ECD-7A1E49A385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94" t="33681" r="1843" b="2634"/>
          <a:stretch/>
        </p:blipFill>
        <p:spPr>
          <a:xfrm>
            <a:off x="4358668" y="4047131"/>
            <a:ext cx="2923270" cy="1357327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2D18ECD-9F02-AA16-6D0F-09A39A0B7AB4}"/>
              </a:ext>
            </a:extLst>
          </p:cNvPr>
          <p:cNvSpPr/>
          <p:nvPr/>
        </p:nvSpPr>
        <p:spPr>
          <a:xfrm>
            <a:off x="4665849" y="4306968"/>
            <a:ext cx="2551106" cy="978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A1F48A1-6631-565D-73B4-013006734DB3}"/>
              </a:ext>
            </a:extLst>
          </p:cNvPr>
          <p:cNvGrpSpPr/>
          <p:nvPr/>
        </p:nvGrpSpPr>
        <p:grpSpPr>
          <a:xfrm>
            <a:off x="2416992" y="1365098"/>
            <a:ext cx="3353814" cy="1184613"/>
            <a:chOff x="2660962" y="2348865"/>
            <a:chExt cx="3778627" cy="115436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8560A33-5C1B-5677-0B63-375211391D29}"/>
                </a:ext>
              </a:extLst>
            </p:cNvPr>
            <p:cNvCxnSpPr>
              <a:cxnSpLocks/>
            </p:cNvCxnSpPr>
            <p:nvPr/>
          </p:nvCxnSpPr>
          <p:spPr>
            <a:xfrm>
              <a:off x="4547859" y="2720295"/>
              <a:ext cx="1891730" cy="782932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8D5507E-8A43-8EAA-F769-1A13460200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0962" y="2720295"/>
              <a:ext cx="1886897" cy="708705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6F9D3A0-17AF-B608-15B8-B44DDF9DDBE6}"/>
                </a:ext>
              </a:extLst>
            </p:cNvPr>
            <p:cNvSpPr/>
            <p:nvPr/>
          </p:nvSpPr>
          <p:spPr>
            <a:xfrm>
              <a:off x="3119149" y="2902590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AF0821A-4834-E610-439D-46A535F5D33A}"/>
                </a:ext>
              </a:extLst>
            </p:cNvPr>
            <p:cNvSpPr/>
            <p:nvPr/>
          </p:nvSpPr>
          <p:spPr>
            <a:xfrm>
              <a:off x="5360569" y="3007746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B6C80A9-26E5-5419-3DCE-E4A1E421C7A0}"/>
                </a:ext>
              </a:extLst>
            </p:cNvPr>
            <p:cNvGrpSpPr/>
            <p:nvPr/>
          </p:nvGrpSpPr>
          <p:grpSpPr>
            <a:xfrm>
              <a:off x="3604409" y="2348865"/>
              <a:ext cx="2101005" cy="604204"/>
              <a:chOff x="3818518" y="1128873"/>
              <a:chExt cx="2101005" cy="6042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A9E315EE-801C-7FD1-B906-376B7EF2244E}"/>
                      </a:ext>
                    </a:extLst>
                  </p:cNvPr>
                  <p:cNvSpPr/>
                  <p:nvPr/>
                </p:nvSpPr>
                <p:spPr>
                  <a:xfrm>
                    <a:off x="3818518" y="1128873"/>
                    <a:ext cx="2101005" cy="604204"/>
                  </a:xfrm>
                  <a:prstGeom prst="round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A9E315EE-801C-7FD1-B906-376B7EF2244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8518" y="1128873"/>
                    <a:ext cx="2101005" cy="604204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6D404307-EBE0-B3E7-E5CA-5F79DDF52B10}"/>
                      </a:ext>
                    </a:extLst>
                  </p:cNvPr>
                  <p:cNvSpPr txBox="1"/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6D404307-EBE0-B3E7-E5CA-5F79DDF52B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EB1D705-0D04-AA96-1FCD-CD54AF13CC55}"/>
                  </a:ext>
                </a:extLst>
              </p:cNvPr>
              <p:cNvSpPr txBox="1"/>
              <p:nvPr/>
            </p:nvSpPr>
            <p:spPr>
              <a:xfrm>
                <a:off x="5033120" y="1206038"/>
                <a:ext cx="751321" cy="44987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182</a:t>
                </a:r>
              </a:p>
            </p:txBody>
          </p:sp>
        </p:grp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EA9E10B2-9F43-9769-555C-CB8ABB01CBB4}"/>
              </a:ext>
            </a:extLst>
          </p:cNvPr>
          <p:cNvSpPr/>
          <p:nvPr/>
        </p:nvSpPr>
        <p:spPr>
          <a:xfrm>
            <a:off x="715777" y="2517493"/>
            <a:ext cx="2892731" cy="1355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FFB853F-7F76-BB33-378F-63539CE1C2CB}"/>
              </a:ext>
            </a:extLst>
          </p:cNvPr>
          <p:cNvSpPr/>
          <p:nvPr/>
        </p:nvSpPr>
        <p:spPr>
          <a:xfrm>
            <a:off x="4637491" y="2595917"/>
            <a:ext cx="2363470" cy="143965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E636D818-952A-E395-0B1D-0280BA16B675}"/>
                  </a:ext>
                </a:extLst>
              </p:cNvPr>
              <p:cNvSpPr/>
              <p:nvPr/>
            </p:nvSpPr>
            <p:spPr>
              <a:xfrm>
                <a:off x="1657626" y="3768922"/>
                <a:ext cx="908387" cy="53804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E636D818-952A-E395-0B1D-0280BA16B6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626" y="3768922"/>
                <a:ext cx="908387" cy="53804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B59E76ED-807C-B222-4D37-574F14F469CD}"/>
              </a:ext>
            </a:extLst>
          </p:cNvPr>
          <p:cNvSpPr/>
          <p:nvPr/>
        </p:nvSpPr>
        <p:spPr>
          <a:xfrm>
            <a:off x="4080094" y="245379"/>
            <a:ext cx="970010" cy="472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6A3AA4-6235-E905-2B2E-BC6F249AD0E4}"/>
              </a:ext>
            </a:extLst>
          </p:cNvPr>
          <p:cNvSpPr/>
          <p:nvPr/>
        </p:nvSpPr>
        <p:spPr>
          <a:xfrm>
            <a:off x="3254372" y="242583"/>
            <a:ext cx="839527" cy="472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table with numbers and symbols&#10;&#10;Description automatically generated">
            <a:extLst>
              <a:ext uri="{FF2B5EF4-FFF2-40B4-BE49-F238E27FC236}">
                <a16:creationId xmlns:a16="http://schemas.microsoft.com/office/drawing/2014/main" id="{EA1FDE10-940D-C992-6991-6AB28C1CF7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4410" y="326831"/>
            <a:ext cx="1452477" cy="303077"/>
          </a:xfrm>
          <a:prstGeom prst="rect">
            <a:avLst/>
          </a:prstGeom>
        </p:spPr>
      </p:pic>
      <p:pic>
        <p:nvPicPr>
          <p:cNvPr id="5" name="Picture 4" descr="A screenshot of a math table&#10;&#10;Description automatically generated">
            <a:extLst>
              <a:ext uri="{FF2B5EF4-FFF2-40B4-BE49-F238E27FC236}">
                <a16:creationId xmlns:a16="http://schemas.microsoft.com/office/drawing/2014/main" id="{FEC342DC-F7FB-CFC8-6322-3F44E4D4F1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94" t="33681" r="1843" b="2634"/>
          <a:stretch/>
        </p:blipFill>
        <p:spPr>
          <a:xfrm>
            <a:off x="3608508" y="763671"/>
            <a:ext cx="1149346" cy="53366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1988F9-7A30-A04D-1774-BF100C21E2A8}"/>
              </a:ext>
            </a:extLst>
          </p:cNvPr>
          <p:cNvGraphicFramePr>
            <a:graphicFrameLocks noGrp="1"/>
          </p:cNvGraphicFramePr>
          <p:nvPr/>
        </p:nvGraphicFramePr>
        <p:xfrm>
          <a:off x="973501" y="2647525"/>
          <a:ext cx="2364360" cy="1098972"/>
        </p:xfrm>
        <a:graphic>
          <a:graphicData uri="http://schemas.openxmlformats.org/drawingml/2006/table">
            <a:tbl>
              <a:tblPr/>
              <a:tblGrid>
                <a:gridCol w="295545">
                  <a:extLst>
                    <a:ext uri="{9D8B030D-6E8A-4147-A177-3AD203B41FA5}">
                      <a16:colId xmlns:a16="http://schemas.microsoft.com/office/drawing/2014/main" val="3311014754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86923966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1361525296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4028492081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1170712134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1726792157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977039049"/>
                    </a:ext>
                  </a:extLst>
                </a:gridCol>
                <a:gridCol w="295545">
                  <a:extLst>
                    <a:ext uri="{9D8B030D-6E8A-4147-A177-3AD203B41FA5}">
                      <a16:colId xmlns:a16="http://schemas.microsoft.com/office/drawing/2014/main" val="2677498887"/>
                    </a:ext>
                  </a:extLst>
                </a:gridCol>
              </a:tblGrid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600815"/>
                  </a:ext>
                </a:extLst>
              </a:tr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561882"/>
                  </a:ext>
                </a:extLst>
              </a:tr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350296"/>
                  </a:ext>
                </a:extLst>
              </a:tr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51640"/>
                  </a:ext>
                </a:extLst>
              </a:tr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489697"/>
                  </a:ext>
                </a:extLst>
              </a:tr>
              <a:tr h="18316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18814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259F2C7-ED9D-30C1-8A77-91D2DBCBEE42}"/>
              </a:ext>
            </a:extLst>
          </p:cNvPr>
          <p:cNvGraphicFramePr>
            <a:graphicFrameLocks noGrp="1"/>
          </p:cNvGraphicFramePr>
          <p:nvPr/>
        </p:nvGraphicFramePr>
        <p:xfrm>
          <a:off x="4968534" y="2667024"/>
          <a:ext cx="1719756" cy="1250940"/>
        </p:xfrm>
        <a:graphic>
          <a:graphicData uri="http://schemas.openxmlformats.org/drawingml/2006/table">
            <a:tbl>
              <a:tblPr/>
              <a:tblGrid>
                <a:gridCol w="286626">
                  <a:extLst>
                    <a:ext uri="{9D8B030D-6E8A-4147-A177-3AD203B41FA5}">
                      <a16:colId xmlns:a16="http://schemas.microsoft.com/office/drawing/2014/main" val="2858835377"/>
                    </a:ext>
                  </a:extLst>
                </a:gridCol>
                <a:gridCol w="286626">
                  <a:extLst>
                    <a:ext uri="{9D8B030D-6E8A-4147-A177-3AD203B41FA5}">
                      <a16:colId xmlns:a16="http://schemas.microsoft.com/office/drawing/2014/main" val="1591634032"/>
                    </a:ext>
                  </a:extLst>
                </a:gridCol>
                <a:gridCol w="286626">
                  <a:extLst>
                    <a:ext uri="{9D8B030D-6E8A-4147-A177-3AD203B41FA5}">
                      <a16:colId xmlns:a16="http://schemas.microsoft.com/office/drawing/2014/main" val="4089445635"/>
                    </a:ext>
                  </a:extLst>
                </a:gridCol>
                <a:gridCol w="286626">
                  <a:extLst>
                    <a:ext uri="{9D8B030D-6E8A-4147-A177-3AD203B41FA5}">
                      <a16:colId xmlns:a16="http://schemas.microsoft.com/office/drawing/2014/main" val="2396849876"/>
                    </a:ext>
                  </a:extLst>
                </a:gridCol>
                <a:gridCol w="286626">
                  <a:extLst>
                    <a:ext uri="{9D8B030D-6E8A-4147-A177-3AD203B41FA5}">
                      <a16:colId xmlns:a16="http://schemas.microsoft.com/office/drawing/2014/main" val="3534556557"/>
                    </a:ext>
                  </a:extLst>
                </a:gridCol>
                <a:gridCol w="286626">
                  <a:extLst>
                    <a:ext uri="{9D8B030D-6E8A-4147-A177-3AD203B41FA5}">
                      <a16:colId xmlns:a16="http://schemas.microsoft.com/office/drawing/2014/main" val="2622331439"/>
                    </a:ext>
                  </a:extLst>
                </a:gridCol>
              </a:tblGrid>
              <a:tr h="2084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076519"/>
                  </a:ext>
                </a:extLst>
              </a:tr>
              <a:tr h="2084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150584"/>
                  </a:ext>
                </a:extLst>
              </a:tr>
              <a:tr h="2084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98978"/>
                  </a:ext>
                </a:extLst>
              </a:tr>
              <a:tr h="2084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803025"/>
                  </a:ext>
                </a:extLst>
              </a:tr>
              <a:tr h="2084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346352"/>
                  </a:ext>
                </a:extLst>
              </a:tr>
              <a:tr h="20849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108046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8CA343A3-48C3-47BF-7C60-E552833F3541}"/>
              </a:ext>
            </a:extLst>
          </p:cNvPr>
          <p:cNvGrpSpPr/>
          <p:nvPr/>
        </p:nvGrpSpPr>
        <p:grpSpPr>
          <a:xfrm>
            <a:off x="3901716" y="5836507"/>
            <a:ext cx="3315241" cy="776114"/>
            <a:chOff x="2250597" y="5033158"/>
            <a:chExt cx="4693582" cy="17616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ounded Rectangle 12">
                  <a:extLst>
                    <a:ext uri="{FF2B5EF4-FFF2-40B4-BE49-F238E27FC236}">
                      <a16:creationId xmlns:a16="http://schemas.microsoft.com/office/drawing/2014/main" id="{9D834A56-2EA8-C974-54D3-8880E5FABA06}"/>
                    </a:ext>
                  </a:extLst>
                </p:cNvPr>
                <p:cNvSpPr/>
                <p:nvPr/>
              </p:nvSpPr>
              <p:spPr>
                <a:xfrm>
                  <a:off x="3373497" y="6037503"/>
                  <a:ext cx="1398739" cy="757257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8" name="Rounded Rectangle 57">
                  <a:extLst>
                    <a:ext uri="{FF2B5EF4-FFF2-40B4-BE49-F238E27FC236}">
                      <a16:creationId xmlns:a16="http://schemas.microsoft.com/office/drawing/2014/main" id="{50A3BFC2-8E63-6205-FD15-1C4560E04D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3497" y="6037503"/>
                  <a:ext cx="1398739" cy="757257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ounded Rectangle 13">
                  <a:extLst>
                    <a:ext uri="{FF2B5EF4-FFF2-40B4-BE49-F238E27FC236}">
                      <a16:creationId xmlns:a16="http://schemas.microsoft.com/office/drawing/2014/main" id="{D6E7584C-49B4-3027-7346-C035959A7951}"/>
                    </a:ext>
                  </a:extLst>
                </p:cNvPr>
                <p:cNvSpPr/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Rounded Rectangle 58">
                  <a:extLst>
                    <a:ext uri="{FF2B5EF4-FFF2-40B4-BE49-F238E27FC236}">
                      <a16:creationId xmlns:a16="http://schemas.microsoft.com/office/drawing/2014/main" id="{A2E6336D-4E42-1B68-1DD3-5A2F7430AF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A3D49BE-C647-C965-B9A9-49E8F3FA94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8044" y="5033158"/>
              <a:ext cx="1007024" cy="1015828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7C10AC4E-C30B-5438-8211-88D690EEFB14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>
              <a:off x="4965068" y="5033158"/>
              <a:ext cx="972089" cy="1004347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23A9F3D-7C00-15B6-227C-8933E84F7D9E}"/>
                </a:ext>
              </a:extLst>
            </p:cNvPr>
            <p:cNvSpPr/>
            <p:nvPr/>
          </p:nvSpPr>
          <p:spPr>
            <a:xfrm>
              <a:off x="2250597" y="5480675"/>
              <a:ext cx="2387222" cy="124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2A6D98C-0F1E-641E-964E-0717CD3897E0}"/>
                </a:ext>
              </a:extLst>
            </p:cNvPr>
            <p:cNvSpPr/>
            <p:nvPr/>
          </p:nvSpPr>
          <p:spPr>
            <a:xfrm>
              <a:off x="5254766" y="5443910"/>
              <a:ext cx="1689413" cy="1608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5A3F6CB-4B3F-A8BB-E25E-D1813047CC99}"/>
              </a:ext>
            </a:extLst>
          </p:cNvPr>
          <p:cNvGrpSpPr/>
          <p:nvPr/>
        </p:nvGrpSpPr>
        <p:grpSpPr>
          <a:xfrm>
            <a:off x="5289164" y="5441978"/>
            <a:ext cx="1216498" cy="419218"/>
            <a:chOff x="1907556" y="3113840"/>
            <a:chExt cx="1989963" cy="6576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ounded Rectangle 20">
                  <a:extLst>
                    <a:ext uri="{FF2B5EF4-FFF2-40B4-BE49-F238E27FC236}">
                      <a16:creationId xmlns:a16="http://schemas.microsoft.com/office/drawing/2014/main" id="{62CDC15F-8618-3D99-9EAC-FD0EA0648D1F}"/>
                    </a:ext>
                  </a:extLst>
                </p:cNvPr>
                <p:cNvSpPr/>
                <p:nvPr/>
              </p:nvSpPr>
              <p:spPr>
                <a:xfrm>
                  <a:off x="1907556" y="3113840"/>
                  <a:ext cx="1989963" cy="657698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≤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1" name="Rounded Rectangle 20">
                  <a:extLst>
                    <a:ext uri="{FF2B5EF4-FFF2-40B4-BE49-F238E27FC236}">
                      <a16:creationId xmlns:a16="http://schemas.microsoft.com/office/drawing/2014/main" id="{62CDC15F-8618-3D99-9EAC-FD0EA0648D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7556" y="3113840"/>
                  <a:ext cx="1989963" cy="657698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92C378F-9A48-C079-52E4-374B2EECFF67}"/>
                </a:ext>
              </a:extLst>
            </p:cNvPr>
            <p:cNvSpPr txBox="1"/>
            <p:nvPr/>
          </p:nvSpPr>
          <p:spPr>
            <a:xfrm>
              <a:off x="2090710" y="3181075"/>
              <a:ext cx="609414" cy="5794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381E5D-C00B-4FA2-E9F1-E49E940FD95B}"/>
                </a:ext>
              </a:extLst>
            </p:cNvPr>
            <p:cNvSpPr txBox="1"/>
            <p:nvPr/>
          </p:nvSpPr>
          <p:spPr>
            <a:xfrm>
              <a:off x="3190481" y="3226406"/>
              <a:ext cx="609414" cy="434575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endParaRPr lang="en-US" sz="1200" dirty="0"/>
            </a:p>
          </p:txBody>
        </p:sp>
      </p:grp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CF78F51-142C-CD6F-6811-823C0BE9A843}"/>
              </a:ext>
            </a:extLst>
          </p:cNvPr>
          <p:cNvGraphicFramePr>
            <a:graphicFrameLocks noGrp="1"/>
          </p:cNvGraphicFramePr>
          <p:nvPr/>
        </p:nvGraphicFramePr>
        <p:xfrm>
          <a:off x="4694855" y="4335762"/>
          <a:ext cx="2551104" cy="992985"/>
        </p:xfrm>
        <a:graphic>
          <a:graphicData uri="http://schemas.openxmlformats.org/drawingml/2006/table">
            <a:tbl>
              <a:tblPr/>
              <a:tblGrid>
                <a:gridCol w="425184">
                  <a:extLst>
                    <a:ext uri="{9D8B030D-6E8A-4147-A177-3AD203B41FA5}">
                      <a16:colId xmlns:a16="http://schemas.microsoft.com/office/drawing/2014/main" val="3449562893"/>
                    </a:ext>
                  </a:extLst>
                </a:gridCol>
                <a:gridCol w="425184">
                  <a:extLst>
                    <a:ext uri="{9D8B030D-6E8A-4147-A177-3AD203B41FA5}">
                      <a16:colId xmlns:a16="http://schemas.microsoft.com/office/drawing/2014/main" val="2741080845"/>
                    </a:ext>
                  </a:extLst>
                </a:gridCol>
                <a:gridCol w="425184">
                  <a:extLst>
                    <a:ext uri="{9D8B030D-6E8A-4147-A177-3AD203B41FA5}">
                      <a16:colId xmlns:a16="http://schemas.microsoft.com/office/drawing/2014/main" val="1416023695"/>
                    </a:ext>
                  </a:extLst>
                </a:gridCol>
                <a:gridCol w="425184">
                  <a:extLst>
                    <a:ext uri="{9D8B030D-6E8A-4147-A177-3AD203B41FA5}">
                      <a16:colId xmlns:a16="http://schemas.microsoft.com/office/drawing/2014/main" val="501851246"/>
                    </a:ext>
                  </a:extLst>
                </a:gridCol>
                <a:gridCol w="425184">
                  <a:extLst>
                    <a:ext uri="{9D8B030D-6E8A-4147-A177-3AD203B41FA5}">
                      <a16:colId xmlns:a16="http://schemas.microsoft.com/office/drawing/2014/main" val="1581420958"/>
                    </a:ext>
                  </a:extLst>
                </a:gridCol>
                <a:gridCol w="425184">
                  <a:extLst>
                    <a:ext uri="{9D8B030D-6E8A-4147-A177-3AD203B41FA5}">
                      <a16:colId xmlns:a16="http://schemas.microsoft.com/office/drawing/2014/main" val="1373961577"/>
                    </a:ext>
                  </a:extLst>
                </a:gridCol>
              </a:tblGrid>
              <a:tr h="1985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815578"/>
                  </a:ext>
                </a:extLst>
              </a:tr>
              <a:tr h="1985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722137"/>
                  </a:ext>
                </a:extLst>
              </a:tr>
              <a:tr h="1985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1497850"/>
                  </a:ext>
                </a:extLst>
              </a:tr>
              <a:tr h="1985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290454"/>
                  </a:ext>
                </a:extLst>
              </a:tr>
              <a:tr h="1985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017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3325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D0C3F-541B-A744-3003-1CE5DE52C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9F26CA5-938D-442D-8167-DB055C72E2B1}"/>
              </a:ext>
            </a:extLst>
          </p:cNvPr>
          <p:cNvSpPr/>
          <p:nvPr/>
        </p:nvSpPr>
        <p:spPr>
          <a:xfrm>
            <a:off x="87681" y="0"/>
            <a:ext cx="8830850" cy="7644559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49150"/>
                      <a:gd name="connsiteY0" fmla="*/ 0 h 4818384"/>
                      <a:gd name="connsiteX1" fmla="*/ 625424 w 6949150"/>
                      <a:gd name="connsiteY1" fmla="*/ 0 h 4818384"/>
                      <a:gd name="connsiteX2" fmla="*/ 1389830 w 6949150"/>
                      <a:gd name="connsiteY2" fmla="*/ 0 h 4818384"/>
                      <a:gd name="connsiteX3" fmla="*/ 1945762 w 6949150"/>
                      <a:gd name="connsiteY3" fmla="*/ 0 h 4818384"/>
                      <a:gd name="connsiteX4" fmla="*/ 2640677 w 6949150"/>
                      <a:gd name="connsiteY4" fmla="*/ 0 h 4818384"/>
                      <a:gd name="connsiteX5" fmla="*/ 3405084 w 6949150"/>
                      <a:gd name="connsiteY5" fmla="*/ 0 h 4818384"/>
                      <a:gd name="connsiteX6" fmla="*/ 3891524 w 6949150"/>
                      <a:gd name="connsiteY6" fmla="*/ 0 h 4818384"/>
                      <a:gd name="connsiteX7" fmla="*/ 4377965 w 6949150"/>
                      <a:gd name="connsiteY7" fmla="*/ 0 h 4818384"/>
                      <a:gd name="connsiteX8" fmla="*/ 5211863 w 6949150"/>
                      <a:gd name="connsiteY8" fmla="*/ 0 h 4818384"/>
                      <a:gd name="connsiteX9" fmla="*/ 5906778 w 6949150"/>
                      <a:gd name="connsiteY9" fmla="*/ 0 h 4818384"/>
                      <a:gd name="connsiteX10" fmla="*/ 6949150 w 6949150"/>
                      <a:gd name="connsiteY10" fmla="*/ 0 h 4818384"/>
                      <a:gd name="connsiteX11" fmla="*/ 6949150 w 6949150"/>
                      <a:gd name="connsiteY11" fmla="*/ 688341 h 4818384"/>
                      <a:gd name="connsiteX12" fmla="*/ 6949150 w 6949150"/>
                      <a:gd name="connsiteY12" fmla="*/ 1424865 h 4818384"/>
                      <a:gd name="connsiteX13" fmla="*/ 6949150 w 6949150"/>
                      <a:gd name="connsiteY13" fmla="*/ 2016838 h 4818384"/>
                      <a:gd name="connsiteX14" fmla="*/ 6949150 w 6949150"/>
                      <a:gd name="connsiteY14" fmla="*/ 2705178 h 4818384"/>
                      <a:gd name="connsiteX15" fmla="*/ 6949150 w 6949150"/>
                      <a:gd name="connsiteY15" fmla="*/ 3248967 h 4818384"/>
                      <a:gd name="connsiteX16" fmla="*/ 6949150 w 6949150"/>
                      <a:gd name="connsiteY16" fmla="*/ 4033676 h 4818384"/>
                      <a:gd name="connsiteX17" fmla="*/ 6949150 w 6949150"/>
                      <a:gd name="connsiteY17" fmla="*/ 4818384 h 4818384"/>
                      <a:gd name="connsiteX18" fmla="*/ 6115252 w 6949150"/>
                      <a:gd name="connsiteY18" fmla="*/ 4818384 h 4818384"/>
                      <a:gd name="connsiteX19" fmla="*/ 5350846 w 6949150"/>
                      <a:gd name="connsiteY19" fmla="*/ 4818384 h 4818384"/>
                      <a:gd name="connsiteX20" fmla="*/ 4794914 w 6949150"/>
                      <a:gd name="connsiteY20" fmla="*/ 4818384 h 4818384"/>
                      <a:gd name="connsiteX21" fmla="*/ 3961016 w 6949150"/>
                      <a:gd name="connsiteY21" fmla="*/ 4818384 h 4818384"/>
                      <a:gd name="connsiteX22" fmla="*/ 3266101 w 6949150"/>
                      <a:gd name="connsiteY22" fmla="*/ 4818384 h 4818384"/>
                      <a:gd name="connsiteX23" fmla="*/ 2779660 w 6949150"/>
                      <a:gd name="connsiteY23" fmla="*/ 4818384 h 4818384"/>
                      <a:gd name="connsiteX24" fmla="*/ 2084745 w 6949150"/>
                      <a:gd name="connsiteY24" fmla="*/ 4818384 h 4818384"/>
                      <a:gd name="connsiteX25" fmla="*/ 1459321 w 6949150"/>
                      <a:gd name="connsiteY25" fmla="*/ 4818384 h 4818384"/>
                      <a:gd name="connsiteX26" fmla="*/ 833898 w 6949150"/>
                      <a:gd name="connsiteY26" fmla="*/ 4818384 h 4818384"/>
                      <a:gd name="connsiteX27" fmla="*/ 0 w 6949150"/>
                      <a:gd name="connsiteY27" fmla="*/ 4818384 h 4818384"/>
                      <a:gd name="connsiteX28" fmla="*/ 0 w 6949150"/>
                      <a:gd name="connsiteY28" fmla="*/ 4178227 h 4818384"/>
                      <a:gd name="connsiteX29" fmla="*/ 0 w 6949150"/>
                      <a:gd name="connsiteY29" fmla="*/ 3441703 h 4818384"/>
                      <a:gd name="connsiteX30" fmla="*/ 0 w 6949150"/>
                      <a:gd name="connsiteY30" fmla="*/ 2801546 h 4818384"/>
                      <a:gd name="connsiteX31" fmla="*/ 0 w 6949150"/>
                      <a:gd name="connsiteY31" fmla="*/ 2257757 h 4818384"/>
                      <a:gd name="connsiteX32" fmla="*/ 0 w 6949150"/>
                      <a:gd name="connsiteY32" fmla="*/ 1617600 h 4818384"/>
                      <a:gd name="connsiteX33" fmla="*/ 0 w 6949150"/>
                      <a:gd name="connsiteY33" fmla="*/ 881076 h 4818384"/>
                      <a:gd name="connsiteX34" fmla="*/ 0 w 6949150"/>
                      <a:gd name="connsiteY34" fmla="*/ 0 h 4818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949150" h="4818384" fill="none" extrusionOk="0">
                        <a:moveTo>
                          <a:pt x="0" y="0"/>
                        </a:moveTo>
                        <a:cubicBezTo>
                          <a:pt x="199453" y="27968"/>
                          <a:pt x="331957" y="-15931"/>
                          <a:pt x="625424" y="0"/>
                        </a:cubicBezTo>
                        <a:cubicBezTo>
                          <a:pt x="918891" y="15931"/>
                          <a:pt x="1038506" y="12699"/>
                          <a:pt x="1389830" y="0"/>
                        </a:cubicBezTo>
                        <a:cubicBezTo>
                          <a:pt x="1741154" y="-12699"/>
                          <a:pt x="1762000" y="-17208"/>
                          <a:pt x="1945762" y="0"/>
                        </a:cubicBezTo>
                        <a:cubicBezTo>
                          <a:pt x="2129524" y="17208"/>
                          <a:pt x="2453772" y="22823"/>
                          <a:pt x="2640677" y="0"/>
                        </a:cubicBezTo>
                        <a:cubicBezTo>
                          <a:pt x="2827583" y="-22823"/>
                          <a:pt x="3242652" y="-31152"/>
                          <a:pt x="3405084" y="0"/>
                        </a:cubicBezTo>
                        <a:cubicBezTo>
                          <a:pt x="3567516" y="31152"/>
                          <a:pt x="3697218" y="22391"/>
                          <a:pt x="3891524" y="0"/>
                        </a:cubicBezTo>
                        <a:cubicBezTo>
                          <a:pt x="4085830" y="-22391"/>
                          <a:pt x="4147311" y="-19629"/>
                          <a:pt x="4377965" y="0"/>
                        </a:cubicBezTo>
                        <a:cubicBezTo>
                          <a:pt x="4608619" y="19629"/>
                          <a:pt x="4801188" y="-26337"/>
                          <a:pt x="5211863" y="0"/>
                        </a:cubicBezTo>
                        <a:cubicBezTo>
                          <a:pt x="5622538" y="26337"/>
                          <a:pt x="5743011" y="-9254"/>
                          <a:pt x="5906778" y="0"/>
                        </a:cubicBezTo>
                        <a:cubicBezTo>
                          <a:pt x="6070546" y="9254"/>
                          <a:pt x="6641194" y="43359"/>
                          <a:pt x="6949150" y="0"/>
                        </a:cubicBezTo>
                        <a:cubicBezTo>
                          <a:pt x="6949183" y="320118"/>
                          <a:pt x="6972420" y="379113"/>
                          <a:pt x="6949150" y="688341"/>
                        </a:cubicBezTo>
                        <a:cubicBezTo>
                          <a:pt x="6925880" y="997569"/>
                          <a:pt x="6929620" y="1190441"/>
                          <a:pt x="6949150" y="1424865"/>
                        </a:cubicBezTo>
                        <a:cubicBezTo>
                          <a:pt x="6968680" y="1659289"/>
                          <a:pt x="6932270" y="1765655"/>
                          <a:pt x="6949150" y="2016838"/>
                        </a:cubicBezTo>
                        <a:cubicBezTo>
                          <a:pt x="6966030" y="2268021"/>
                          <a:pt x="6980942" y="2551450"/>
                          <a:pt x="6949150" y="2705178"/>
                        </a:cubicBezTo>
                        <a:cubicBezTo>
                          <a:pt x="6917358" y="2858906"/>
                          <a:pt x="6950794" y="3026774"/>
                          <a:pt x="6949150" y="3248967"/>
                        </a:cubicBezTo>
                        <a:cubicBezTo>
                          <a:pt x="6947506" y="3471160"/>
                          <a:pt x="6938533" y="3657900"/>
                          <a:pt x="6949150" y="4033676"/>
                        </a:cubicBezTo>
                        <a:cubicBezTo>
                          <a:pt x="6959767" y="4409452"/>
                          <a:pt x="6986141" y="4542315"/>
                          <a:pt x="6949150" y="4818384"/>
                        </a:cubicBezTo>
                        <a:cubicBezTo>
                          <a:pt x="6617309" y="4859611"/>
                          <a:pt x="6293522" y="4816506"/>
                          <a:pt x="6115252" y="4818384"/>
                        </a:cubicBezTo>
                        <a:cubicBezTo>
                          <a:pt x="5936982" y="4820262"/>
                          <a:pt x="5664078" y="4823527"/>
                          <a:pt x="5350846" y="4818384"/>
                        </a:cubicBezTo>
                        <a:cubicBezTo>
                          <a:pt x="5037614" y="4813241"/>
                          <a:pt x="5040058" y="4838462"/>
                          <a:pt x="4794914" y="4818384"/>
                        </a:cubicBezTo>
                        <a:cubicBezTo>
                          <a:pt x="4549770" y="4798306"/>
                          <a:pt x="4267003" y="4778725"/>
                          <a:pt x="3961016" y="4818384"/>
                        </a:cubicBezTo>
                        <a:cubicBezTo>
                          <a:pt x="3655029" y="4858043"/>
                          <a:pt x="3581121" y="4843625"/>
                          <a:pt x="3266101" y="4818384"/>
                        </a:cubicBezTo>
                        <a:cubicBezTo>
                          <a:pt x="2951082" y="4793143"/>
                          <a:pt x="2958204" y="4811321"/>
                          <a:pt x="2779660" y="4818384"/>
                        </a:cubicBezTo>
                        <a:cubicBezTo>
                          <a:pt x="2601116" y="4825447"/>
                          <a:pt x="2410108" y="4830485"/>
                          <a:pt x="2084745" y="4818384"/>
                        </a:cubicBezTo>
                        <a:cubicBezTo>
                          <a:pt x="1759383" y="4806283"/>
                          <a:pt x="1592447" y="4829536"/>
                          <a:pt x="1459321" y="4818384"/>
                        </a:cubicBezTo>
                        <a:cubicBezTo>
                          <a:pt x="1326195" y="4807232"/>
                          <a:pt x="961699" y="4831668"/>
                          <a:pt x="833898" y="4818384"/>
                        </a:cubicBezTo>
                        <a:cubicBezTo>
                          <a:pt x="706097" y="4805100"/>
                          <a:pt x="405567" y="4783198"/>
                          <a:pt x="0" y="4818384"/>
                        </a:cubicBezTo>
                        <a:cubicBezTo>
                          <a:pt x="19912" y="4646829"/>
                          <a:pt x="-5787" y="4461033"/>
                          <a:pt x="0" y="4178227"/>
                        </a:cubicBezTo>
                        <a:cubicBezTo>
                          <a:pt x="5787" y="3895421"/>
                          <a:pt x="-8170" y="3635904"/>
                          <a:pt x="0" y="3441703"/>
                        </a:cubicBezTo>
                        <a:cubicBezTo>
                          <a:pt x="8170" y="3247502"/>
                          <a:pt x="29553" y="3060983"/>
                          <a:pt x="0" y="2801546"/>
                        </a:cubicBezTo>
                        <a:cubicBezTo>
                          <a:pt x="-29553" y="2542109"/>
                          <a:pt x="-10963" y="2468313"/>
                          <a:pt x="0" y="2257757"/>
                        </a:cubicBezTo>
                        <a:cubicBezTo>
                          <a:pt x="10963" y="2047201"/>
                          <a:pt x="-3041" y="1911395"/>
                          <a:pt x="0" y="1617600"/>
                        </a:cubicBezTo>
                        <a:cubicBezTo>
                          <a:pt x="3041" y="1323805"/>
                          <a:pt x="-11315" y="1095814"/>
                          <a:pt x="0" y="881076"/>
                        </a:cubicBezTo>
                        <a:cubicBezTo>
                          <a:pt x="11315" y="666338"/>
                          <a:pt x="29315" y="207175"/>
                          <a:pt x="0" y="0"/>
                        </a:cubicBezTo>
                        <a:close/>
                      </a:path>
                      <a:path w="6949150" h="4818384" stroke="0" extrusionOk="0">
                        <a:moveTo>
                          <a:pt x="0" y="0"/>
                        </a:moveTo>
                        <a:cubicBezTo>
                          <a:pt x="146200" y="22868"/>
                          <a:pt x="365499" y="-28243"/>
                          <a:pt x="625424" y="0"/>
                        </a:cubicBezTo>
                        <a:cubicBezTo>
                          <a:pt x="885349" y="28243"/>
                          <a:pt x="983698" y="-477"/>
                          <a:pt x="1111864" y="0"/>
                        </a:cubicBezTo>
                        <a:cubicBezTo>
                          <a:pt x="1240030" y="477"/>
                          <a:pt x="1701706" y="36578"/>
                          <a:pt x="1945762" y="0"/>
                        </a:cubicBezTo>
                        <a:cubicBezTo>
                          <a:pt x="2189818" y="-36578"/>
                          <a:pt x="2398117" y="26334"/>
                          <a:pt x="2571186" y="0"/>
                        </a:cubicBezTo>
                        <a:cubicBezTo>
                          <a:pt x="2744255" y="-26334"/>
                          <a:pt x="3002758" y="18302"/>
                          <a:pt x="3196609" y="0"/>
                        </a:cubicBezTo>
                        <a:cubicBezTo>
                          <a:pt x="3390460" y="-18302"/>
                          <a:pt x="3698572" y="31177"/>
                          <a:pt x="4030507" y="0"/>
                        </a:cubicBezTo>
                        <a:cubicBezTo>
                          <a:pt x="4362442" y="-31177"/>
                          <a:pt x="4465277" y="22923"/>
                          <a:pt x="4586439" y="0"/>
                        </a:cubicBezTo>
                        <a:cubicBezTo>
                          <a:pt x="4707601" y="-22923"/>
                          <a:pt x="5198495" y="-38705"/>
                          <a:pt x="5420337" y="0"/>
                        </a:cubicBezTo>
                        <a:cubicBezTo>
                          <a:pt x="5642179" y="38705"/>
                          <a:pt x="5986868" y="-30977"/>
                          <a:pt x="6254235" y="0"/>
                        </a:cubicBezTo>
                        <a:cubicBezTo>
                          <a:pt x="6521602" y="30977"/>
                          <a:pt x="6769056" y="6956"/>
                          <a:pt x="6949150" y="0"/>
                        </a:cubicBezTo>
                        <a:cubicBezTo>
                          <a:pt x="6959426" y="164551"/>
                          <a:pt x="6921543" y="599167"/>
                          <a:pt x="6949150" y="784708"/>
                        </a:cubicBezTo>
                        <a:cubicBezTo>
                          <a:pt x="6976757" y="970249"/>
                          <a:pt x="6975765" y="1236385"/>
                          <a:pt x="6949150" y="1521233"/>
                        </a:cubicBezTo>
                        <a:cubicBezTo>
                          <a:pt x="6922535" y="1806082"/>
                          <a:pt x="6946650" y="1849215"/>
                          <a:pt x="6949150" y="2065022"/>
                        </a:cubicBezTo>
                        <a:cubicBezTo>
                          <a:pt x="6951650" y="2280829"/>
                          <a:pt x="6959006" y="2489256"/>
                          <a:pt x="6949150" y="2753362"/>
                        </a:cubicBezTo>
                        <a:cubicBezTo>
                          <a:pt x="6939294" y="3017468"/>
                          <a:pt x="6981475" y="3226890"/>
                          <a:pt x="6949150" y="3441703"/>
                        </a:cubicBezTo>
                        <a:cubicBezTo>
                          <a:pt x="6916825" y="3656516"/>
                          <a:pt x="6945646" y="3819636"/>
                          <a:pt x="6949150" y="4130043"/>
                        </a:cubicBezTo>
                        <a:cubicBezTo>
                          <a:pt x="6952654" y="4440450"/>
                          <a:pt x="6926241" y="4670275"/>
                          <a:pt x="6949150" y="4818384"/>
                        </a:cubicBezTo>
                        <a:cubicBezTo>
                          <a:pt x="6691040" y="4838361"/>
                          <a:pt x="6385136" y="4789243"/>
                          <a:pt x="6184744" y="4818384"/>
                        </a:cubicBezTo>
                        <a:cubicBezTo>
                          <a:pt x="5984352" y="4847525"/>
                          <a:pt x="5916473" y="4838406"/>
                          <a:pt x="5698303" y="4818384"/>
                        </a:cubicBezTo>
                        <a:cubicBezTo>
                          <a:pt x="5480133" y="4798362"/>
                          <a:pt x="5314856" y="4814191"/>
                          <a:pt x="5142371" y="4818384"/>
                        </a:cubicBezTo>
                        <a:cubicBezTo>
                          <a:pt x="4969886" y="4822577"/>
                          <a:pt x="4660294" y="4823722"/>
                          <a:pt x="4308473" y="4818384"/>
                        </a:cubicBezTo>
                        <a:cubicBezTo>
                          <a:pt x="3956652" y="4813046"/>
                          <a:pt x="3959459" y="4791660"/>
                          <a:pt x="3613558" y="4818384"/>
                        </a:cubicBezTo>
                        <a:cubicBezTo>
                          <a:pt x="3267658" y="4845108"/>
                          <a:pt x="3208829" y="4791710"/>
                          <a:pt x="3057626" y="4818384"/>
                        </a:cubicBezTo>
                        <a:cubicBezTo>
                          <a:pt x="2906423" y="4845058"/>
                          <a:pt x="2615361" y="4832209"/>
                          <a:pt x="2362711" y="4818384"/>
                        </a:cubicBezTo>
                        <a:cubicBezTo>
                          <a:pt x="2110062" y="4804559"/>
                          <a:pt x="2009281" y="4834034"/>
                          <a:pt x="1876271" y="4818384"/>
                        </a:cubicBezTo>
                        <a:cubicBezTo>
                          <a:pt x="1743261" y="4802734"/>
                          <a:pt x="1591957" y="4800660"/>
                          <a:pt x="1389830" y="4818384"/>
                        </a:cubicBezTo>
                        <a:cubicBezTo>
                          <a:pt x="1187703" y="4836108"/>
                          <a:pt x="954300" y="4852725"/>
                          <a:pt x="694915" y="4818384"/>
                        </a:cubicBezTo>
                        <a:cubicBezTo>
                          <a:pt x="435531" y="4784043"/>
                          <a:pt x="333677" y="4795989"/>
                          <a:pt x="0" y="4818384"/>
                        </a:cubicBezTo>
                        <a:cubicBezTo>
                          <a:pt x="-26012" y="4528465"/>
                          <a:pt x="-7968" y="4278957"/>
                          <a:pt x="0" y="4081860"/>
                        </a:cubicBezTo>
                        <a:cubicBezTo>
                          <a:pt x="7968" y="3884763"/>
                          <a:pt x="-2900" y="3737894"/>
                          <a:pt x="0" y="3441703"/>
                        </a:cubicBezTo>
                        <a:cubicBezTo>
                          <a:pt x="2900" y="3145512"/>
                          <a:pt x="-22489" y="3148881"/>
                          <a:pt x="0" y="2897914"/>
                        </a:cubicBezTo>
                        <a:cubicBezTo>
                          <a:pt x="22489" y="2646947"/>
                          <a:pt x="-35125" y="2462270"/>
                          <a:pt x="0" y="2161389"/>
                        </a:cubicBezTo>
                        <a:cubicBezTo>
                          <a:pt x="35125" y="1860508"/>
                          <a:pt x="-9974" y="1760704"/>
                          <a:pt x="0" y="1569417"/>
                        </a:cubicBezTo>
                        <a:cubicBezTo>
                          <a:pt x="9974" y="1378130"/>
                          <a:pt x="-36555" y="1042236"/>
                          <a:pt x="0" y="832892"/>
                        </a:cubicBezTo>
                        <a:cubicBezTo>
                          <a:pt x="36555" y="623548"/>
                          <a:pt x="-19396" y="2975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94F7373-AC89-B130-70AB-F6F6355C65B6}"/>
              </a:ext>
            </a:extLst>
          </p:cNvPr>
          <p:cNvGrpSpPr/>
          <p:nvPr/>
        </p:nvGrpSpPr>
        <p:grpSpPr>
          <a:xfrm>
            <a:off x="2834578" y="2739322"/>
            <a:ext cx="3353814" cy="1184612"/>
            <a:chOff x="2660962" y="2348866"/>
            <a:chExt cx="3778627" cy="1154361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42D3128-C105-EAF3-7B96-8F33C6A9724D}"/>
                </a:ext>
              </a:extLst>
            </p:cNvPr>
            <p:cNvCxnSpPr>
              <a:cxnSpLocks/>
            </p:cNvCxnSpPr>
            <p:nvPr/>
          </p:nvCxnSpPr>
          <p:spPr>
            <a:xfrm>
              <a:off x="4547859" y="2720295"/>
              <a:ext cx="1891730" cy="782932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C9737F0-9DEA-06AD-3E7D-DB36824811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0962" y="2720295"/>
              <a:ext cx="1886897" cy="708705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1A47C96-C594-92CA-1A7F-177E0DAE27EE}"/>
                </a:ext>
              </a:extLst>
            </p:cNvPr>
            <p:cNvSpPr/>
            <p:nvPr/>
          </p:nvSpPr>
          <p:spPr>
            <a:xfrm>
              <a:off x="3119149" y="2902590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68CE3DD-A884-2B24-CFF2-B7160839DEBF}"/>
                </a:ext>
              </a:extLst>
            </p:cNvPr>
            <p:cNvSpPr/>
            <p:nvPr/>
          </p:nvSpPr>
          <p:spPr>
            <a:xfrm>
              <a:off x="5360569" y="3007746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6ED4ADB-1FF8-F993-F98E-F0DAA35CC7BA}"/>
                </a:ext>
              </a:extLst>
            </p:cNvPr>
            <p:cNvGrpSpPr/>
            <p:nvPr/>
          </p:nvGrpSpPr>
          <p:grpSpPr>
            <a:xfrm>
              <a:off x="3604410" y="2348866"/>
              <a:ext cx="2033641" cy="604204"/>
              <a:chOff x="3818519" y="1128874"/>
              <a:chExt cx="2033641" cy="6042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DC66FE73-C3CA-5FBE-D601-AB54047BD75E}"/>
                      </a:ext>
                    </a:extLst>
                  </p:cNvPr>
                  <p:cNvSpPr/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 &lt;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B76D4458-9088-B67C-E8EB-31759A42C9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0191A62D-8A28-ED8B-ADD1-A09D1B943687}"/>
                      </a:ext>
                    </a:extLst>
                  </p:cNvPr>
                  <p:cNvSpPr txBox="1"/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22131774-4E28-3BC5-6A47-AE757E039C3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0B9C334-5EF7-3C12-6C13-615DDC3A6F7A}"/>
                  </a:ext>
                </a:extLst>
              </p:cNvPr>
              <p:cNvSpPr txBox="1"/>
              <p:nvPr/>
            </p:nvSpPr>
            <p:spPr>
              <a:xfrm>
                <a:off x="5100839" y="1217548"/>
                <a:ext cx="609414" cy="44987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42</a:t>
                </a:r>
              </a:p>
            </p:txBody>
          </p:sp>
        </p:grp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B9CF936A-3B2C-9202-7EE9-31A86DDBE0A5}"/>
              </a:ext>
            </a:extLst>
          </p:cNvPr>
          <p:cNvSpPr/>
          <p:nvPr/>
        </p:nvSpPr>
        <p:spPr>
          <a:xfrm>
            <a:off x="1742227" y="3870187"/>
            <a:ext cx="1995910" cy="1355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FA7B40-623B-E848-E7CA-BA3D5B969FD2}"/>
              </a:ext>
            </a:extLst>
          </p:cNvPr>
          <p:cNvSpPr/>
          <p:nvPr/>
        </p:nvSpPr>
        <p:spPr>
          <a:xfrm>
            <a:off x="5509637" y="3870187"/>
            <a:ext cx="2353517" cy="115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72E3D71-94D8-7BCA-903B-C7A3D7E01F5A}"/>
              </a:ext>
            </a:extLst>
          </p:cNvPr>
          <p:cNvGrpSpPr/>
          <p:nvPr/>
        </p:nvGrpSpPr>
        <p:grpSpPr>
          <a:xfrm>
            <a:off x="4819454" y="6559083"/>
            <a:ext cx="3315241" cy="776114"/>
            <a:chOff x="2250597" y="5033158"/>
            <a:chExt cx="4693582" cy="17616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ounded Rectangle 57">
                  <a:extLst>
                    <a:ext uri="{FF2B5EF4-FFF2-40B4-BE49-F238E27FC236}">
                      <a16:creationId xmlns:a16="http://schemas.microsoft.com/office/drawing/2014/main" id="{143C38BF-DED7-A51E-E00D-838A2EEA4ECD}"/>
                    </a:ext>
                  </a:extLst>
                </p:cNvPr>
                <p:cNvSpPr/>
                <p:nvPr/>
              </p:nvSpPr>
              <p:spPr>
                <a:xfrm>
                  <a:off x="3373497" y="6037503"/>
                  <a:ext cx="1398739" cy="757257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8" name="Rounded Rectangle 57">
                  <a:extLst>
                    <a:ext uri="{FF2B5EF4-FFF2-40B4-BE49-F238E27FC236}">
                      <a16:creationId xmlns:a16="http://schemas.microsoft.com/office/drawing/2014/main" id="{50A3BFC2-8E63-6205-FD15-1C4560E04D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3497" y="6037503"/>
                  <a:ext cx="1398739" cy="757257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ounded Rectangle 58">
                  <a:extLst>
                    <a:ext uri="{FF2B5EF4-FFF2-40B4-BE49-F238E27FC236}">
                      <a16:creationId xmlns:a16="http://schemas.microsoft.com/office/drawing/2014/main" id="{64F12A25-43BB-83D1-7823-46E95029BCD0}"/>
                    </a:ext>
                  </a:extLst>
                </p:cNvPr>
                <p:cNvSpPr/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Rounded Rectangle 58">
                  <a:extLst>
                    <a:ext uri="{FF2B5EF4-FFF2-40B4-BE49-F238E27FC236}">
                      <a16:creationId xmlns:a16="http://schemas.microsoft.com/office/drawing/2014/main" id="{A2E6336D-4E42-1B68-1DD3-5A2F7430AF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BCFD842A-80E9-8F85-EBE5-49D8A66F66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8044" y="5033158"/>
              <a:ext cx="1007024" cy="1015828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2C1EAD1-2666-2DE4-86D2-138B620046F9}"/>
                </a:ext>
              </a:extLst>
            </p:cNvPr>
            <p:cNvCxnSpPr>
              <a:cxnSpLocks/>
              <a:endCxn id="59" idx="0"/>
            </p:cNvCxnSpPr>
            <p:nvPr/>
          </p:nvCxnSpPr>
          <p:spPr>
            <a:xfrm>
              <a:off x="4965068" y="5033158"/>
              <a:ext cx="972089" cy="1004347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30D54F1-B8B2-96D2-B4EE-2D2A22736CD2}"/>
                </a:ext>
              </a:extLst>
            </p:cNvPr>
            <p:cNvSpPr/>
            <p:nvPr/>
          </p:nvSpPr>
          <p:spPr>
            <a:xfrm>
              <a:off x="2250597" y="5480675"/>
              <a:ext cx="2387222" cy="124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565B6AB-EC46-ACA4-FF8A-7E5B97D329C4}"/>
                </a:ext>
              </a:extLst>
            </p:cNvPr>
            <p:cNvSpPr/>
            <p:nvPr/>
          </p:nvSpPr>
          <p:spPr>
            <a:xfrm>
              <a:off x="5254766" y="5443910"/>
              <a:ext cx="1689413" cy="1608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B27B674-EECA-AC39-8318-35666CEC5501}"/>
              </a:ext>
            </a:extLst>
          </p:cNvPr>
          <p:cNvGrpSpPr/>
          <p:nvPr/>
        </p:nvGrpSpPr>
        <p:grpSpPr>
          <a:xfrm>
            <a:off x="6078146" y="6112934"/>
            <a:ext cx="1216498" cy="419218"/>
            <a:chOff x="1907556" y="3113837"/>
            <a:chExt cx="1989963" cy="657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ounded Rectangle 64">
                  <a:extLst>
                    <a:ext uri="{FF2B5EF4-FFF2-40B4-BE49-F238E27FC236}">
                      <a16:creationId xmlns:a16="http://schemas.microsoft.com/office/drawing/2014/main" id="{AD4EC659-E6C9-474D-4756-EF34421D6CA9}"/>
                    </a:ext>
                  </a:extLst>
                </p:cNvPr>
                <p:cNvSpPr/>
                <p:nvPr/>
              </p:nvSpPr>
              <p:spPr>
                <a:xfrm>
                  <a:off x="1907556" y="3113837"/>
                  <a:ext cx="1989963" cy="657697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&lt;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5" name="Rounded Rectangle 64">
                  <a:extLst>
                    <a:ext uri="{FF2B5EF4-FFF2-40B4-BE49-F238E27FC236}">
                      <a16:creationId xmlns:a16="http://schemas.microsoft.com/office/drawing/2014/main" id="{35E3E70C-E49C-4131-93F5-2C68B1BFF8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7556" y="3113837"/>
                  <a:ext cx="1989963" cy="657697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A75E1074-FC42-EF49-4D21-A69C870F8257}"/>
                    </a:ext>
                  </a:extLst>
                </p:cNvPr>
                <p:cNvSpPr txBox="1"/>
                <p:nvPr/>
              </p:nvSpPr>
              <p:spPr>
                <a:xfrm>
                  <a:off x="2090710" y="3181075"/>
                  <a:ext cx="609414" cy="48286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03AB838E-F767-2CED-7DC1-C9E2B68152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0710" y="3181075"/>
                  <a:ext cx="609414" cy="48286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59F972A9-6274-2A4C-E78D-E1027373B09F}"/>
                    </a:ext>
                  </a:extLst>
                </p:cNvPr>
                <p:cNvSpPr txBox="1"/>
                <p:nvPr/>
              </p:nvSpPr>
              <p:spPr>
                <a:xfrm>
                  <a:off x="3190481" y="3226406"/>
                  <a:ext cx="609414" cy="447450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BD81D0D-DF80-B652-F467-77527E940D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0481" y="3226406"/>
                  <a:ext cx="609414" cy="44745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0772E6EA-BDFF-6A31-47AD-0C55C29FE491}"/>
              </a:ext>
            </a:extLst>
          </p:cNvPr>
          <p:cNvGraphicFramePr>
            <a:graphicFrameLocks noGrp="1"/>
          </p:cNvGraphicFramePr>
          <p:nvPr/>
        </p:nvGraphicFramePr>
        <p:xfrm>
          <a:off x="5937713" y="3949381"/>
          <a:ext cx="1582152" cy="1026795"/>
        </p:xfrm>
        <a:graphic>
          <a:graphicData uri="http://schemas.openxmlformats.org/drawingml/2006/table">
            <a:tbl>
              <a:tblPr/>
              <a:tblGrid>
                <a:gridCol w="263692">
                  <a:extLst>
                    <a:ext uri="{9D8B030D-6E8A-4147-A177-3AD203B41FA5}">
                      <a16:colId xmlns:a16="http://schemas.microsoft.com/office/drawing/2014/main" val="4017208414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2514218000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4010742793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1318833208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3675222567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46497937"/>
                    </a:ext>
                  </a:extLst>
                </a:gridCol>
              </a:tblGrid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103927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79023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965341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379096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68007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761720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099787"/>
                  </a:ext>
                </a:extLst>
              </a:tr>
            </a:tbl>
          </a:graphicData>
        </a:graphic>
      </p:graphicFrame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0132FD19-7193-190E-9E5A-C6B5967702E4}"/>
              </a:ext>
            </a:extLst>
          </p:cNvPr>
          <p:cNvGraphicFramePr>
            <a:graphicFrameLocks noGrp="1"/>
          </p:cNvGraphicFramePr>
          <p:nvPr/>
        </p:nvGraphicFramePr>
        <p:xfrm>
          <a:off x="2154366" y="4034739"/>
          <a:ext cx="1265456" cy="1026795"/>
        </p:xfrm>
        <a:graphic>
          <a:graphicData uri="http://schemas.openxmlformats.org/drawingml/2006/table">
            <a:tbl>
              <a:tblPr/>
              <a:tblGrid>
                <a:gridCol w="296500">
                  <a:extLst>
                    <a:ext uri="{9D8B030D-6E8A-4147-A177-3AD203B41FA5}">
                      <a16:colId xmlns:a16="http://schemas.microsoft.com/office/drawing/2014/main" val="3112326024"/>
                    </a:ext>
                  </a:extLst>
                </a:gridCol>
                <a:gridCol w="286811">
                  <a:extLst>
                    <a:ext uri="{9D8B030D-6E8A-4147-A177-3AD203B41FA5}">
                      <a16:colId xmlns:a16="http://schemas.microsoft.com/office/drawing/2014/main" val="2049826576"/>
                    </a:ext>
                  </a:extLst>
                </a:gridCol>
                <a:gridCol w="372079">
                  <a:extLst>
                    <a:ext uri="{9D8B030D-6E8A-4147-A177-3AD203B41FA5}">
                      <a16:colId xmlns:a16="http://schemas.microsoft.com/office/drawing/2014/main" val="1211859640"/>
                    </a:ext>
                  </a:extLst>
                </a:gridCol>
                <a:gridCol w="310066">
                  <a:extLst>
                    <a:ext uri="{9D8B030D-6E8A-4147-A177-3AD203B41FA5}">
                      <a16:colId xmlns:a16="http://schemas.microsoft.com/office/drawing/2014/main" val="3428994747"/>
                    </a:ext>
                  </a:extLst>
                </a:gridCol>
              </a:tblGrid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628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578973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2598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743017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597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475792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346114"/>
                  </a:ext>
                </a:extLst>
              </a:tr>
            </a:tbl>
          </a:graphicData>
        </a:graphic>
      </p:graphicFrame>
      <p:pic>
        <p:nvPicPr>
          <p:cNvPr id="77" name="Picture 76" descr="A screenshot of a math table&#10;&#10;Description automatically generated">
            <a:extLst>
              <a:ext uri="{FF2B5EF4-FFF2-40B4-BE49-F238E27FC236}">
                <a16:creationId xmlns:a16="http://schemas.microsoft.com/office/drawing/2014/main" id="{E591AE5C-2A59-E39F-81E5-9E1A0D15F2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79088" y="5058478"/>
            <a:ext cx="1916961" cy="9914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BE84AADE-EFFF-89DC-4AD2-57E6FAECDE7F}"/>
                  </a:ext>
                </a:extLst>
              </p:cNvPr>
              <p:cNvSpPr/>
              <p:nvPr/>
            </p:nvSpPr>
            <p:spPr>
              <a:xfrm>
                <a:off x="2238241" y="5121616"/>
                <a:ext cx="908387" cy="53804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7D7EC0E3-23FE-D2F6-C518-AA88D8FA34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241" y="5121616"/>
                <a:ext cx="908387" cy="538046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3596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4369-4637-19E1-ADEA-574FBDCD6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9A764-8B86-4B23-D1B5-3541E37A2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70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BAE67-73D7-39BE-E09A-8BA70A2BC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E472552-420B-8D39-EEB7-E42B54B7ED99}"/>
              </a:ext>
            </a:extLst>
          </p:cNvPr>
          <p:cNvGraphicFramePr>
            <a:graphicFrameLocks noGrp="1"/>
          </p:cNvGraphicFramePr>
          <p:nvPr/>
        </p:nvGraphicFramePr>
        <p:xfrm>
          <a:off x="525517" y="174543"/>
          <a:ext cx="6216210" cy="2352675"/>
        </p:xfrm>
        <a:graphic>
          <a:graphicData uri="http://schemas.openxmlformats.org/drawingml/2006/table">
            <a:tbl>
              <a:tblPr/>
              <a:tblGrid>
                <a:gridCol w="690690">
                  <a:extLst>
                    <a:ext uri="{9D8B030D-6E8A-4147-A177-3AD203B41FA5}">
                      <a16:colId xmlns:a16="http://schemas.microsoft.com/office/drawing/2014/main" val="2662853941"/>
                    </a:ext>
                  </a:extLst>
                </a:gridCol>
                <a:gridCol w="690690">
                  <a:extLst>
                    <a:ext uri="{9D8B030D-6E8A-4147-A177-3AD203B41FA5}">
                      <a16:colId xmlns:a16="http://schemas.microsoft.com/office/drawing/2014/main" val="216679712"/>
                    </a:ext>
                  </a:extLst>
                </a:gridCol>
                <a:gridCol w="690690">
                  <a:extLst>
                    <a:ext uri="{9D8B030D-6E8A-4147-A177-3AD203B41FA5}">
                      <a16:colId xmlns:a16="http://schemas.microsoft.com/office/drawing/2014/main" val="3768259428"/>
                    </a:ext>
                  </a:extLst>
                </a:gridCol>
                <a:gridCol w="690690">
                  <a:extLst>
                    <a:ext uri="{9D8B030D-6E8A-4147-A177-3AD203B41FA5}">
                      <a16:colId xmlns:a16="http://schemas.microsoft.com/office/drawing/2014/main" val="25076841"/>
                    </a:ext>
                  </a:extLst>
                </a:gridCol>
                <a:gridCol w="690690">
                  <a:extLst>
                    <a:ext uri="{9D8B030D-6E8A-4147-A177-3AD203B41FA5}">
                      <a16:colId xmlns:a16="http://schemas.microsoft.com/office/drawing/2014/main" val="93720253"/>
                    </a:ext>
                  </a:extLst>
                </a:gridCol>
                <a:gridCol w="690690">
                  <a:extLst>
                    <a:ext uri="{9D8B030D-6E8A-4147-A177-3AD203B41FA5}">
                      <a16:colId xmlns:a16="http://schemas.microsoft.com/office/drawing/2014/main" val="1315466904"/>
                    </a:ext>
                  </a:extLst>
                </a:gridCol>
                <a:gridCol w="690690">
                  <a:extLst>
                    <a:ext uri="{9D8B030D-6E8A-4147-A177-3AD203B41FA5}">
                      <a16:colId xmlns:a16="http://schemas.microsoft.com/office/drawing/2014/main" val="151845989"/>
                    </a:ext>
                  </a:extLst>
                </a:gridCol>
                <a:gridCol w="690690">
                  <a:extLst>
                    <a:ext uri="{9D8B030D-6E8A-4147-A177-3AD203B41FA5}">
                      <a16:colId xmlns:a16="http://schemas.microsoft.com/office/drawing/2014/main" val="2864779117"/>
                    </a:ext>
                  </a:extLst>
                </a:gridCol>
                <a:gridCol w="690690">
                  <a:extLst>
                    <a:ext uri="{9D8B030D-6E8A-4147-A177-3AD203B41FA5}">
                      <a16:colId xmlns:a16="http://schemas.microsoft.com/office/drawing/2014/main" val="1892130350"/>
                    </a:ext>
                  </a:extLst>
                </a:gridCol>
              </a:tblGrid>
              <a:tr h="227343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489260"/>
                  </a:ext>
                </a:extLst>
              </a:tr>
              <a:tr h="2747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9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994546"/>
                  </a:ext>
                </a:extLst>
              </a:tr>
              <a:tr h="2747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816434"/>
                  </a:ext>
                </a:extLst>
              </a:tr>
              <a:tr h="2747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DC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196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179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160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188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208234"/>
                  </a:ext>
                </a:extLst>
              </a:tr>
              <a:tr h="2747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E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737217"/>
                  </a:ext>
                </a:extLst>
              </a:tr>
              <a:tr h="2747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D9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132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117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E6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096720"/>
                  </a:ext>
                </a:extLst>
              </a:tr>
              <a:tr h="2747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506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537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528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540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521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505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504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523</a:t>
                      </a:r>
                    </a:p>
                  </a:txBody>
                  <a:tcPr marL="9525" marR="57150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246362"/>
                  </a:ext>
                </a:extLst>
              </a:tr>
            </a:tbl>
          </a:graphicData>
        </a:graphic>
      </p:graphicFrame>
      <p:pic>
        <p:nvPicPr>
          <p:cNvPr id="18" name="Picture 17" descr="A screenshot of a math game&#10;&#10;Description automatically generated">
            <a:extLst>
              <a:ext uri="{FF2B5EF4-FFF2-40B4-BE49-F238E27FC236}">
                <a16:creationId xmlns:a16="http://schemas.microsoft.com/office/drawing/2014/main" id="{4588E829-F69D-EFFF-2254-5FDC3036A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56" y="2992131"/>
            <a:ext cx="6584731" cy="341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4433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7CF4C-489A-F2E2-B076-9D75E639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93B0524-47F0-DE0B-894C-44AF42902417}"/>
              </a:ext>
            </a:extLst>
          </p:cNvPr>
          <p:cNvSpPr/>
          <p:nvPr/>
        </p:nvSpPr>
        <p:spPr>
          <a:xfrm>
            <a:off x="581114" y="1350236"/>
            <a:ext cx="7725398" cy="3879790"/>
          </a:xfrm>
          <a:custGeom>
            <a:avLst/>
            <a:gdLst>
              <a:gd name="connsiteX0" fmla="*/ 0 w 7725398"/>
              <a:gd name="connsiteY0" fmla="*/ 0 h 3879790"/>
              <a:gd name="connsiteX1" fmla="*/ 566529 w 7725398"/>
              <a:gd name="connsiteY1" fmla="*/ 0 h 3879790"/>
              <a:gd name="connsiteX2" fmla="*/ 1287566 w 7725398"/>
              <a:gd name="connsiteY2" fmla="*/ 0 h 3879790"/>
              <a:gd name="connsiteX3" fmla="*/ 1776842 w 7725398"/>
              <a:gd name="connsiteY3" fmla="*/ 0 h 3879790"/>
              <a:gd name="connsiteX4" fmla="*/ 2420625 w 7725398"/>
              <a:gd name="connsiteY4" fmla="*/ 0 h 3879790"/>
              <a:gd name="connsiteX5" fmla="*/ 3141662 w 7725398"/>
              <a:gd name="connsiteY5" fmla="*/ 0 h 3879790"/>
              <a:gd name="connsiteX6" fmla="*/ 3553683 w 7725398"/>
              <a:gd name="connsiteY6" fmla="*/ 0 h 3879790"/>
              <a:gd name="connsiteX7" fmla="*/ 3965704 w 7725398"/>
              <a:gd name="connsiteY7" fmla="*/ 0 h 3879790"/>
              <a:gd name="connsiteX8" fmla="*/ 4763995 w 7725398"/>
              <a:gd name="connsiteY8" fmla="*/ 0 h 3879790"/>
              <a:gd name="connsiteX9" fmla="*/ 5407779 w 7725398"/>
              <a:gd name="connsiteY9" fmla="*/ 0 h 3879790"/>
              <a:gd name="connsiteX10" fmla="*/ 5819800 w 7725398"/>
              <a:gd name="connsiteY10" fmla="*/ 0 h 3879790"/>
              <a:gd name="connsiteX11" fmla="*/ 6463583 w 7725398"/>
              <a:gd name="connsiteY11" fmla="*/ 0 h 3879790"/>
              <a:gd name="connsiteX12" fmla="*/ 7725398 w 7725398"/>
              <a:gd name="connsiteY12" fmla="*/ 0 h 3879790"/>
              <a:gd name="connsiteX13" fmla="*/ 7725398 w 7725398"/>
              <a:gd name="connsiteY13" fmla="*/ 607834 h 3879790"/>
              <a:gd name="connsiteX14" fmla="*/ 7725398 w 7725398"/>
              <a:gd name="connsiteY14" fmla="*/ 1254465 h 3879790"/>
              <a:gd name="connsiteX15" fmla="*/ 7725398 w 7725398"/>
              <a:gd name="connsiteY15" fmla="*/ 1784703 h 3879790"/>
              <a:gd name="connsiteX16" fmla="*/ 7725398 w 7725398"/>
              <a:gd name="connsiteY16" fmla="*/ 2508931 h 3879790"/>
              <a:gd name="connsiteX17" fmla="*/ 7725398 w 7725398"/>
              <a:gd name="connsiteY17" fmla="*/ 3155563 h 3879790"/>
              <a:gd name="connsiteX18" fmla="*/ 7725398 w 7725398"/>
              <a:gd name="connsiteY18" fmla="*/ 3879790 h 3879790"/>
              <a:gd name="connsiteX19" fmla="*/ 7158869 w 7725398"/>
              <a:gd name="connsiteY19" fmla="*/ 3879790 h 3879790"/>
              <a:gd name="connsiteX20" fmla="*/ 6669594 w 7725398"/>
              <a:gd name="connsiteY20" fmla="*/ 3879790 h 3879790"/>
              <a:gd name="connsiteX21" fmla="*/ 5871302 w 7725398"/>
              <a:gd name="connsiteY21" fmla="*/ 3879790 h 3879790"/>
              <a:gd name="connsiteX22" fmla="*/ 5227519 w 7725398"/>
              <a:gd name="connsiteY22" fmla="*/ 3879790 h 3879790"/>
              <a:gd name="connsiteX23" fmla="*/ 4815498 w 7725398"/>
              <a:gd name="connsiteY23" fmla="*/ 3879790 h 3879790"/>
              <a:gd name="connsiteX24" fmla="*/ 4171715 w 7725398"/>
              <a:gd name="connsiteY24" fmla="*/ 3879790 h 3879790"/>
              <a:gd name="connsiteX25" fmla="*/ 3605186 w 7725398"/>
              <a:gd name="connsiteY25" fmla="*/ 3879790 h 3879790"/>
              <a:gd name="connsiteX26" fmla="*/ 3038657 w 7725398"/>
              <a:gd name="connsiteY26" fmla="*/ 3879790 h 3879790"/>
              <a:gd name="connsiteX27" fmla="*/ 2472127 w 7725398"/>
              <a:gd name="connsiteY27" fmla="*/ 3879790 h 3879790"/>
              <a:gd name="connsiteX28" fmla="*/ 1905598 w 7725398"/>
              <a:gd name="connsiteY28" fmla="*/ 3879790 h 3879790"/>
              <a:gd name="connsiteX29" fmla="*/ 1184561 w 7725398"/>
              <a:gd name="connsiteY29" fmla="*/ 3879790 h 3879790"/>
              <a:gd name="connsiteX30" fmla="*/ 0 w 7725398"/>
              <a:gd name="connsiteY30" fmla="*/ 3879790 h 3879790"/>
              <a:gd name="connsiteX31" fmla="*/ 0 w 7725398"/>
              <a:gd name="connsiteY31" fmla="*/ 3349552 h 3879790"/>
              <a:gd name="connsiteX32" fmla="*/ 0 w 7725398"/>
              <a:gd name="connsiteY32" fmla="*/ 2741718 h 3879790"/>
              <a:gd name="connsiteX33" fmla="*/ 0 w 7725398"/>
              <a:gd name="connsiteY33" fmla="*/ 2056289 h 3879790"/>
              <a:gd name="connsiteX34" fmla="*/ 0 w 7725398"/>
              <a:gd name="connsiteY34" fmla="*/ 1332061 h 3879790"/>
              <a:gd name="connsiteX35" fmla="*/ 0 w 7725398"/>
              <a:gd name="connsiteY35" fmla="*/ 801823 h 3879790"/>
              <a:gd name="connsiteX36" fmla="*/ 0 w 7725398"/>
              <a:gd name="connsiteY36" fmla="*/ 0 h 38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725398" h="3879790" fill="none" extrusionOk="0">
                <a:moveTo>
                  <a:pt x="0" y="0"/>
                </a:moveTo>
                <a:cubicBezTo>
                  <a:pt x="155188" y="-5899"/>
                  <a:pt x="326180" y="-9113"/>
                  <a:pt x="566529" y="0"/>
                </a:cubicBezTo>
                <a:cubicBezTo>
                  <a:pt x="806878" y="9113"/>
                  <a:pt x="1081026" y="-17820"/>
                  <a:pt x="1287566" y="0"/>
                </a:cubicBezTo>
                <a:cubicBezTo>
                  <a:pt x="1494106" y="17820"/>
                  <a:pt x="1662468" y="-14958"/>
                  <a:pt x="1776842" y="0"/>
                </a:cubicBezTo>
                <a:cubicBezTo>
                  <a:pt x="1891216" y="14958"/>
                  <a:pt x="2247040" y="24386"/>
                  <a:pt x="2420625" y="0"/>
                </a:cubicBezTo>
                <a:cubicBezTo>
                  <a:pt x="2594210" y="-24386"/>
                  <a:pt x="2804018" y="-12668"/>
                  <a:pt x="3141662" y="0"/>
                </a:cubicBezTo>
                <a:cubicBezTo>
                  <a:pt x="3479306" y="12668"/>
                  <a:pt x="3424425" y="1895"/>
                  <a:pt x="3553683" y="0"/>
                </a:cubicBezTo>
                <a:cubicBezTo>
                  <a:pt x="3682941" y="-1895"/>
                  <a:pt x="3880300" y="-10352"/>
                  <a:pt x="3965704" y="0"/>
                </a:cubicBezTo>
                <a:cubicBezTo>
                  <a:pt x="4051108" y="10352"/>
                  <a:pt x="4520786" y="-22380"/>
                  <a:pt x="4763995" y="0"/>
                </a:cubicBezTo>
                <a:cubicBezTo>
                  <a:pt x="5007204" y="22380"/>
                  <a:pt x="5128466" y="-25531"/>
                  <a:pt x="5407779" y="0"/>
                </a:cubicBezTo>
                <a:cubicBezTo>
                  <a:pt x="5687092" y="25531"/>
                  <a:pt x="5620512" y="14638"/>
                  <a:pt x="5819800" y="0"/>
                </a:cubicBezTo>
                <a:cubicBezTo>
                  <a:pt x="6019088" y="-14638"/>
                  <a:pt x="6276648" y="-21393"/>
                  <a:pt x="6463583" y="0"/>
                </a:cubicBezTo>
                <a:cubicBezTo>
                  <a:pt x="6650518" y="21393"/>
                  <a:pt x="7361675" y="-43224"/>
                  <a:pt x="7725398" y="0"/>
                </a:cubicBezTo>
                <a:cubicBezTo>
                  <a:pt x="7751970" y="258940"/>
                  <a:pt x="7736074" y="397993"/>
                  <a:pt x="7725398" y="607834"/>
                </a:cubicBezTo>
                <a:cubicBezTo>
                  <a:pt x="7714722" y="817675"/>
                  <a:pt x="7737809" y="977346"/>
                  <a:pt x="7725398" y="1254465"/>
                </a:cubicBezTo>
                <a:cubicBezTo>
                  <a:pt x="7712987" y="1531584"/>
                  <a:pt x="7731703" y="1559502"/>
                  <a:pt x="7725398" y="1784703"/>
                </a:cubicBezTo>
                <a:cubicBezTo>
                  <a:pt x="7719093" y="2009904"/>
                  <a:pt x="7694232" y="2271550"/>
                  <a:pt x="7725398" y="2508931"/>
                </a:cubicBezTo>
                <a:cubicBezTo>
                  <a:pt x="7756564" y="2746312"/>
                  <a:pt x="7702112" y="2976064"/>
                  <a:pt x="7725398" y="3155563"/>
                </a:cubicBezTo>
                <a:cubicBezTo>
                  <a:pt x="7748684" y="3335062"/>
                  <a:pt x="7735548" y="3703055"/>
                  <a:pt x="7725398" y="3879790"/>
                </a:cubicBezTo>
                <a:cubicBezTo>
                  <a:pt x="7487487" y="3905072"/>
                  <a:pt x="7298570" y="3907927"/>
                  <a:pt x="7158869" y="3879790"/>
                </a:cubicBezTo>
                <a:cubicBezTo>
                  <a:pt x="7019168" y="3851653"/>
                  <a:pt x="6768617" y="3890732"/>
                  <a:pt x="6669594" y="3879790"/>
                </a:cubicBezTo>
                <a:cubicBezTo>
                  <a:pt x="6570572" y="3868848"/>
                  <a:pt x="6051399" y="3915708"/>
                  <a:pt x="5871302" y="3879790"/>
                </a:cubicBezTo>
                <a:cubicBezTo>
                  <a:pt x="5691205" y="3843872"/>
                  <a:pt x="5508871" y="3865348"/>
                  <a:pt x="5227519" y="3879790"/>
                </a:cubicBezTo>
                <a:cubicBezTo>
                  <a:pt x="4946167" y="3894232"/>
                  <a:pt x="4949560" y="3859952"/>
                  <a:pt x="4815498" y="3879790"/>
                </a:cubicBezTo>
                <a:cubicBezTo>
                  <a:pt x="4681436" y="3899628"/>
                  <a:pt x="4432729" y="3900196"/>
                  <a:pt x="4171715" y="3879790"/>
                </a:cubicBezTo>
                <a:cubicBezTo>
                  <a:pt x="3910701" y="3859384"/>
                  <a:pt x="3854104" y="3855682"/>
                  <a:pt x="3605186" y="3879790"/>
                </a:cubicBezTo>
                <a:cubicBezTo>
                  <a:pt x="3356268" y="3903898"/>
                  <a:pt x="3290929" y="3884184"/>
                  <a:pt x="3038657" y="3879790"/>
                </a:cubicBezTo>
                <a:cubicBezTo>
                  <a:pt x="2786385" y="3875396"/>
                  <a:pt x="2599880" y="3858095"/>
                  <a:pt x="2472127" y="3879790"/>
                </a:cubicBezTo>
                <a:cubicBezTo>
                  <a:pt x="2344374" y="3901486"/>
                  <a:pt x="2143656" y="3892695"/>
                  <a:pt x="1905598" y="3879790"/>
                </a:cubicBezTo>
                <a:cubicBezTo>
                  <a:pt x="1667540" y="3866885"/>
                  <a:pt x="1451073" y="3860068"/>
                  <a:pt x="1184561" y="3879790"/>
                </a:cubicBezTo>
                <a:cubicBezTo>
                  <a:pt x="918049" y="3899512"/>
                  <a:pt x="550580" y="3839738"/>
                  <a:pt x="0" y="3879790"/>
                </a:cubicBezTo>
                <a:cubicBezTo>
                  <a:pt x="25570" y="3748634"/>
                  <a:pt x="1789" y="3534375"/>
                  <a:pt x="0" y="3349552"/>
                </a:cubicBezTo>
                <a:cubicBezTo>
                  <a:pt x="-1789" y="3164729"/>
                  <a:pt x="-7240" y="3003950"/>
                  <a:pt x="0" y="2741718"/>
                </a:cubicBezTo>
                <a:cubicBezTo>
                  <a:pt x="7240" y="2479486"/>
                  <a:pt x="-3352" y="2359528"/>
                  <a:pt x="0" y="2056289"/>
                </a:cubicBezTo>
                <a:cubicBezTo>
                  <a:pt x="3352" y="1753050"/>
                  <a:pt x="32179" y="1529567"/>
                  <a:pt x="0" y="1332061"/>
                </a:cubicBezTo>
                <a:cubicBezTo>
                  <a:pt x="-32179" y="1134555"/>
                  <a:pt x="-9129" y="926857"/>
                  <a:pt x="0" y="801823"/>
                </a:cubicBezTo>
                <a:cubicBezTo>
                  <a:pt x="9129" y="676789"/>
                  <a:pt x="18848" y="161079"/>
                  <a:pt x="0" y="0"/>
                </a:cubicBezTo>
                <a:close/>
              </a:path>
              <a:path w="7725398" h="3879790" stroke="0" extrusionOk="0">
                <a:moveTo>
                  <a:pt x="0" y="0"/>
                </a:moveTo>
                <a:cubicBezTo>
                  <a:pt x="187793" y="-26441"/>
                  <a:pt x="442973" y="23219"/>
                  <a:pt x="566529" y="0"/>
                </a:cubicBezTo>
                <a:cubicBezTo>
                  <a:pt x="690085" y="-23219"/>
                  <a:pt x="825049" y="19133"/>
                  <a:pt x="978550" y="0"/>
                </a:cubicBezTo>
                <a:cubicBezTo>
                  <a:pt x="1132051" y="-19133"/>
                  <a:pt x="1521453" y="24118"/>
                  <a:pt x="1776842" y="0"/>
                </a:cubicBezTo>
                <a:cubicBezTo>
                  <a:pt x="2032231" y="-24118"/>
                  <a:pt x="2093522" y="10741"/>
                  <a:pt x="2343371" y="0"/>
                </a:cubicBezTo>
                <a:cubicBezTo>
                  <a:pt x="2593220" y="-10741"/>
                  <a:pt x="2716318" y="22657"/>
                  <a:pt x="2909900" y="0"/>
                </a:cubicBezTo>
                <a:cubicBezTo>
                  <a:pt x="3103482" y="-22657"/>
                  <a:pt x="3462874" y="22521"/>
                  <a:pt x="3708191" y="0"/>
                </a:cubicBezTo>
                <a:cubicBezTo>
                  <a:pt x="3953508" y="-22521"/>
                  <a:pt x="3970235" y="21911"/>
                  <a:pt x="4197466" y="0"/>
                </a:cubicBezTo>
                <a:cubicBezTo>
                  <a:pt x="4424697" y="-21911"/>
                  <a:pt x="4628150" y="37956"/>
                  <a:pt x="4995757" y="0"/>
                </a:cubicBezTo>
                <a:cubicBezTo>
                  <a:pt x="5363364" y="-37956"/>
                  <a:pt x="5429568" y="-241"/>
                  <a:pt x="5794049" y="0"/>
                </a:cubicBezTo>
                <a:cubicBezTo>
                  <a:pt x="6158530" y="241"/>
                  <a:pt x="6266530" y="18962"/>
                  <a:pt x="6437832" y="0"/>
                </a:cubicBezTo>
                <a:cubicBezTo>
                  <a:pt x="6609134" y="-18962"/>
                  <a:pt x="7134869" y="43325"/>
                  <a:pt x="7725398" y="0"/>
                </a:cubicBezTo>
                <a:cubicBezTo>
                  <a:pt x="7719304" y="264583"/>
                  <a:pt x="7712325" y="348407"/>
                  <a:pt x="7725398" y="607834"/>
                </a:cubicBezTo>
                <a:cubicBezTo>
                  <a:pt x="7738471" y="867261"/>
                  <a:pt x="7726017" y="964745"/>
                  <a:pt x="7725398" y="1138072"/>
                </a:cubicBezTo>
                <a:cubicBezTo>
                  <a:pt x="7724779" y="1311399"/>
                  <a:pt x="7707689" y="1650068"/>
                  <a:pt x="7725398" y="1784703"/>
                </a:cubicBezTo>
                <a:cubicBezTo>
                  <a:pt x="7743107" y="1919338"/>
                  <a:pt x="7701774" y="2248227"/>
                  <a:pt x="7725398" y="2431335"/>
                </a:cubicBezTo>
                <a:cubicBezTo>
                  <a:pt x="7749022" y="2614443"/>
                  <a:pt x="7696131" y="2763595"/>
                  <a:pt x="7725398" y="3077967"/>
                </a:cubicBezTo>
                <a:cubicBezTo>
                  <a:pt x="7754665" y="3392339"/>
                  <a:pt x="7758501" y="3582085"/>
                  <a:pt x="7725398" y="3879790"/>
                </a:cubicBezTo>
                <a:cubicBezTo>
                  <a:pt x="7541061" y="3868394"/>
                  <a:pt x="7304905" y="3850290"/>
                  <a:pt x="7004361" y="3879790"/>
                </a:cubicBezTo>
                <a:cubicBezTo>
                  <a:pt x="6703817" y="3909290"/>
                  <a:pt x="6696790" y="3863791"/>
                  <a:pt x="6592340" y="3879790"/>
                </a:cubicBezTo>
                <a:cubicBezTo>
                  <a:pt x="6487890" y="3895789"/>
                  <a:pt x="6306891" y="3880801"/>
                  <a:pt x="6103064" y="3879790"/>
                </a:cubicBezTo>
                <a:cubicBezTo>
                  <a:pt x="5899237" y="3878779"/>
                  <a:pt x="5597384" y="3917145"/>
                  <a:pt x="5304773" y="3879790"/>
                </a:cubicBezTo>
                <a:cubicBezTo>
                  <a:pt x="5012162" y="3842435"/>
                  <a:pt x="4836672" y="3865586"/>
                  <a:pt x="4660990" y="3879790"/>
                </a:cubicBezTo>
                <a:cubicBezTo>
                  <a:pt x="4485308" y="3893994"/>
                  <a:pt x="4272075" y="3900258"/>
                  <a:pt x="4171715" y="3879790"/>
                </a:cubicBezTo>
                <a:cubicBezTo>
                  <a:pt x="4071356" y="3859322"/>
                  <a:pt x="3755334" y="3857113"/>
                  <a:pt x="3527932" y="3879790"/>
                </a:cubicBezTo>
                <a:cubicBezTo>
                  <a:pt x="3300530" y="3902467"/>
                  <a:pt x="3318419" y="3879359"/>
                  <a:pt x="3115911" y="3879790"/>
                </a:cubicBezTo>
                <a:cubicBezTo>
                  <a:pt x="2913403" y="3880221"/>
                  <a:pt x="2883949" y="3889820"/>
                  <a:pt x="2703889" y="3879790"/>
                </a:cubicBezTo>
                <a:cubicBezTo>
                  <a:pt x="2523829" y="3869760"/>
                  <a:pt x="2227640" y="3887975"/>
                  <a:pt x="2060106" y="3879790"/>
                </a:cubicBezTo>
                <a:cubicBezTo>
                  <a:pt x="1892572" y="3871605"/>
                  <a:pt x="1687049" y="3894357"/>
                  <a:pt x="1570831" y="3879790"/>
                </a:cubicBezTo>
                <a:cubicBezTo>
                  <a:pt x="1454614" y="3865223"/>
                  <a:pt x="1099168" y="3867054"/>
                  <a:pt x="849794" y="3879790"/>
                </a:cubicBezTo>
                <a:cubicBezTo>
                  <a:pt x="600420" y="3892526"/>
                  <a:pt x="315753" y="3908103"/>
                  <a:pt x="0" y="3879790"/>
                </a:cubicBezTo>
                <a:cubicBezTo>
                  <a:pt x="19372" y="3609211"/>
                  <a:pt x="-13955" y="3352443"/>
                  <a:pt x="0" y="3194360"/>
                </a:cubicBezTo>
                <a:cubicBezTo>
                  <a:pt x="13955" y="3036277"/>
                  <a:pt x="18905" y="2668638"/>
                  <a:pt x="0" y="2508931"/>
                </a:cubicBezTo>
                <a:cubicBezTo>
                  <a:pt x="-18905" y="2349224"/>
                  <a:pt x="19331" y="2072247"/>
                  <a:pt x="0" y="1939895"/>
                </a:cubicBezTo>
                <a:cubicBezTo>
                  <a:pt x="-19331" y="1807543"/>
                  <a:pt x="-972" y="1566680"/>
                  <a:pt x="0" y="1254465"/>
                </a:cubicBezTo>
                <a:cubicBezTo>
                  <a:pt x="972" y="942250"/>
                  <a:pt x="62613" y="261999"/>
                  <a:pt x="0" y="0"/>
                </a:cubicBez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F576924-D0F7-E7ED-D008-81F6DC65903C}"/>
                  </a:ext>
                </a:extLst>
              </p:cNvPr>
              <p:cNvSpPr/>
              <p:nvPr/>
            </p:nvSpPr>
            <p:spPr>
              <a:xfrm>
                <a:off x="815719" y="1594811"/>
                <a:ext cx="7109082" cy="562911"/>
              </a:xfrm>
              <a:prstGeom prst="roundRect">
                <a:avLst/>
              </a:prstGeom>
              <a:solidFill>
                <a:srgbClr val="FFFD75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∈{                                               </m:t>
                      </m:r>
                      <m:r>
                        <a:rPr lang="en-US" sz="3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}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CA8AF147-A5A1-410E-F4A9-BFE6A1FC31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19" y="1594811"/>
                <a:ext cx="7109082" cy="562911"/>
              </a:xfrm>
              <a:prstGeom prst="roundRect">
                <a:avLst/>
              </a:prstGeom>
              <a:blipFill>
                <a:blip r:embed="rId4"/>
                <a:stretch>
                  <a:fillRect b="-12903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2FE26C3C-9AB3-2B56-5AD0-26FCC24DD35B}"/>
                  </a:ext>
                </a:extLst>
              </p:cNvPr>
              <p:cNvSpPr/>
              <p:nvPr/>
            </p:nvSpPr>
            <p:spPr>
              <a:xfrm rot="16200000">
                <a:off x="-188822" y="3487731"/>
                <a:ext cx="2513828" cy="50474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=1 , …, 8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       </a:t>
                </a:r>
                <a:endParaRPr lang="en-US" sz="2800" dirty="0"/>
              </a:p>
            </p:txBody>
          </p:sp>
        </mc:Choice>
        <mc:Fallback xmlns="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517A239D-F7FE-9DD8-8B60-0E49E98BFD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88822" y="3487731"/>
                <a:ext cx="2513828" cy="504746"/>
              </a:xfrm>
              <a:prstGeom prst="roundRect">
                <a:avLst/>
              </a:prstGeom>
              <a:blipFill>
                <a:blip r:embed="rId5"/>
                <a:stretch>
                  <a:fillRect r="-1724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00B90F-1E4A-F607-9990-55A173665B88}"/>
                  </a:ext>
                </a:extLst>
              </p:cNvPr>
              <p:cNvSpPr txBox="1"/>
              <p:nvPr/>
            </p:nvSpPr>
            <p:spPr>
              <a:xfrm>
                <a:off x="2121234" y="1696553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57523E9-9392-48AA-84F6-BA1DA6995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234" y="1696553"/>
                <a:ext cx="1043674" cy="3583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C1E1E0-5129-D896-1E1B-C47448F6EED7}"/>
                  </a:ext>
                </a:extLst>
              </p:cNvPr>
              <p:cNvSpPr txBox="1"/>
              <p:nvPr/>
            </p:nvSpPr>
            <p:spPr>
              <a:xfrm>
                <a:off x="4737246" y="1758791"/>
                <a:ext cx="1180042" cy="27699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⋯⋯⋯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66C8A0D-05F4-84EF-7EF7-2822F2CA7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246" y="1758791"/>
                <a:ext cx="118004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19D3851-527D-EDBA-93FD-341DECBD5DC2}"/>
                  </a:ext>
                </a:extLst>
              </p:cNvPr>
              <p:cNvSpPr txBox="1"/>
              <p:nvPr/>
            </p:nvSpPr>
            <p:spPr>
              <a:xfrm>
                <a:off x="3317616" y="1708963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96A65F-AE1D-36D4-8ECC-10AEBDA63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616" y="1708963"/>
                <a:ext cx="1043674" cy="3583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19EF53-39A9-E721-1488-183015F9944A}"/>
                  </a:ext>
                </a:extLst>
              </p:cNvPr>
              <p:cNvSpPr txBox="1"/>
              <p:nvPr/>
            </p:nvSpPr>
            <p:spPr>
              <a:xfrm>
                <a:off x="6151893" y="1703128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7C0DC6-FA6E-FC9C-E9C2-F87BA3CAC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893" y="1703128"/>
                <a:ext cx="1043674" cy="3583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3A284C-EBFF-6645-0CCD-0A4AF2F0E66C}"/>
              </a:ext>
            </a:extLst>
          </p:cNvPr>
          <p:cNvGraphicFramePr>
            <a:graphicFrameLocks noGrp="1"/>
          </p:cNvGraphicFramePr>
          <p:nvPr/>
        </p:nvGraphicFramePr>
        <p:xfrm>
          <a:off x="1509215" y="2340372"/>
          <a:ext cx="6356768" cy="263908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33793">
                  <a:extLst>
                    <a:ext uri="{9D8B030D-6E8A-4147-A177-3AD203B41FA5}">
                      <a16:colId xmlns:a16="http://schemas.microsoft.com/office/drawing/2014/main" val="3980504908"/>
                    </a:ext>
                  </a:extLst>
                </a:gridCol>
                <a:gridCol w="1113420">
                  <a:extLst>
                    <a:ext uri="{9D8B030D-6E8A-4147-A177-3AD203B41FA5}">
                      <a16:colId xmlns:a16="http://schemas.microsoft.com/office/drawing/2014/main" val="3560750470"/>
                    </a:ext>
                  </a:extLst>
                </a:gridCol>
                <a:gridCol w="1181939">
                  <a:extLst>
                    <a:ext uri="{9D8B030D-6E8A-4147-A177-3AD203B41FA5}">
                      <a16:colId xmlns:a16="http://schemas.microsoft.com/office/drawing/2014/main" val="1023949154"/>
                    </a:ext>
                  </a:extLst>
                </a:gridCol>
                <a:gridCol w="1079161">
                  <a:extLst>
                    <a:ext uri="{9D8B030D-6E8A-4147-A177-3AD203B41FA5}">
                      <a16:colId xmlns:a16="http://schemas.microsoft.com/office/drawing/2014/main" val="3699071661"/>
                    </a:ext>
                  </a:extLst>
                </a:gridCol>
                <a:gridCol w="1113420">
                  <a:extLst>
                    <a:ext uri="{9D8B030D-6E8A-4147-A177-3AD203B41FA5}">
                      <a16:colId xmlns:a16="http://schemas.microsoft.com/office/drawing/2014/main" val="3695187582"/>
                    </a:ext>
                  </a:extLst>
                </a:gridCol>
                <a:gridCol w="1235035">
                  <a:extLst>
                    <a:ext uri="{9D8B030D-6E8A-4147-A177-3AD203B41FA5}">
                      <a16:colId xmlns:a16="http://schemas.microsoft.com/office/drawing/2014/main" val="2418733614"/>
                    </a:ext>
                  </a:extLst>
                </a:gridCol>
              </a:tblGrid>
              <a:tr h="3883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798402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78019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487644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018728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963596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E2CBBE03-B07C-B98C-976E-6FAE69E42ACC}"/>
              </a:ext>
            </a:extLst>
          </p:cNvPr>
          <p:cNvSpPr/>
          <p:nvPr/>
        </p:nvSpPr>
        <p:spPr>
          <a:xfrm rot="16200000">
            <a:off x="4823800" y="-337673"/>
            <a:ext cx="366069" cy="5718300"/>
          </a:xfrm>
          <a:prstGeom prst="rect">
            <a:avLst/>
          </a:prstGeom>
          <a:solidFill>
            <a:srgbClr val="FFFF00">
              <a:alpha val="69020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327718B-25CB-1CB1-6B94-B8CFAB1AA56A}"/>
              </a:ext>
            </a:extLst>
          </p:cNvPr>
          <p:cNvGraphicFramePr>
            <a:graphicFrameLocks noGrp="1"/>
          </p:cNvGraphicFramePr>
          <p:nvPr/>
        </p:nvGraphicFramePr>
        <p:xfrm>
          <a:off x="1555069" y="2321702"/>
          <a:ext cx="6310917" cy="2639082"/>
        </p:xfrm>
        <a:graphic>
          <a:graphicData uri="http://schemas.openxmlformats.org/drawingml/2006/table">
            <a:tbl>
              <a:tblPr/>
              <a:tblGrid>
                <a:gridCol w="701213">
                  <a:extLst>
                    <a:ext uri="{9D8B030D-6E8A-4147-A177-3AD203B41FA5}">
                      <a16:colId xmlns:a16="http://schemas.microsoft.com/office/drawing/2014/main" val="4225383029"/>
                    </a:ext>
                  </a:extLst>
                </a:gridCol>
                <a:gridCol w="701213">
                  <a:extLst>
                    <a:ext uri="{9D8B030D-6E8A-4147-A177-3AD203B41FA5}">
                      <a16:colId xmlns:a16="http://schemas.microsoft.com/office/drawing/2014/main" val="2835990146"/>
                    </a:ext>
                  </a:extLst>
                </a:gridCol>
                <a:gridCol w="701213">
                  <a:extLst>
                    <a:ext uri="{9D8B030D-6E8A-4147-A177-3AD203B41FA5}">
                      <a16:colId xmlns:a16="http://schemas.microsoft.com/office/drawing/2014/main" val="3727544220"/>
                    </a:ext>
                  </a:extLst>
                </a:gridCol>
                <a:gridCol w="701213">
                  <a:extLst>
                    <a:ext uri="{9D8B030D-6E8A-4147-A177-3AD203B41FA5}">
                      <a16:colId xmlns:a16="http://schemas.microsoft.com/office/drawing/2014/main" val="554170331"/>
                    </a:ext>
                  </a:extLst>
                </a:gridCol>
                <a:gridCol w="701213">
                  <a:extLst>
                    <a:ext uri="{9D8B030D-6E8A-4147-A177-3AD203B41FA5}">
                      <a16:colId xmlns:a16="http://schemas.microsoft.com/office/drawing/2014/main" val="1184440078"/>
                    </a:ext>
                  </a:extLst>
                </a:gridCol>
                <a:gridCol w="701213">
                  <a:extLst>
                    <a:ext uri="{9D8B030D-6E8A-4147-A177-3AD203B41FA5}">
                      <a16:colId xmlns:a16="http://schemas.microsoft.com/office/drawing/2014/main" val="3206552352"/>
                    </a:ext>
                  </a:extLst>
                </a:gridCol>
                <a:gridCol w="701213">
                  <a:extLst>
                    <a:ext uri="{9D8B030D-6E8A-4147-A177-3AD203B41FA5}">
                      <a16:colId xmlns:a16="http://schemas.microsoft.com/office/drawing/2014/main" val="911768675"/>
                    </a:ext>
                  </a:extLst>
                </a:gridCol>
                <a:gridCol w="701213">
                  <a:extLst>
                    <a:ext uri="{9D8B030D-6E8A-4147-A177-3AD203B41FA5}">
                      <a16:colId xmlns:a16="http://schemas.microsoft.com/office/drawing/2014/main" val="4211819927"/>
                    </a:ext>
                  </a:extLst>
                </a:gridCol>
                <a:gridCol w="701213">
                  <a:extLst>
                    <a:ext uri="{9D8B030D-6E8A-4147-A177-3AD203B41FA5}">
                      <a16:colId xmlns:a16="http://schemas.microsoft.com/office/drawing/2014/main" val="4080213867"/>
                    </a:ext>
                  </a:extLst>
                </a:gridCol>
              </a:tblGrid>
              <a:tr h="4398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959702"/>
                  </a:ext>
                </a:extLst>
              </a:tr>
              <a:tr h="4398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1282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934257"/>
                  </a:ext>
                </a:extLst>
              </a:tr>
              <a:tr h="4398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2734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346919"/>
                  </a:ext>
                </a:extLst>
              </a:tr>
              <a:tr h="4398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271366"/>
                  </a:ext>
                </a:extLst>
              </a:tr>
              <a:tr h="4398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359971"/>
                  </a:ext>
                </a:extLst>
              </a:tr>
              <a:tr h="4398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156626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F06AD1B2-6789-BFA5-474D-99A7C35B6879}"/>
              </a:ext>
            </a:extLst>
          </p:cNvPr>
          <p:cNvSpPr/>
          <p:nvPr/>
        </p:nvSpPr>
        <p:spPr>
          <a:xfrm>
            <a:off x="1509212" y="2336129"/>
            <a:ext cx="739354" cy="2641395"/>
          </a:xfrm>
          <a:prstGeom prst="rect">
            <a:avLst/>
          </a:prstGeom>
          <a:solidFill>
            <a:srgbClr val="8F51DB">
              <a:alpha val="29804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12AF97-8AAB-3F8D-979E-C7CC1FA10EEC}"/>
              </a:ext>
            </a:extLst>
          </p:cNvPr>
          <p:cNvSpPr/>
          <p:nvPr/>
        </p:nvSpPr>
        <p:spPr>
          <a:xfrm rot="16200000">
            <a:off x="4479559" y="-648646"/>
            <a:ext cx="416077" cy="6356771"/>
          </a:xfrm>
          <a:prstGeom prst="rect">
            <a:avLst/>
          </a:prstGeom>
          <a:solidFill>
            <a:srgbClr val="FFFF00">
              <a:alpha val="45098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0C09AD-AC6A-3D35-401C-D842870A1107}"/>
              </a:ext>
            </a:extLst>
          </p:cNvPr>
          <p:cNvSpPr/>
          <p:nvPr/>
        </p:nvSpPr>
        <p:spPr>
          <a:xfrm>
            <a:off x="1415442" y="3194137"/>
            <a:ext cx="6891070" cy="475989"/>
          </a:xfrm>
          <a:prstGeom prst="rect">
            <a:avLst/>
          </a:prstGeom>
          <a:solidFill>
            <a:srgbClr val="000000">
              <a:alpha val="76863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D8AD4B-45A3-EFB7-B917-401ACD3009A9}"/>
              </a:ext>
            </a:extLst>
          </p:cNvPr>
          <p:cNvSpPr/>
          <p:nvPr/>
        </p:nvSpPr>
        <p:spPr>
          <a:xfrm>
            <a:off x="1367953" y="4126485"/>
            <a:ext cx="6891070" cy="998279"/>
          </a:xfrm>
          <a:prstGeom prst="rect">
            <a:avLst/>
          </a:prstGeom>
          <a:solidFill>
            <a:srgbClr val="000000">
              <a:alpha val="76863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404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B691E-4BD7-1860-5CF2-EA34E12C4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D176945-C067-F054-DEAB-207EACC53760}"/>
              </a:ext>
            </a:extLst>
          </p:cNvPr>
          <p:cNvSpPr/>
          <p:nvPr/>
        </p:nvSpPr>
        <p:spPr>
          <a:xfrm>
            <a:off x="581114" y="1350236"/>
            <a:ext cx="7725398" cy="3879790"/>
          </a:xfrm>
          <a:custGeom>
            <a:avLst/>
            <a:gdLst>
              <a:gd name="connsiteX0" fmla="*/ 0 w 7725398"/>
              <a:gd name="connsiteY0" fmla="*/ 0 h 3879790"/>
              <a:gd name="connsiteX1" fmla="*/ 566529 w 7725398"/>
              <a:gd name="connsiteY1" fmla="*/ 0 h 3879790"/>
              <a:gd name="connsiteX2" fmla="*/ 1287566 w 7725398"/>
              <a:gd name="connsiteY2" fmla="*/ 0 h 3879790"/>
              <a:gd name="connsiteX3" fmla="*/ 1776842 w 7725398"/>
              <a:gd name="connsiteY3" fmla="*/ 0 h 3879790"/>
              <a:gd name="connsiteX4" fmla="*/ 2420625 w 7725398"/>
              <a:gd name="connsiteY4" fmla="*/ 0 h 3879790"/>
              <a:gd name="connsiteX5" fmla="*/ 3141662 w 7725398"/>
              <a:gd name="connsiteY5" fmla="*/ 0 h 3879790"/>
              <a:gd name="connsiteX6" fmla="*/ 3553683 w 7725398"/>
              <a:gd name="connsiteY6" fmla="*/ 0 h 3879790"/>
              <a:gd name="connsiteX7" fmla="*/ 3965704 w 7725398"/>
              <a:gd name="connsiteY7" fmla="*/ 0 h 3879790"/>
              <a:gd name="connsiteX8" fmla="*/ 4763995 w 7725398"/>
              <a:gd name="connsiteY8" fmla="*/ 0 h 3879790"/>
              <a:gd name="connsiteX9" fmla="*/ 5407779 w 7725398"/>
              <a:gd name="connsiteY9" fmla="*/ 0 h 3879790"/>
              <a:gd name="connsiteX10" fmla="*/ 5819800 w 7725398"/>
              <a:gd name="connsiteY10" fmla="*/ 0 h 3879790"/>
              <a:gd name="connsiteX11" fmla="*/ 6463583 w 7725398"/>
              <a:gd name="connsiteY11" fmla="*/ 0 h 3879790"/>
              <a:gd name="connsiteX12" fmla="*/ 7725398 w 7725398"/>
              <a:gd name="connsiteY12" fmla="*/ 0 h 3879790"/>
              <a:gd name="connsiteX13" fmla="*/ 7725398 w 7725398"/>
              <a:gd name="connsiteY13" fmla="*/ 607834 h 3879790"/>
              <a:gd name="connsiteX14" fmla="*/ 7725398 w 7725398"/>
              <a:gd name="connsiteY14" fmla="*/ 1254465 h 3879790"/>
              <a:gd name="connsiteX15" fmla="*/ 7725398 w 7725398"/>
              <a:gd name="connsiteY15" fmla="*/ 1784703 h 3879790"/>
              <a:gd name="connsiteX16" fmla="*/ 7725398 w 7725398"/>
              <a:gd name="connsiteY16" fmla="*/ 2508931 h 3879790"/>
              <a:gd name="connsiteX17" fmla="*/ 7725398 w 7725398"/>
              <a:gd name="connsiteY17" fmla="*/ 3155563 h 3879790"/>
              <a:gd name="connsiteX18" fmla="*/ 7725398 w 7725398"/>
              <a:gd name="connsiteY18" fmla="*/ 3879790 h 3879790"/>
              <a:gd name="connsiteX19" fmla="*/ 7158869 w 7725398"/>
              <a:gd name="connsiteY19" fmla="*/ 3879790 h 3879790"/>
              <a:gd name="connsiteX20" fmla="*/ 6669594 w 7725398"/>
              <a:gd name="connsiteY20" fmla="*/ 3879790 h 3879790"/>
              <a:gd name="connsiteX21" fmla="*/ 5871302 w 7725398"/>
              <a:gd name="connsiteY21" fmla="*/ 3879790 h 3879790"/>
              <a:gd name="connsiteX22" fmla="*/ 5227519 w 7725398"/>
              <a:gd name="connsiteY22" fmla="*/ 3879790 h 3879790"/>
              <a:gd name="connsiteX23" fmla="*/ 4815498 w 7725398"/>
              <a:gd name="connsiteY23" fmla="*/ 3879790 h 3879790"/>
              <a:gd name="connsiteX24" fmla="*/ 4171715 w 7725398"/>
              <a:gd name="connsiteY24" fmla="*/ 3879790 h 3879790"/>
              <a:gd name="connsiteX25" fmla="*/ 3605186 w 7725398"/>
              <a:gd name="connsiteY25" fmla="*/ 3879790 h 3879790"/>
              <a:gd name="connsiteX26" fmla="*/ 3038657 w 7725398"/>
              <a:gd name="connsiteY26" fmla="*/ 3879790 h 3879790"/>
              <a:gd name="connsiteX27" fmla="*/ 2472127 w 7725398"/>
              <a:gd name="connsiteY27" fmla="*/ 3879790 h 3879790"/>
              <a:gd name="connsiteX28" fmla="*/ 1905598 w 7725398"/>
              <a:gd name="connsiteY28" fmla="*/ 3879790 h 3879790"/>
              <a:gd name="connsiteX29" fmla="*/ 1184561 w 7725398"/>
              <a:gd name="connsiteY29" fmla="*/ 3879790 h 3879790"/>
              <a:gd name="connsiteX30" fmla="*/ 0 w 7725398"/>
              <a:gd name="connsiteY30" fmla="*/ 3879790 h 3879790"/>
              <a:gd name="connsiteX31" fmla="*/ 0 w 7725398"/>
              <a:gd name="connsiteY31" fmla="*/ 3349552 h 3879790"/>
              <a:gd name="connsiteX32" fmla="*/ 0 w 7725398"/>
              <a:gd name="connsiteY32" fmla="*/ 2741718 h 3879790"/>
              <a:gd name="connsiteX33" fmla="*/ 0 w 7725398"/>
              <a:gd name="connsiteY33" fmla="*/ 2056289 h 3879790"/>
              <a:gd name="connsiteX34" fmla="*/ 0 w 7725398"/>
              <a:gd name="connsiteY34" fmla="*/ 1332061 h 3879790"/>
              <a:gd name="connsiteX35" fmla="*/ 0 w 7725398"/>
              <a:gd name="connsiteY35" fmla="*/ 801823 h 3879790"/>
              <a:gd name="connsiteX36" fmla="*/ 0 w 7725398"/>
              <a:gd name="connsiteY36" fmla="*/ 0 h 38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725398" h="3879790" fill="none" extrusionOk="0">
                <a:moveTo>
                  <a:pt x="0" y="0"/>
                </a:moveTo>
                <a:cubicBezTo>
                  <a:pt x="155188" y="-5899"/>
                  <a:pt x="326180" y="-9113"/>
                  <a:pt x="566529" y="0"/>
                </a:cubicBezTo>
                <a:cubicBezTo>
                  <a:pt x="806878" y="9113"/>
                  <a:pt x="1081026" y="-17820"/>
                  <a:pt x="1287566" y="0"/>
                </a:cubicBezTo>
                <a:cubicBezTo>
                  <a:pt x="1494106" y="17820"/>
                  <a:pt x="1662468" y="-14958"/>
                  <a:pt x="1776842" y="0"/>
                </a:cubicBezTo>
                <a:cubicBezTo>
                  <a:pt x="1891216" y="14958"/>
                  <a:pt x="2247040" y="24386"/>
                  <a:pt x="2420625" y="0"/>
                </a:cubicBezTo>
                <a:cubicBezTo>
                  <a:pt x="2594210" y="-24386"/>
                  <a:pt x="2804018" y="-12668"/>
                  <a:pt x="3141662" y="0"/>
                </a:cubicBezTo>
                <a:cubicBezTo>
                  <a:pt x="3479306" y="12668"/>
                  <a:pt x="3424425" y="1895"/>
                  <a:pt x="3553683" y="0"/>
                </a:cubicBezTo>
                <a:cubicBezTo>
                  <a:pt x="3682941" y="-1895"/>
                  <a:pt x="3880300" y="-10352"/>
                  <a:pt x="3965704" y="0"/>
                </a:cubicBezTo>
                <a:cubicBezTo>
                  <a:pt x="4051108" y="10352"/>
                  <a:pt x="4520786" y="-22380"/>
                  <a:pt x="4763995" y="0"/>
                </a:cubicBezTo>
                <a:cubicBezTo>
                  <a:pt x="5007204" y="22380"/>
                  <a:pt x="5128466" y="-25531"/>
                  <a:pt x="5407779" y="0"/>
                </a:cubicBezTo>
                <a:cubicBezTo>
                  <a:pt x="5687092" y="25531"/>
                  <a:pt x="5620512" y="14638"/>
                  <a:pt x="5819800" y="0"/>
                </a:cubicBezTo>
                <a:cubicBezTo>
                  <a:pt x="6019088" y="-14638"/>
                  <a:pt x="6276648" y="-21393"/>
                  <a:pt x="6463583" y="0"/>
                </a:cubicBezTo>
                <a:cubicBezTo>
                  <a:pt x="6650518" y="21393"/>
                  <a:pt x="7361675" y="-43224"/>
                  <a:pt x="7725398" y="0"/>
                </a:cubicBezTo>
                <a:cubicBezTo>
                  <a:pt x="7751970" y="258940"/>
                  <a:pt x="7736074" y="397993"/>
                  <a:pt x="7725398" y="607834"/>
                </a:cubicBezTo>
                <a:cubicBezTo>
                  <a:pt x="7714722" y="817675"/>
                  <a:pt x="7737809" y="977346"/>
                  <a:pt x="7725398" y="1254465"/>
                </a:cubicBezTo>
                <a:cubicBezTo>
                  <a:pt x="7712987" y="1531584"/>
                  <a:pt x="7731703" y="1559502"/>
                  <a:pt x="7725398" y="1784703"/>
                </a:cubicBezTo>
                <a:cubicBezTo>
                  <a:pt x="7719093" y="2009904"/>
                  <a:pt x="7694232" y="2271550"/>
                  <a:pt x="7725398" y="2508931"/>
                </a:cubicBezTo>
                <a:cubicBezTo>
                  <a:pt x="7756564" y="2746312"/>
                  <a:pt x="7702112" y="2976064"/>
                  <a:pt x="7725398" y="3155563"/>
                </a:cubicBezTo>
                <a:cubicBezTo>
                  <a:pt x="7748684" y="3335062"/>
                  <a:pt x="7735548" y="3703055"/>
                  <a:pt x="7725398" y="3879790"/>
                </a:cubicBezTo>
                <a:cubicBezTo>
                  <a:pt x="7487487" y="3905072"/>
                  <a:pt x="7298570" y="3907927"/>
                  <a:pt x="7158869" y="3879790"/>
                </a:cubicBezTo>
                <a:cubicBezTo>
                  <a:pt x="7019168" y="3851653"/>
                  <a:pt x="6768617" y="3890732"/>
                  <a:pt x="6669594" y="3879790"/>
                </a:cubicBezTo>
                <a:cubicBezTo>
                  <a:pt x="6570572" y="3868848"/>
                  <a:pt x="6051399" y="3915708"/>
                  <a:pt x="5871302" y="3879790"/>
                </a:cubicBezTo>
                <a:cubicBezTo>
                  <a:pt x="5691205" y="3843872"/>
                  <a:pt x="5508871" y="3865348"/>
                  <a:pt x="5227519" y="3879790"/>
                </a:cubicBezTo>
                <a:cubicBezTo>
                  <a:pt x="4946167" y="3894232"/>
                  <a:pt x="4949560" y="3859952"/>
                  <a:pt x="4815498" y="3879790"/>
                </a:cubicBezTo>
                <a:cubicBezTo>
                  <a:pt x="4681436" y="3899628"/>
                  <a:pt x="4432729" y="3900196"/>
                  <a:pt x="4171715" y="3879790"/>
                </a:cubicBezTo>
                <a:cubicBezTo>
                  <a:pt x="3910701" y="3859384"/>
                  <a:pt x="3854104" y="3855682"/>
                  <a:pt x="3605186" y="3879790"/>
                </a:cubicBezTo>
                <a:cubicBezTo>
                  <a:pt x="3356268" y="3903898"/>
                  <a:pt x="3290929" y="3884184"/>
                  <a:pt x="3038657" y="3879790"/>
                </a:cubicBezTo>
                <a:cubicBezTo>
                  <a:pt x="2786385" y="3875396"/>
                  <a:pt x="2599880" y="3858095"/>
                  <a:pt x="2472127" y="3879790"/>
                </a:cubicBezTo>
                <a:cubicBezTo>
                  <a:pt x="2344374" y="3901486"/>
                  <a:pt x="2143656" y="3892695"/>
                  <a:pt x="1905598" y="3879790"/>
                </a:cubicBezTo>
                <a:cubicBezTo>
                  <a:pt x="1667540" y="3866885"/>
                  <a:pt x="1451073" y="3860068"/>
                  <a:pt x="1184561" y="3879790"/>
                </a:cubicBezTo>
                <a:cubicBezTo>
                  <a:pt x="918049" y="3899512"/>
                  <a:pt x="550580" y="3839738"/>
                  <a:pt x="0" y="3879790"/>
                </a:cubicBezTo>
                <a:cubicBezTo>
                  <a:pt x="25570" y="3748634"/>
                  <a:pt x="1789" y="3534375"/>
                  <a:pt x="0" y="3349552"/>
                </a:cubicBezTo>
                <a:cubicBezTo>
                  <a:pt x="-1789" y="3164729"/>
                  <a:pt x="-7240" y="3003950"/>
                  <a:pt x="0" y="2741718"/>
                </a:cubicBezTo>
                <a:cubicBezTo>
                  <a:pt x="7240" y="2479486"/>
                  <a:pt x="-3352" y="2359528"/>
                  <a:pt x="0" y="2056289"/>
                </a:cubicBezTo>
                <a:cubicBezTo>
                  <a:pt x="3352" y="1753050"/>
                  <a:pt x="32179" y="1529567"/>
                  <a:pt x="0" y="1332061"/>
                </a:cubicBezTo>
                <a:cubicBezTo>
                  <a:pt x="-32179" y="1134555"/>
                  <a:pt x="-9129" y="926857"/>
                  <a:pt x="0" y="801823"/>
                </a:cubicBezTo>
                <a:cubicBezTo>
                  <a:pt x="9129" y="676789"/>
                  <a:pt x="18848" y="161079"/>
                  <a:pt x="0" y="0"/>
                </a:cubicBezTo>
                <a:close/>
              </a:path>
              <a:path w="7725398" h="3879790" stroke="0" extrusionOk="0">
                <a:moveTo>
                  <a:pt x="0" y="0"/>
                </a:moveTo>
                <a:cubicBezTo>
                  <a:pt x="187793" y="-26441"/>
                  <a:pt x="442973" y="23219"/>
                  <a:pt x="566529" y="0"/>
                </a:cubicBezTo>
                <a:cubicBezTo>
                  <a:pt x="690085" y="-23219"/>
                  <a:pt x="825049" y="19133"/>
                  <a:pt x="978550" y="0"/>
                </a:cubicBezTo>
                <a:cubicBezTo>
                  <a:pt x="1132051" y="-19133"/>
                  <a:pt x="1521453" y="24118"/>
                  <a:pt x="1776842" y="0"/>
                </a:cubicBezTo>
                <a:cubicBezTo>
                  <a:pt x="2032231" y="-24118"/>
                  <a:pt x="2093522" y="10741"/>
                  <a:pt x="2343371" y="0"/>
                </a:cubicBezTo>
                <a:cubicBezTo>
                  <a:pt x="2593220" y="-10741"/>
                  <a:pt x="2716318" y="22657"/>
                  <a:pt x="2909900" y="0"/>
                </a:cubicBezTo>
                <a:cubicBezTo>
                  <a:pt x="3103482" y="-22657"/>
                  <a:pt x="3462874" y="22521"/>
                  <a:pt x="3708191" y="0"/>
                </a:cubicBezTo>
                <a:cubicBezTo>
                  <a:pt x="3953508" y="-22521"/>
                  <a:pt x="3970235" y="21911"/>
                  <a:pt x="4197466" y="0"/>
                </a:cubicBezTo>
                <a:cubicBezTo>
                  <a:pt x="4424697" y="-21911"/>
                  <a:pt x="4628150" y="37956"/>
                  <a:pt x="4995757" y="0"/>
                </a:cubicBezTo>
                <a:cubicBezTo>
                  <a:pt x="5363364" y="-37956"/>
                  <a:pt x="5429568" y="-241"/>
                  <a:pt x="5794049" y="0"/>
                </a:cubicBezTo>
                <a:cubicBezTo>
                  <a:pt x="6158530" y="241"/>
                  <a:pt x="6266530" y="18962"/>
                  <a:pt x="6437832" y="0"/>
                </a:cubicBezTo>
                <a:cubicBezTo>
                  <a:pt x="6609134" y="-18962"/>
                  <a:pt x="7134869" y="43325"/>
                  <a:pt x="7725398" y="0"/>
                </a:cubicBezTo>
                <a:cubicBezTo>
                  <a:pt x="7719304" y="264583"/>
                  <a:pt x="7712325" y="348407"/>
                  <a:pt x="7725398" y="607834"/>
                </a:cubicBezTo>
                <a:cubicBezTo>
                  <a:pt x="7738471" y="867261"/>
                  <a:pt x="7726017" y="964745"/>
                  <a:pt x="7725398" y="1138072"/>
                </a:cubicBezTo>
                <a:cubicBezTo>
                  <a:pt x="7724779" y="1311399"/>
                  <a:pt x="7707689" y="1650068"/>
                  <a:pt x="7725398" y="1784703"/>
                </a:cubicBezTo>
                <a:cubicBezTo>
                  <a:pt x="7743107" y="1919338"/>
                  <a:pt x="7701774" y="2248227"/>
                  <a:pt x="7725398" y="2431335"/>
                </a:cubicBezTo>
                <a:cubicBezTo>
                  <a:pt x="7749022" y="2614443"/>
                  <a:pt x="7696131" y="2763595"/>
                  <a:pt x="7725398" y="3077967"/>
                </a:cubicBezTo>
                <a:cubicBezTo>
                  <a:pt x="7754665" y="3392339"/>
                  <a:pt x="7758501" y="3582085"/>
                  <a:pt x="7725398" y="3879790"/>
                </a:cubicBezTo>
                <a:cubicBezTo>
                  <a:pt x="7541061" y="3868394"/>
                  <a:pt x="7304905" y="3850290"/>
                  <a:pt x="7004361" y="3879790"/>
                </a:cubicBezTo>
                <a:cubicBezTo>
                  <a:pt x="6703817" y="3909290"/>
                  <a:pt x="6696790" y="3863791"/>
                  <a:pt x="6592340" y="3879790"/>
                </a:cubicBezTo>
                <a:cubicBezTo>
                  <a:pt x="6487890" y="3895789"/>
                  <a:pt x="6306891" y="3880801"/>
                  <a:pt x="6103064" y="3879790"/>
                </a:cubicBezTo>
                <a:cubicBezTo>
                  <a:pt x="5899237" y="3878779"/>
                  <a:pt x="5597384" y="3917145"/>
                  <a:pt x="5304773" y="3879790"/>
                </a:cubicBezTo>
                <a:cubicBezTo>
                  <a:pt x="5012162" y="3842435"/>
                  <a:pt x="4836672" y="3865586"/>
                  <a:pt x="4660990" y="3879790"/>
                </a:cubicBezTo>
                <a:cubicBezTo>
                  <a:pt x="4485308" y="3893994"/>
                  <a:pt x="4272075" y="3900258"/>
                  <a:pt x="4171715" y="3879790"/>
                </a:cubicBezTo>
                <a:cubicBezTo>
                  <a:pt x="4071356" y="3859322"/>
                  <a:pt x="3755334" y="3857113"/>
                  <a:pt x="3527932" y="3879790"/>
                </a:cubicBezTo>
                <a:cubicBezTo>
                  <a:pt x="3300530" y="3902467"/>
                  <a:pt x="3318419" y="3879359"/>
                  <a:pt x="3115911" y="3879790"/>
                </a:cubicBezTo>
                <a:cubicBezTo>
                  <a:pt x="2913403" y="3880221"/>
                  <a:pt x="2883949" y="3889820"/>
                  <a:pt x="2703889" y="3879790"/>
                </a:cubicBezTo>
                <a:cubicBezTo>
                  <a:pt x="2523829" y="3869760"/>
                  <a:pt x="2227640" y="3887975"/>
                  <a:pt x="2060106" y="3879790"/>
                </a:cubicBezTo>
                <a:cubicBezTo>
                  <a:pt x="1892572" y="3871605"/>
                  <a:pt x="1687049" y="3894357"/>
                  <a:pt x="1570831" y="3879790"/>
                </a:cubicBezTo>
                <a:cubicBezTo>
                  <a:pt x="1454614" y="3865223"/>
                  <a:pt x="1099168" y="3867054"/>
                  <a:pt x="849794" y="3879790"/>
                </a:cubicBezTo>
                <a:cubicBezTo>
                  <a:pt x="600420" y="3892526"/>
                  <a:pt x="315753" y="3908103"/>
                  <a:pt x="0" y="3879790"/>
                </a:cubicBezTo>
                <a:cubicBezTo>
                  <a:pt x="19372" y="3609211"/>
                  <a:pt x="-13955" y="3352443"/>
                  <a:pt x="0" y="3194360"/>
                </a:cubicBezTo>
                <a:cubicBezTo>
                  <a:pt x="13955" y="3036277"/>
                  <a:pt x="18905" y="2668638"/>
                  <a:pt x="0" y="2508931"/>
                </a:cubicBezTo>
                <a:cubicBezTo>
                  <a:pt x="-18905" y="2349224"/>
                  <a:pt x="19331" y="2072247"/>
                  <a:pt x="0" y="1939895"/>
                </a:cubicBezTo>
                <a:cubicBezTo>
                  <a:pt x="-19331" y="1807543"/>
                  <a:pt x="-972" y="1566680"/>
                  <a:pt x="0" y="1254465"/>
                </a:cubicBezTo>
                <a:cubicBezTo>
                  <a:pt x="972" y="942250"/>
                  <a:pt x="62613" y="261999"/>
                  <a:pt x="0" y="0"/>
                </a:cubicBez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C570FA3-3907-8C30-5C15-98BE8D038BEE}"/>
                  </a:ext>
                </a:extLst>
              </p:cNvPr>
              <p:cNvSpPr/>
              <p:nvPr/>
            </p:nvSpPr>
            <p:spPr>
              <a:xfrm>
                <a:off x="815719" y="1594811"/>
                <a:ext cx="7109082" cy="562911"/>
              </a:xfrm>
              <a:prstGeom prst="roundRect">
                <a:avLst/>
              </a:prstGeom>
              <a:solidFill>
                <a:srgbClr val="FFFD75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∈{                                                   </m:t>
                      </m:r>
                      <m:r>
                        <a:rPr lang="en-US" sz="3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}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82BA3336-0420-A157-0A35-AE1AFA3BA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19" y="1594811"/>
                <a:ext cx="7109082" cy="562911"/>
              </a:xfrm>
              <a:prstGeom prst="roundRect">
                <a:avLst/>
              </a:prstGeom>
              <a:blipFill>
                <a:blip r:embed="rId4"/>
                <a:stretch>
                  <a:fillRect b="-12903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9F470040-BA01-127D-4B10-57C158745597}"/>
                  </a:ext>
                </a:extLst>
              </p:cNvPr>
              <p:cNvSpPr/>
              <p:nvPr/>
            </p:nvSpPr>
            <p:spPr>
              <a:xfrm rot="16200000">
                <a:off x="-188822" y="3487731"/>
                <a:ext cx="2513828" cy="50474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8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=1 , …, 8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       </a:t>
                </a:r>
                <a:endParaRPr lang="en-US" sz="2800" dirty="0"/>
              </a:p>
            </p:txBody>
          </p:sp>
        </mc:Choice>
        <mc:Fallback xmlns="">
          <p:sp>
            <p:nvSpPr>
              <p:cNvPr id="23" name="Rounded Rectangle 22">
                <a:extLst>
                  <a:ext uri="{FF2B5EF4-FFF2-40B4-BE49-F238E27FC236}">
                    <a16:creationId xmlns:a16="http://schemas.microsoft.com/office/drawing/2014/main" id="{D69DBD30-0B71-ECE7-3026-ED363806F7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88822" y="3487731"/>
                <a:ext cx="2513828" cy="504746"/>
              </a:xfrm>
              <a:prstGeom prst="roundRect">
                <a:avLst/>
              </a:prstGeom>
              <a:blipFill>
                <a:blip r:embed="rId5"/>
                <a:stretch>
                  <a:fillRect r="-1724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65000"/>
                    <a:lumOff val="35000"/>
                    <a:alpha val="6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0142374-09DB-30B7-D857-8788C49FA0A8}"/>
                  </a:ext>
                </a:extLst>
              </p:cNvPr>
              <p:cNvSpPr txBox="1"/>
              <p:nvPr/>
            </p:nvSpPr>
            <p:spPr>
              <a:xfrm>
                <a:off x="2121234" y="1696553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D7A646C-EC8A-5D6F-B67A-3B567C851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234" y="1696553"/>
                <a:ext cx="1043674" cy="3583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4B7912A-6BE4-BAC9-285B-325BC6C90755}"/>
                  </a:ext>
                </a:extLst>
              </p:cNvPr>
              <p:cNvSpPr txBox="1"/>
              <p:nvPr/>
            </p:nvSpPr>
            <p:spPr>
              <a:xfrm>
                <a:off x="4737246" y="1758791"/>
                <a:ext cx="1180042" cy="27699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⋯⋯⋯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C750428-5422-E8D4-128F-3B334C8DB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246" y="1758791"/>
                <a:ext cx="118004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9C93AB-0453-00B0-F436-1572288011BF}"/>
                  </a:ext>
                </a:extLst>
              </p:cNvPr>
              <p:cNvSpPr txBox="1"/>
              <p:nvPr/>
            </p:nvSpPr>
            <p:spPr>
              <a:xfrm>
                <a:off x="3317616" y="1708963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CD149D-9935-0F53-29A5-F47ED1BE1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616" y="1708963"/>
                <a:ext cx="1043674" cy="3583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4A485D-78F6-A677-D33C-C2D7B40E6CAF}"/>
                  </a:ext>
                </a:extLst>
              </p:cNvPr>
              <p:cNvSpPr txBox="1"/>
              <p:nvPr/>
            </p:nvSpPr>
            <p:spPr>
              <a:xfrm>
                <a:off x="6151893" y="1703128"/>
                <a:ext cx="1043674" cy="35836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B19738-F351-55F5-3656-427454E2F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893" y="1703128"/>
                <a:ext cx="1043674" cy="3583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71B9CA-FF4F-C879-8377-C69C7C180DF7}"/>
              </a:ext>
            </a:extLst>
          </p:cNvPr>
          <p:cNvGraphicFramePr>
            <a:graphicFrameLocks noGrp="1"/>
          </p:cNvGraphicFramePr>
          <p:nvPr/>
        </p:nvGraphicFramePr>
        <p:xfrm>
          <a:off x="1509215" y="2340372"/>
          <a:ext cx="6356768" cy="263908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633793">
                  <a:extLst>
                    <a:ext uri="{9D8B030D-6E8A-4147-A177-3AD203B41FA5}">
                      <a16:colId xmlns:a16="http://schemas.microsoft.com/office/drawing/2014/main" val="3980504908"/>
                    </a:ext>
                  </a:extLst>
                </a:gridCol>
                <a:gridCol w="1113420">
                  <a:extLst>
                    <a:ext uri="{9D8B030D-6E8A-4147-A177-3AD203B41FA5}">
                      <a16:colId xmlns:a16="http://schemas.microsoft.com/office/drawing/2014/main" val="3560750470"/>
                    </a:ext>
                  </a:extLst>
                </a:gridCol>
                <a:gridCol w="1181939">
                  <a:extLst>
                    <a:ext uri="{9D8B030D-6E8A-4147-A177-3AD203B41FA5}">
                      <a16:colId xmlns:a16="http://schemas.microsoft.com/office/drawing/2014/main" val="1023949154"/>
                    </a:ext>
                  </a:extLst>
                </a:gridCol>
                <a:gridCol w="1079161">
                  <a:extLst>
                    <a:ext uri="{9D8B030D-6E8A-4147-A177-3AD203B41FA5}">
                      <a16:colId xmlns:a16="http://schemas.microsoft.com/office/drawing/2014/main" val="3699071661"/>
                    </a:ext>
                  </a:extLst>
                </a:gridCol>
                <a:gridCol w="1113420">
                  <a:extLst>
                    <a:ext uri="{9D8B030D-6E8A-4147-A177-3AD203B41FA5}">
                      <a16:colId xmlns:a16="http://schemas.microsoft.com/office/drawing/2014/main" val="3695187582"/>
                    </a:ext>
                  </a:extLst>
                </a:gridCol>
                <a:gridCol w="1235035">
                  <a:extLst>
                    <a:ext uri="{9D8B030D-6E8A-4147-A177-3AD203B41FA5}">
                      <a16:colId xmlns:a16="http://schemas.microsoft.com/office/drawing/2014/main" val="2418733614"/>
                    </a:ext>
                  </a:extLst>
                </a:gridCol>
              </a:tblGrid>
              <a:tr h="3883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798402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778019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487644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018728"/>
                  </a:ext>
                </a:extLst>
              </a:tr>
              <a:tr h="5626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963596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1897447E-C0C7-1CCF-FFE9-363EA3227DB1}"/>
              </a:ext>
            </a:extLst>
          </p:cNvPr>
          <p:cNvSpPr/>
          <p:nvPr/>
        </p:nvSpPr>
        <p:spPr>
          <a:xfrm rot="16200000">
            <a:off x="4823800" y="-337673"/>
            <a:ext cx="366069" cy="5718300"/>
          </a:xfrm>
          <a:prstGeom prst="rect">
            <a:avLst/>
          </a:prstGeom>
          <a:solidFill>
            <a:srgbClr val="FFFF00">
              <a:alpha val="69020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1AA1CF-2D87-B343-2B32-655DAE87901D}"/>
              </a:ext>
            </a:extLst>
          </p:cNvPr>
          <p:cNvSpPr/>
          <p:nvPr/>
        </p:nvSpPr>
        <p:spPr>
          <a:xfrm>
            <a:off x="1509212" y="2336129"/>
            <a:ext cx="739354" cy="2641395"/>
          </a:xfrm>
          <a:prstGeom prst="rect">
            <a:avLst/>
          </a:prstGeom>
          <a:solidFill>
            <a:srgbClr val="8F51DB">
              <a:alpha val="29804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3D53A4-6B92-BC11-EF80-F488CEF8F8EF}"/>
              </a:ext>
            </a:extLst>
          </p:cNvPr>
          <p:cNvSpPr/>
          <p:nvPr/>
        </p:nvSpPr>
        <p:spPr>
          <a:xfrm rot="16200000">
            <a:off x="4479559" y="-648646"/>
            <a:ext cx="416077" cy="6356771"/>
          </a:xfrm>
          <a:prstGeom prst="rect">
            <a:avLst/>
          </a:prstGeom>
          <a:solidFill>
            <a:srgbClr val="FFFF00">
              <a:alpha val="45098"/>
            </a:srgbClr>
          </a:solidFill>
          <a:ln w="28575">
            <a:solidFill>
              <a:schemeClr val="bg1"/>
            </a:solidFill>
          </a:ln>
          <a:effectLst>
            <a:glow rad="101600">
              <a:schemeClr val="tx1">
                <a:lumMod val="65000"/>
                <a:lumOff val="3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484AF6-BFFC-8EA3-08FF-1BFE60953FEB}"/>
              </a:ext>
            </a:extLst>
          </p:cNvPr>
          <p:cNvGraphicFramePr>
            <a:graphicFrameLocks noGrp="1"/>
          </p:cNvGraphicFramePr>
          <p:nvPr/>
        </p:nvGraphicFramePr>
        <p:xfrm>
          <a:off x="1509210" y="2350104"/>
          <a:ext cx="6356766" cy="2646912"/>
        </p:xfrm>
        <a:graphic>
          <a:graphicData uri="http://schemas.openxmlformats.org/drawingml/2006/table">
            <a:tbl>
              <a:tblPr/>
              <a:tblGrid>
                <a:gridCol w="721372">
                  <a:extLst>
                    <a:ext uri="{9D8B030D-6E8A-4147-A177-3AD203B41FA5}">
                      <a16:colId xmlns:a16="http://schemas.microsoft.com/office/drawing/2014/main" val="235046874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3868476898"/>
                    </a:ext>
                  </a:extLst>
                </a:gridCol>
                <a:gridCol w="1149927">
                  <a:extLst>
                    <a:ext uri="{9D8B030D-6E8A-4147-A177-3AD203B41FA5}">
                      <a16:colId xmlns:a16="http://schemas.microsoft.com/office/drawing/2014/main" val="1529650693"/>
                    </a:ext>
                  </a:extLst>
                </a:gridCol>
                <a:gridCol w="1202763">
                  <a:extLst>
                    <a:ext uri="{9D8B030D-6E8A-4147-A177-3AD203B41FA5}">
                      <a16:colId xmlns:a16="http://schemas.microsoft.com/office/drawing/2014/main" val="1180829514"/>
                    </a:ext>
                  </a:extLst>
                </a:gridCol>
                <a:gridCol w="1059461">
                  <a:extLst>
                    <a:ext uri="{9D8B030D-6E8A-4147-A177-3AD203B41FA5}">
                      <a16:colId xmlns:a16="http://schemas.microsoft.com/office/drawing/2014/main" val="3600027350"/>
                    </a:ext>
                  </a:extLst>
                </a:gridCol>
                <a:gridCol w="1059461">
                  <a:extLst>
                    <a:ext uri="{9D8B030D-6E8A-4147-A177-3AD203B41FA5}">
                      <a16:colId xmlns:a16="http://schemas.microsoft.com/office/drawing/2014/main" val="399559168"/>
                    </a:ext>
                  </a:extLst>
                </a:gridCol>
              </a:tblGrid>
              <a:tr h="441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181091"/>
                  </a:ext>
                </a:extLst>
              </a:tr>
              <a:tr h="441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735191"/>
                  </a:ext>
                </a:extLst>
              </a:tr>
              <a:tr h="441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577827"/>
                  </a:ext>
                </a:extLst>
              </a:tr>
              <a:tr h="441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362436"/>
                  </a:ext>
                </a:extLst>
              </a:tr>
              <a:tr h="441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560823"/>
                  </a:ext>
                </a:extLst>
              </a:tr>
              <a:tr h="44115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27872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2CF2832-E84A-B045-3F10-1C5F86F8E06A}"/>
              </a:ext>
            </a:extLst>
          </p:cNvPr>
          <p:cNvSpPr/>
          <p:nvPr/>
        </p:nvSpPr>
        <p:spPr>
          <a:xfrm>
            <a:off x="1415442" y="2801605"/>
            <a:ext cx="6776580" cy="475989"/>
          </a:xfrm>
          <a:prstGeom prst="rect">
            <a:avLst/>
          </a:prstGeom>
          <a:solidFill>
            <a:srgbClr val="000000">
              <a:alpha val="76863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D3FE29-A467-F886-B1A2-964C4CEB2250}"/>
              </a:ext>
            </a:extLst>
          </p:cNvPr>
          <p:cNvSpPr/>
          <p:nvPr/>
        </p:nvSpPr>
        <p:spPr>
          <a:xfrm>
            <a:off x="1415442" y="3729095"/>
            <a:ext cx="6776580" cy="770377"/>
          </a:xfrm>
          <a:prstGeom prst="rect">
            <a:avLst/>
          </a:prstGeom>
          <a:solidFill>
            <a:srgbClr val="000000">
              <a:alpha val="76863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757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769DB-D348-12DD-4ABC-E0B410F56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47CF4D-93C9-E056-ED43-31835B51AFCC}"/>
              </a:ext>
            </a:extLst>
          </p:cNvPr>
          <p:cNvSpPr/>
          <p:nvPr/>
        </p:nvSpPr>
        <p:spPr>
          <a:xfrm>
            <a:off x="87681" y="0"/>
            <a:ext cx="8830850" cy="7644559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49150"/>
                      <a:gd name="connsiteY0" fmla="*/ 0 h 4818384"/>
                      <a:gd name="connsiteX1" fmla="*/ 625424 w 6949150"/>
                      <a:gd name="connsiteY1" fmla="*/ 0 h 4818384"/>
                      <a:gd name="connsiteX2" fmla="*/ 1389830 w 6949150"/>
                      <a:gd name="connsiteY2" fmla="*/ 0 h 4818384"/>
                      <a:gd name="connsiteX3" fmla="*/ 1945762 w 6949150"/>
                      <a:gd name="connsiteY3" fmla="*/ 0 h 4818384"/>
                      <a:gd name="connsiteX4" fmla="*/ 2640677 w 6949150"/>
                      <a:gd name="connsiteY4" fmla="*/ 0 h 4818384"/>
                      <a:gd name="connsiteX5" fmla="*/ 3405084 w 6949150"/>
                      <a:gd name="connsiteY5" fmla="*/ 0 h 4818384"/>
                      <a:gd name="connsiteX6" fmla="*/ 3891524 w 6949150"/>
                      <a:gd name="connsiteY6" fmla="*/ 0 h 4818384"/>
                      <a:gd name="connsiteX7" fmla="*/ 4377965 w 6949150"/>
                      <a:gd name="connsiteY7" fmla="*/ 0 h 4818384"/>
                      <a:gd name="connsiteX8" fmla="*/ 5211863 w 6949150"/>
                      <a:gd name="connsiteY8" fmla="*/ 0 h 4818384"/>
                      <a:gd name="connsiteX9" fmla="*/ 5906778 w 6949150"/>
                      <a:gd name="connsiteY9" fmla="*/ 0 h 4818384"/>
                      <a:gd name="connsiteX10" fmla="*/ 6949150 w 6949150"/>
                      <a:gd name="connsiteY10" fmla="*/ 0 h 4818384"/>
                      <a:gd name="connsiteX11" fmla="*/ 6949150 w 6949150"/>
                      <a:gd name="connsiteY11" fmla="*/ 688341 h 4818384"/>
                      <a:gd name="connsiteX12" fmla="*/ 6949150 w 6949150"/>
                      <a:gd name="connsiteY12" fmla="*/ 1424865 h 4818384"/>
                      <a:gd name="connsiteX13" fmla="*/ 6949150 w 6949150"/>
                      <a:gd name="connsiteY13" fmla="*/ 2016838 h 4818384"/>
                      <a:gd name="connsiteX14" fmla="*/ 6949150 w 6949150"/>
                      <a:gd name="connsiteY14" fmla="*/ 2705178 h 4818384"/>
                      <a:gd name="connsiteX15" fmla="*/ 6949150 w 6949150"/>
                      <a:gd name="connsiteY15" fmla="*/ 3248967 h 4818384"/>
                      <a:gd name="connsiteX16" fmla="*/ 6949150 w 6949150"/>
                      <a:gd name="connsiteY16" fmla="*/ 4033676 h 4818384"/>
                      <a:gd name="connsiteX17" fmla="*/ 6949150 w 6949150"/>
                      <a:gd name="connsiteY17" fmla="*/ 4818384 h 4818384"/>
                      <a:gd name="connsiteX18" fmla="*/ 6115252 w 6949150"/>
                      <a:gd name="connsiteY18" fmla="*/ 4818384 h 4818384"/>
                      <a:gd name="connsiteX19" fmla="*/ 5350846 w 6949150"/>
                      <a:gd name="connsiteY19" fmla="*/ 4818384 h 4818384"/>
                      <a:gd name="connsiteX20" fmla="*/ 4794914 w 6949150"/>
                      <a:gd name="connsiteY20" fmla="*/ 4818384 h 4818384"/>
                      <a:gd name="connsiteX21" fmla="*/ 3961016 w 6949150"/>
                      <a:gd name="connsiteY21" fmla="*/ 4818384 h 4818384"/>
                      <a:gd name="connsiteX22" fmla="*/ 3266101 w 6949150"/>
                      <a:gd name="connsiteY22" fmla="*/ 4818384 h 4818384"/>
                      <a:gd name="connsiteX23" fmla="*/ 2779660 w 6949150"/>
                      <a:gd name="connsiteY23" fmla="*/ 4818384 h 4818384"/>
                      <a:gd name="connsiteX24" fmla="*/ 2084745 w 6949150"/>
                      <a:gd name="connsiteY24" fmla="*/ 4818384 h 4818384"/>
                      <a:gd name="connsiteX25" fmla="*/ 1459321 w 6949150"/>
                      <a:gd name="connsiteY25" fmla="*/ 4818384 h 4818384"/>
                      <a:gd name="connsiteX26" fmla="*/ 833898 w 6949150"/>
                      <a:gd name="connsiteY26" fmla="*/ 4818384 h 4818384"/>
                      <a:gd name="connsiteX27" fmla="*/ 0 w 6949150"/>
                      <a:gd name="connsiteY27" fmla="*/ 4818384 h 4818384"/>
                      <a:gd name="connsiteX28" fmla="*/ 0 w 6949150"/>
                      <a:gd name="connsiteY28" fmla="*/ 4178227 h 4818384"/>
                      <a:gd name="connsiteX29" fmla="*/ 0 w 6949150"/>
                      <a:gd name="connsiteY29" fmla="*/ 3441703 h 4818384"/>
                      <a:gd name="connsiteX30" fmla="*/ 0 w 6949150"/>
                      <a:gd name="connsiteY30" fmla="*/ 2801546 h 4818384"/>
                      <a:gd name="connsiteX31" fmla="*/ 0 w 6949150"/>
                      <a:gd name="connsiteY31" fmla="*/ 2257757 h 4818384"/>
                      <a:gd name="connsiteX32" fmla="*/ 0 w 6949150"/>
                      <a:gd name="connsiteY32" fmla="*/ 1617600 h 4818384"/>
                      <a:gd name="connsiteX33" fmla="*/ 0 w 6949150"/>
                      <a:gd name="connsiteY33" fmla="*/ 881076 h 4818384"/>
                      <a:gd name="connsiteX34" fmla="*/ 0 w 6949150"/>
                      <a:gd name="connsiteY34" fmla="*/ 0 h 4818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949150" h="4818384" fill="none" extrusionOk="0">
                        <a:moveTo>
                          <a:pt x="0" y="0"/>
                        </a:moveTo>
                        <a:cubicBezTo>
                          <a:pt x="199453" y="27968"/>
                          <a:pt x="331957" y="-15931"/>
                          <a:pt x="625424" y="0"/>
                        </a:cubicBezTo>
                        <a:cubicBezTo>
                          <a:pt x="918891" y="15931"/>
                          <a:pt x="1038506" y="12699"/>
                          <a:pt x="1389830" y="0"/>
                        </a:cubicBezTo>
                        <a:cubicBezTo>
                          <a:pt x="1741154" y="-12699"/>
                          <a:pt x="1762000" y="-17208"/>
                          <a:pt x="1945762" y="0"/>
                        </a:cubicBezTo>
                        <a:cubicBezTo>
                          <a:pt x="2129524" y="17208"/>
                          <a:pt x="2453772" y="22823"/>
                          <a:pt x="2640677" y="0"/>
                        </a:cubicBezTo>
                        <a:cubicBezTo>
                          <a:pt x="2827583" y="-22823"/>
                          <a:pt x="3242652" y="-31152"/>
                          <a:pt x="3405084" y="0"/>
                        </a:cubicBezTo>
                        <a:cubicBezTo>
                          <a:pt x="3567516" y="31152"/>
                          <a:pt x="3697218" y="22391"/>
                          <a:pt x="3891524" y="0"/>
                        </a:cubicBezTo>
                        <a:cubicBezTo>
                          <a:pt x="4085830" y="-22391"/>
                          <a:pt x="4147311" y="-19629"/>
                          <a:pt x="4377965" y="0"/>
                        </a:cubicBezTo>
                        <a:cubicBezTo>
                          <a:pt x="4608619" y="19629"/>
                          <a:pt x="4801188" y="-26337"/>
                          <a:pt x="5211863" y="0"/>
                        </a:cubicBezTo>
                        <a:cubicBezTo>
                          <a:pt x="5622538" y="26337"/>
                          <a:pt x="5743011" y="-9254"/>
                          <a:pt x="5906778" y="0"/>
                        </a:cubicBezTo>
                        <a:cubicBezTo>
                          <a:pt x="6070546" y="9254"/>
                          <a:pt x="6641194" y="43359"/>
                          <a:pt x="6949150" y="0"/>
                        </a:cubicBezTo>
                        <a:cubicBezTo>
                          <a:pt x="6949183" y="320118"/>
                          <a:pt x="6972420" y="379113"/>
                          <a:pt x="6949150" y="688341"/>
                        </a:cubicBezTo>
                        <a:cubicBezTo>
                          <a:pt x="6925880" y="997569"/>
                          <a:pt x="6929620" y="1190441"/>
                          <a:pt x="6949150" y="1424865"/>
                        </a:cubicBezTo>
                        <a:cubicBezTo>
                          <a:pt x="6968680" y="1659289"/>
                          <a:pt x="6932270" y="1765655"/>
                          <a:pt x="6949150" y="2016838"/>
                        </a:cubicBezTo>
                        <a:cubicBezTo>
                          <a:pt x="6966030" y="2268021"/>
                          <a:pt x="6980942" y="2551450"/>
                          <a:pt x="6949150" y="2705178"/>
                        </a:cubicBezTo>
                        <a:cubicBezTo>
                          <a:pt x="6917358" y="2858906"/>
                          <a:pt x="6950794" y="3026774"/>
                          <a:pt x="6949150" y="3248967"/>
                        </a:cubicBezTo>
                        <a:cubicBezTo>
                          <a:pt x="6947506" y="3471160"/>
                          <a:pt x="6938533" y="3657900"/>
                          <a:pt x="6949150" y="4033676"/>
                        </a:cubicBezTo>
                        <a:cubicBezTo>
                          <a:pt x="6959767" y="4409452"/>
                          <a:pt x="6986141" y="4542315"/>
                          <a:pt x="6949150" y="4818384"/>
                        </a:cubicBezTo>
                        <a:cubicBezTo>
                          <a:pt x="6617309" y="4859611"/>
                          <a:pt x="6293522" y="4816506"/>
                          <a:pt x="6115252" y="4818384"/>
                        </a:cubicBezTo>
                        <a:cubicBezTo>
                          <a:pt x="5936982" y="4820262"/>
                          <a:pt x="5664078" y="4823527"/>
                          <a:pt x="5350846" y="4818384"/>
                        </a:cubicBezTo>
                        <a:cubicBezTo>
                          <a:pt x="5037614" y="4813241"/>
                          <a:pt x="5040058" y="4838462"/>
                          <a:pt x="4794914" y="4818384"/>
                        </a:cubicBezTo>
                        <a:cubicBezTo>
                          <a:pt x="4549770" y="4798306"/>
                          <a:pt x="4267003" y="4778725"/>
                          <a:pt x="3961016" y="4818384"/>
                        </a:cubicBezTo>
                        <a:cubicBezTo>
                          <a:pt x="3655029" y="4858043"/>
                          <a:pt x="3581121" y="4843625"/>
                          <a:pt x="3266101" y="4818384"/>
                        </a:cubicBezTo>
                        <a:cubicBezTo>
                          <a:pt x="2951082" y="4793143"/>
                          <a:pt x="2958204" y="4811321"/>
                          <a:pt x="2779660" y="4818384"/>
                        </a:cubicBezTo>
                        <a:cubicBezTo>
                          <a:pt x="2601116" y="4825447"/>
                          <a:pt x="2410108" y="4830485"/>
                          <a:pt x="2084745" y="4818384"/>
                        </a:cubicBezTo>
                        <a:cubicBezTo>
                          <a:pt x="1759383" y="4806283"/>
                          <a:pt x="1592447" y="4829536"/>
                          <a:pt x="1459321" y="4818384"/>
                        </a:cubicBezTo>
                        <a:cubicBezTo>
                          <a:pt x="1326195" y="4807232"/>
                          <a:pt x="961699" y="4831668"/>
                          <a:pt x="833898" y="4818384"/>
                        </a:cubicBezTo>
                        <a:cubicBezTo>
                          <a:pt x="706097" y="4805100"/>
                          <a:pt x="405567" y="4783198"/>
                          <a:pt x="0" y="4818384"/>
                        </a:cubicBezTo>
                        <a:cubicBezTo>
                          <a:pt x="19912" y="4646829"/>
                          <a:pt x="-5787" y="4461033"/>
                          <a:pt x="0" y="4178227"/>
                        </a:cubicBezTo>
                        <a:cubicBezTo>
                          <a:pt x="5787" y="3895421"/>
                          <a:pt x="-8170" y="3635904"/>
                          <a:pt x="0" y="3441703"/>
                        </a:cubicBezTo>
                        <a:cubicBezTo>
                          <a:pt x="8170" y="3247502"/>
                          <a:pt x="29553" y="3060983"/>
                          <a:pt x="0" y="2801546"/>
                        </a:cubicBezTo>
                        <a:cubicBezTo>
                          <a:pt x="-29553" y="2542109"/>
                          <a:pt x="-10963" y="2468313"/>
                          <a:pt x="0" y="2257757"/>
                        </a:cubicBezTo>
                        <a:cubicBezTo>
                          <a:pt x="10963" y="2047201"/>
                          <a:pt x="-3041" y="1911395"/>
                          <a:pt x="0" y="1617600"/>
                        </a:cubicBezTo>
                        <a:cubicBezTo>
                          <a:pt x="3041" y="1323805"/>
                          <a:pt x="-11315" y="1095814"/>
                          <a:pt x="0" y="881076"/>
                        </a:cubicBezTo>
                        <a:cubicBezTo>
                          <a:pt x="11315" y="666338"/>
                          <a:pt x="29315" y="207175"/>
                          <a:pt x="0" y="0"/>
                        </a:cubicBezTo>
                        <a:close/>
                      </a:path>
                      <a:path w="6949150" h="4818384" stroke="0" extrusionOk="0">
                        <a:moveTo>
                          <a:pt x="0" y="0"/>
                        </a:moveTo>
                        <a:cubicBezTo>
                          <a:pt x="146200" y="22868"/>
                          <a:pt x="365499" y="-28243"/>
                          <a:pt x="625424" y="0"/>
                        </a:cubicBezTo>
                        <a:cubicBezTo>
                          <a:pt x="885349" y="28243"/>
                          <a:pt x="983698" y="-477"/>
                          <a:pt x="1111864" y="0"/>
                        </a:cubicBezTo>
                        <a:cubicBezTo>
                          <a:pt x="1240030" y="477"/>
                          <a:pt x="1701706" y="36578"/>
                          <a:pt x="1945762" y="0"/>
                        </a:cubicBezTo>
                        <a:cubicBezTo>
                          <a:pt x="2189818" y="-36578"/>
                          <a:pt x="2398117" y="26334"/>
                          <a:pt x="2571186" y="0"/>
                        </a:cubicBezTo>
                        <a:cubicBezTo>
                          <a:pt x="2744255" y="-26334"/>
                          <a:pt x="3002758" y="18302"/>
                          <a:pt x="3196609" y="0"/>
                        </a:cubicBezTo>
                        <a:cubicBezTo>
                          <a:pt x="3390460" y="-18302"/>
                          <a:pt x="3698572" y="31177"/>
                          <a:pt x="4030507" y="0"/>
                        </a:cubicBezTo>
                        <a:cubicBezTo>
                          <a:pt x="4362442" y="-31177"/>
                          <a:pt x="4465277" y="22923"/>
                          <a:pt x="4586439" y="0"/>
                        </a:cubicBezTo>
                        <a:cubicBezTo>
                          <a:pt x="4707601" y="-22923"/>
                          <a:pt x="5198495" y="-38705"/>
                          <a:pt x="5420337" y="0"/>
                        </a:cubicBezTo>
                        <a:cubicBezTo>
                          <a:pt x="5642179" y="38705"/>
                          <a:pt x="5986868" y="-30977"/>
                          <a:pt x="6254235" y="0"/>
                        </a:cubicBezTo>
                        <a:cubicBezTo>
                          <a:pt x="6521602" y="30977"/>
                          <a:pt x="6769056" y="6956"/>
                          <a:pt x="6949150" y="0"/>
                        </a:cubicBezTo>
                        <a:cubicBezTo>
                          <a:pt x="6959426" y="164551"/>
                          <a:pt x="6921543" y="599167"/>
                          <a:pt x="6949150" y="784708"/>
                        </a:cubicBezTo>
                        <a:cubicBezTo>
                          <a:pt x="6976757" y="970249"/>
                          <a:pt x="6975765" y="1236385"/>
                          <a:pt x="6949150" y="1521233"/>
                        </a:cubicBezTo>
                        <a:cubicBezTo>
                          <a:pt x="6922535" y="1806082"/>
                          <a:pt x="6946650" y="1849215"/>
                          <a:pt x="6949150" y="2065022"/>
                        </a:cubicBezTo>
                        <a:cubicBezTo>
                          <a:pt x="6951650" y="2280829"/>
                          <a:pt x="6959006" y="2489256"/>
                          <a:pt x="6949150" y="2753362"/>
                        </a:cubicBezTo>
                        <a:cubicBezTo>
                          <a:pt x="6939294" y="3017468"/>
                          <a:pt x="6981475" y="3226890"/>
                          <a:pt x="6949150" y="3441703"/>
                        </a:cubicBezTo>
                        <a:cubicBezTo>
                          <a:pt x="6916825" y="3656516"/>
                          <a:pt x="6945646" y="3819636"/>
                          <a:pt x="6949150" y="4130043"/>
                        </a:cubicBezTo>
                        <a:cubicBezTo>
                          <a:pt x="6952654" y="4440450"/>
                          <a:pt x="6926241" y="4670275"/>
                          <a:pt x="6949150" y="4818384"/>
                        </a:cubicBezTo>
                        <a:cubicBezTo>
                          <a:pt x="6691040" y="4838361"/>
                          <a:pt x="6385136" y="4789243"/>
                          <a:pt x="6184744" y="4818384"/>
                        </a:cubicBezTo>
                        <a:cubicBezTo>
                          <a:pt x="5984352" y="4847525"/>
                          <a:pt x="5916473" y="4838406"/>
                          <a:pt x="5698303" y="4818384"/>
                        </a:cubicBezTo>
                        <a:cubicBezTo>
                          <a:pt x="5480133" y="4798362"/>
                          <a:pt x="5314856" y="4814191"/>
                          <a:pt x="5142371" y="4818384"/>
                        </a:cubicBezTo>
                        <a:cubicBezTo>
                          <a:pt x="4969886" y="4822577"/>
                          <a:pt x="4660294" y="4823722"/>
                          <a:pt x="4308473" y="4818384"/>
                        </a:cubicBezTo>
                        <a:cubicBezTo>
                          <a:pt x="3956652" y="4813046"/>
                          <a:pt x="3959459" y="4791660"/>
                          <a:pt x="3613558" y="4818384"/>
                        </a:cubicBezTo>
                        <a:cubicBezTo>
                          <a:pt x="3267658" y="4845108"/>
                          <a:pt x="3208829" y="4791710"/>
                          <a:pt x="3057626" y="4818384"/>
                        </a:cubicBezTo>
                        <a:cubicBezTo>
                          <a:pt x="2906423" y="4845058"/>
                          <a:pt x="2615361" y="4832209"/>
                          <a:pt x="2362711" y="4818384"/>
                        </a:cubicBezTo>
                        <a:cubicBezTo>
                          <a:pt x="2110062" y="4804559"/>
                          <a:pt x="2009281" y="4834034"/>
                          <a:pt x="1876271" y="4818384"/>
                        </a:cubicBezTo>
                        <a:cubicBezTo>
                          <a:pt x="1743261" y="4802734"/>
                          <a:pt x="1591957" y="4800660"/>
                          <a:pt x="1389830" y="4818384"/>
                        </a:cubicBezTo>
                        <a:cubicBezTo>
                          <a:pt x="1187703" y="4836108"/>
                          <a:pt x="954300" y="4852725"/>
                          <a:pt x="694915" y="4818384"/>
                        </a:cubicBezTo>
                        <a:cubicBezTo>
                          <a:pt x="435531" y="4784043"/>
                          <a:pt x="333677" y="4795989"/>
                          <a:pt x="0" y="4818384"/>
                        </a:cubicBezTo>
                        <a:cubicBezTo>
                          <a:pt x="-26012" y="4528465"/>
                          <a:pt x="-7968" y="4278957"/>
                          <a:pt x="0" y="4081860"/>
                        </a:cubicBezTo>
                        <a:cubicBezTo>
                          <a:pt x="7968" y="3884763"/>
                          <a:pt x="-2900" y="3737894"/>
                          <a:pt x="0" y="3441703"/>
                        </a:cubicBezTo>
                        <a:cubicBezTo>
                          <a:pt x="2900" y="3145512"/>
                          <a:pt x="-22489" y="3148881"/>
                          <a:pt x="0" y="2897914"/>
                        </a:cubicBezTo>
                        <a:cubicBezTo>
                          <a:pt x="22489" y="2646947"/>
                          <a:pt x="-35125" y="2462270"/>
                          <a:pt x="0" y="2161389"/>
                        </a:cubicBezTo>
                        <a:cubicBezTo>
                          <a:pt x="35125" y="1860508"/>
                          <a:pt x="-9974" y="1760704"/>
                          <a:pt x="0" y="1569417"/>
                        </a:cubicBezTo>
                        <a:cubicBezTo>
                          <a:pt x="9974" y="1378130"/>
                          <a:pt x="-36555" y="1042236"/>
                          <a:pt x="0" y="832892"/>
                        </a:cubicBezTo>
                        <a:cubicBezTo>
                          <a:pt x="36555" y="623548"/>
                          <a:pt x="-19396" y="2975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BE712B-7799-35E8-A079-681717AAA69A}"/>
              </a:ext>
            </a:extLst>
          </p:cNvPr>
          <p:cNvSpPr/>
          <p:nvPr/>
        </p:nvSpPr>
        <p:spPr>
          <a:xfrm>
            <a:off x="4585345" y="103996"/>
            <a:ext cx="1891730" cy="11846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FAAFA3B-2408-1930-A396-2262ED399583}"/>
              </a:ext>
            </a:extLst>
          </p:cNvPr>
          <p:cNvGrpSpPr/>
          <p:nvPr/>
        </p:nvGrpSpPr>
        <p:grpSpPr>
          <a:xfrm>
            <a:off x="2834578" y="2739322"/>
            <a:ext cx="3353814" cy="1184612"/>
            <a:chOff x="2660962" y="2348866"/>
            <a:chExt cx="3778627" cy="1154361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6B04CFD-AFF6-609C-578E-F82F366E974B}"/>
                </a:ext>
              </a:extLst>
            </p:cNvPr>
            <p:cNvCxnSpPr>
              <a:cxnSpLocks/>
            </p:cNvCxnSpPr>
            <p:nvPr/>
          </p:nvCxnSpPr>
          <p:spPr>
            <a:xfrm>
              <a:off x="4547859" y="2720295"/>
              <a:ext cx="1891730" cy="782932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1DA69BA-1383-1E35-B41A-F32F714A43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0962" y="2720295"/>
              <a:ext cx="1886897" cy="708705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F69FC07-36B2-360F-FC66-3D82AC8DAE68}"/>
                </a:ext>
              </a:extLst>
            </p:cNvPr>
            <p:cNvSpPr/>
            <p:nvPr/>
          </p:nvSpPr>
          <p:spPr>
            <a:xfrm>
              <a:off x="3119149" y="2902590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E82E498-30E9-111A-78B7-291D4291B548}"/>
                </a:ext>
              </a:extLst>
            </p:cNvPr>
            <p:cNvSpPr/>
            <p:nvPr/>
          </p:nvSpPr>
          <p:spPr>
            <a:xfrm>
              <a:off x="5360569" y="3007746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B5B6BEB-7673-CEA0-CE18-DAAB16580FBC}"/>
                </a:ext>
              </a:extLst>
            </p:cNvPr>
            <p:cNvGrpSpPr/>
            <p:nvPr/>
          </p:nvGrpSpPr>
          <p:grpSpPr>
            <a:xfrm>
              <a:off x="3604410" y="2348866"/>
              <a:ext cx="2033641" cy="604204"/>
              <a:chOff x="3818519" y="1128874"/>
              <a:chExt cx="2033641" cy="6042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5CB6B685-A395-01EC-9307-A6F51047935C}"/>
                      </a:ext>
                    </a:extLst>
                  </p:cNvPr>
                  <p:cNvSpPr/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 &lt;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D09315E6-E936-CC4D-6855-1882485C8DF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B16D71B-AC92-F8CD-4FE2-CC99D95A9D65}"/>
                  </a:ext>
                </a:extLst>
              </p:cNvPr>
              <p:cNvSpPr txBox="1"/>
              <p:nvPr/>
            </p:nvSpPr>
            <p:spPr>
              <a:xfrm>
                <a:off x="3938445" y="1169366"/>
                <a:ext cx="609414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endParaRPr lang="en-US" sz="2800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67B0054-AEA7-DAE3-5036-B2B944D6B798}"/>
                  </a:ext>
                </a:extLst>
              </p:cNvPr>
              <p:cNvSpPr txBox="1"/>
              <p:nvPr/>
            </p:nvSpPr>
            <p:spPr>
              <a:xfrm>
                <a:off x="5100839" y="1217548"/>
                <a:ext cx="609414" cy="44987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endParaRPr lang="en-US" sz="2400" dirty="0"/>
              </a:p>
            </p:txBody>
          </p:sp>
        </p:grp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588AFFA7-A4E4-7793-07AB-D208DB2771A7}"/>
              </a:ext>
            </a:extLst>
          </p:cNvPr>
          <p:cNvSpPr/>
          <p:nvPr/>
        </p:nvSpPr>
        <p:spPr>
          <a:xfrm>
            <a:off x="2580362" y="105880"/>
            <a:ext cx="1995909" cy="11846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C53351-86D8-8108-7060-846226CFE3DB}"/>
              </a:ext>
            </a:extLst>
          </p:cNvPr>
          <p:cNvSpPr/>
          <p:nvPr/>
        </p:nvSpPr>
        <p:spPr>
          <a:xfrm>
            <a:off x="1742227" y="3870187"/>
            <a:ext cx="1995910" cy="1355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F57A7CA-E25E-CE45-76AF-8038A87AF854}"/>
              </a:ext>
            </a:extLst>
          </p:cNvPr>
          <p:cNvSpPr/>
          <p:nvPr/>
        </p:nvSpPr>
        <p:spPr>
          <a:xfrm>
            <a:off x="5509637" y="3870187"/>
            <a:ext cx="2353517" cy="115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6064300C-4EC7-2762-36F2-E1DB2C9A6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578" y="172152"/>
            <a:ext cx="3137344" cy="1048300"/>
          </a:xfrm>
          <a:prstGeom prst="rect">
            <a:avLst/>
          </a:prstGeom>
        </p:spPr>
      </p:pic>
      <p:pic>
        <p:nvPicPr>
          <p:cNvPr id="3" name="Picture 2" descr="A screenshot of a math table&#10;&#10;Description automatically generated">
            <a:extLst>
              <a:ext uri="{FF2B5EF4-FFF2-40B4-BE49-F238E27FC236}">
                <a16:creationId xmlns:a16="http://schemas.microsoft.com/office/drawing/2014/main" id="{646EE12E-3E1A-80DE-83F8-5349576AE7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6749" y="1305124"/>
            <a:ext cx="2674675" cy="139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432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3E91E-F5E9-8067-CB16-70FE2A58B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FEABAE-85AA-54F7-A5CF-FEFC865BD22B}"/>
              </a:ext>
            </a:extLst>
          </p:cNvPr>
          <p:cNvSpPr/>
          <p:nvPr/>
        </p:nvSpPr>
        <p:spPr>
          <a:xfrm>
            <a:off x="87681" y="0"/>
            <a:ext cx="8830850" cy="7644559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49150"/>
                      <a:gd name="connsiteY0" fmla="*/ 0 h 4818384"/>
                      <a:gd name="connsiteX1" fmla="*/ 625424 w 6949150"/>
                      <a:gd name="connsiteY1" fmla="*/ 0 h 4818384"/>
                      <a:gd name="connsiteX2" fmla="*/ 1389830 w 6949150"/>
                      <a:gd name="connsiteY2" fmla="*/ 0 h 4818384"/>
                      <a:gd name="connsiteX3" fmla="*/ 1945762 w 6949150"/>
                      <a:gd name="connsiteY3" fmla="*/ 0 h 4818384"/>
                      <a:gd name="connsiteX4" fmla="*/ 2640677 w 6949150"/>
                      <a:gd name="connsiteY4" fmla="*/ 0 h 4818384"/>
                      <a:gd name="connsiteX5" fmla="*/ 3405084 w 6949150"/>
                      <a:gd name="connsiteY5" fmla="*/ 0 h 4818384"/>
                      <a:gd name="connsiteX6" fmla="*/ 3891524 w 6949150"/>
                      <a:gd name="connsiteY6" fmla="*/ 0 h 4818384"/>
                      <a:gd name="connsiteX7" fmla="*/ 4377965 w 6949150"/>
                      <a:gd name="connsiteY7" fmla="*/ 0 h 4818384"/>
                      <a:gd name="connsiteX8" fmla="*/ 5211863 w 6949150"/>
                      <a:gd name="connsiteY8" fmla="*/ 0 h 4818384"/>
                      <a:gd name="connsiteX9" fmla="*/ 5906778 w 6949150"/>
                      <a:gd name="connsiteY9" fmla="*/ 0 h 4818384"/>
                      <a:gd name="connsiteX10" fmla="*/ 6949150 w 6949150"/>
                      <a:gd name="connsiteY10" fmla="*/ 0 h 4818384"/>
                      <a:gd name="connsiteX11" fmla="*/ 6949150 w 6949150"/>
                      <a:gd name="connsiteY11" fmla="*/ 688341 h 4818384"/>
                      <a:gd name="connsiteX12" fmla="*/ 6949150 w 6949150"/>
                      <a:gd name="connsiteY12" fmla="*/ 1424865 h 4818384"/>
                      <a:gd name="connsiteX13" fmla="*/ 6949150 w 6949150"/>
                      <a:gd name="connsiteY13" fmla="*/ 2016838 h 4818384"/>
                      <a:gd name="connsiteX14" fmla="*/ 6949150 w 6949150"/>
                      <a:gd name="connsiteY14" fmla="*/ 2705178 h 4818384"/>
                      <a:gd name="connsiteX15" fmla="*/ 6949150 w 6949150"/>
                      <a:gd name="connsiteY15" fmla="*/ 3248967 h 4818384"/>
                      <a:gd name="connsiteX16" fmla="*/ 6949150 w 6949150"/>
                      <a:gd name="connsiteY16" fmla="*/ 4033676 h 4818384"/>
                      <a:gd name="connsiteX17" fmla="*/ 6949150 w 6949150"/>
                      <a:gd name="connsiteY17" fmla="*/ 4818384 h 4818384"/>
                      <a:gd name="connsiteX18" fmla="*/ 6115252 w 6949150"/>
                      <a:gd name="connsiteY18" fmla="*/ 4818384 h 4818384"/>
                      <a:gd name="connsiteX19" fmla="*/ 5350846 w 6949150"/>
                      <a:gd name="connsiteY19" fmla="*/ 4818384 h 4818384"/>
                      <a:gd name="connsiteX20" fmla="*/ 4794914 w 6949150"/>
                      <a:gd name="connsiteY20" fmla="*/ 4818384 h 4818384"/>
                      <a:gd name="connsiteX21" fmla="*/ 3961016 w 6949150"/>
                      <a:gd name="connsiteY21" fmla="*/ 4818384 h 4818384"/>
                      <a:gd name="connsiteX22" fmla="*/ 3266101 w 6949150"/>
                      <a:gd name="connsiteY22" fmla="*/ 4818384 h 4818384"/>
                      <a:gd name="connsiteX23" fmla="*/ 2779660 w 6949150"/>
                      <a:gd name="connsiteY23" fmla="*/ 4818384 h 4818384"/>
                      <a:gd name="connsiteX24" fmla="*/ 2084745 w 6949150"/>
                      <a:gd name="connsiteY24" fmla="*/ 4818384 h 4818384"/>
                      <a:gd name="connsiteX25" fmla="*/ 1459321 w 6949150"/>
                      <a:gd name="connsiteY25" fmla="*/ 4818384 h 4818384"/>
                      <a:gd name="connsiteX26" fmla="*/ 833898 w 6949150"/>
                      <a:gd name="connsiteY26" fmla="*/ 4818384 h 4818384"/>
                      <a:gd name="connsiteX27" fmla="*/ 0 w 6949150"/>
                      <a:gd name="connsiteY27" fmla="*/ 4818384 h 4818384"/>
                      <a:gd name="connsiteX28" fmla="*/ 0 w 6949150"/>
                      <a:gd name="connsiteY28" fmla="*/ 4178227 h 4818384"/>
                      <a:gd name="connsiteX29" fmla="*/ 0 w 6949150"/>
                      <a:gd name="connsiteY29" fmla="*/ 3441703 h 4818384"/>
                      <a:gd name="connsiteX30" fmla="*/ 0 w 6949150"/>
                      <a:gd name="connsiteY30" fmla="*/ 2801546 h 4818384"/>
                      <a:gd name="connsiteX31" fmla="*/ 0 w 6949150"/>
                      <a:gd name="connsiteY31" fmla="*/ 2257757 h 4818384"/>
                      <a:gd name="connsiteX32" fmla="*/ 0 w 6949150"/>
                      <a:gd name="connsiteY32" fmla="*/ 1617600 h 4818384"/>
                      <a:gd name="connsiteX33" fmla="*/ 0 w 6949150"/>
                      <a:gd name="connsiteY33" fmla="*/ 881076 h 4818384"/>
                      <a:gd name="connsiteX34" fmla="*/ 0 w 6949150"/>
                      <a:gd name="connsiteY34" fmla="*/ 0 h 4818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949150" h="4818384" fill="none" extrusionOk="0">
                        <a:moveTo>
                          <a:pt x="0" y="0"/>
                        </a:moveTo>
                        <a:cubicBezTo>
                          <a:pt x="199453" y="27968"/>
                          <a:pt x="331957" y="-15931"/>
                          <a:pt x="625424" y="0"/>
                        </a:cubicBezTo>
                        <a:cubicBezTo>
                          <a:pt x="918891" y="15931"/>
                          <a:pt x="1038506" y="12699"/>
                          <a:pt x="1389830" y="0"/>
                        </a:cubicBezTo>
                        <a:cubicBezTo>
                          <a:pt x="1741154" y="-12699"/>
                          <a:pt x="1762000" y="-17208"/>
                          <a:pt x="1945762" y="0"/>
                        </a:cubicBezTo>
                        <a:cubicBezTo>
                          <a:pt x="2129524" y="17208"/>
                          <a:pt x="2453772" y="22823"/>
                          <a:pt x="2640677" y="0"/>
                        </a:cubicBezTo>
                        <a:cubicBezTo>
                          <a:pt x="2827583" y="-22823"/>
                          <a:pt x="3242652" y="-31152"/>
                          <a:pt x="3405084" y="0"/>
                        </a:cubicBezTo>
                        <a:cubicBezTo>
                          <a:pt x="3567516" y="31152"/>
                          <a:pt x="3697218" y="22391"/>
                          <a:pt x="3891524" y="0"/>
                        </a:cubicBezTo>
                        <a:cubicBezTo>
                          <a:pt x="4085830" y="-22391"/>
                          <a:pt x="4147311" y="-19629"/>
                          <a:pt x="4377965" y="0"/>
                        </a:cubicBezTo>
                        <a:cubicBezTo>
                          <a:pt x="4608619" y="19629"/>
                          <a:pt x="4801188" y="-26337"/>
                          <a:pt x="5211863" y="0"/>
                        </a:cubicBezTo>
                        <a:cubicBezTo>
                          <a:pt x="5622538" y="26337"/>
                          <a:pt x="5743011" y="-9254"/>
                          <a:pt x="5906778" y="0"/>
                        </a:cubicBezTo>
                        <a:cubicBezTo>
                          <a:pt x="6070546" y="9254"/>
                          <a:pt x="6641194" y="43359"/>
                          <a:pt x="6949150" y="0"/>
                        </a:cubicBezTo>
                        <a:cubicBezTo>
                          <a:pt x="6949183" y="320118"/>
                          <a:pt x="6972420" y="379113"/>
                          <a:pt x="6949150" y="688341"/>
                        </a:cubicBezTo>
                        <a:cubicBezTo>
                          <a:pt x="6925880" y="997569"/>
                          <a:pt x="6929620" y="1190441"/>
                          <a:pt x="6949150" y="1424865"/>
                        </a:cubicBezTo>
                        <a:cubicBezTo>
                          <a:pt x="6968680" y="1659289"/>
                          <a:pt x="6932270" y="1765655"/>
                          <a:pt x="6949150" y="2016838"/>
                        </a:cubicBezTo>
                        <a:cubicBezTo>
                          <a:pt x="6966030" y="2268021"/>
                          <a:pt x="6980942" y="2551450"/>
                          <a:pt x="6949150" y="2705178"/>
                        </a:cubicBezTo>
                        <a:cubicBezTo>
                          <a:pt x="6917358" y="2858906"/>
                          <a:pt x="6950794" y="3026774"/>
                          <a:pt x="6949150" y="3248967"/>
                        </a:cubicBezTo>
                        <a:cubicBezTo>
                          <a:pt x="6947506" y="3471160"/>
                          <a:pt x="6938533" y="3657900"/>
                          <a:pt x="6949150" y="4033676"/>
                        </a:cubicBezTo>
                        <a:cubicBezTo>
                          <a:pt x="6959767" y="4409452"/>
                          <a:pt x="6986141" y="4542315"/>
                          <a:pt x="6949150" y="4818384"/>
                        </a:cubicBezTo>
                        <a:cubicBezTo>
                          <a:pt x="6617309" y="4859611"/>
                          <a:pt x="6293522" y="4816506"/>
                          <a:pt x="6115252" y="4818384"/>
                        </a:cubicBezTo>
                        <a:cubicBezTo>
                          <a:pt x="5936982" y="4820262"/>
                          <a:pt x="5664078" y="4823527"/>
                          <a:pt x="5350846" y="4818384"/>
                        </a:cubicBezTo>
                        <a:cubicBezTo>
                          <a:pt x="5037614" y="4813241"/>
                          <a:pt x="5040058" y="4838462"/>
                          <a:pt x="4794914" y="4818384"/>
                        </a:cubicBezTo>
                        <a:cubicBezTo>
                          <a:pt x="4549770" y="4798306"/>
                          <a:pt x="4267003" y="4778725"/>
                          <a:pt x="3961016" y="4818384"/>
                        </a:cubicBezTo>
                        <a:cubicBezTo>
                          <a:pt x="3655029" y="4858043"/>
                          <a:pt x="3581121" y="4843625"/>
                          <a:pt x="3266101" y="4818384"/>
                        </a:cubicBezTo>
                        <a:cubicBezTo>
                          <a:pt x="2951082" y="4793143"/>
                          <a:pt x="2958204" y="4811321"/>
                          <a:pt x="2779660" y="4818384"/>
                        </a:cubicBezTo>
                        <a:cubicBezTo>
                          <a:pt x="2601116" y="4825447"/>
                          <a:pt x="2410108" y="4830485"/>
                          <a:pt x="2084745" y="4818384"/>
                        </a:cubicBezTo>
                        <a:cubicBezTo>
                          <a:pt x="1759383" y="4806283"/>
                          <a:pt x="1592447" y="4829536"/>
                          <a:pt x="1459321" y="4818384"/>
                        </a:cubicBezTo>
                        <a:cubicBezTo>
                          <a:pt x="1326195" y="4807232"/>
                          <a:pt x="961699" y="4831668"/>
                          <a:pt x="833898" y="4818384"/>
                        </a:cubicBezTo>
                        <a:cubicBezTo>
                          <a:pt x="706097" y="4805100"/>
                          <a:pt x="405567" y="4783198"/>
                          <a:pt x="0" y="4818384"/>
                        </a:cubicBezTo>
                        <a:cubicBezTo>
                          <a:pt x="19912" y="4646829"/>
                          <a:pt x="-5787" y="4461033"/>
                          <a:pt x="0" y="4178227"/>
                        </a:cubicBezTo>
                        <a:cubicBezTo>
                          <a:pt x="5787" y="3895421"/>
                          <a:pt x="-8170" y="3635904"/>
                          <a:pt x="0" y="3441703"/>
                        </a:cubicBezTo>
                        <a:cubicBezTo>
                          <a:pt x="8170" y="3247502"/>
                          <a:pt x="29553" y="3060983"/>
                          <a:pt x="0" y="2801546"/>
                        </a:cubicBezTo>
                        <a:cubicBezTo>
                          <a:pt x="-29553" y="2542109"/>
                          <a:pt x="-10963" y="2468313"/>
                          <a:pt x="0" y="2257757"/>
                        </a:cubicBezTo>
                        <a:cubicBezTo>
                          <a:pt x="10963" y="2047201"/>
                          <a:pt x="-3041" y="1911395"/>
                          <a:pt x="0" y="1617600"/>
                        </a:cubicBezTo>
                        <a:cubicBezTo>
                          <a:pt x="3041" y="1323805"/>
                          <a:pt x="-11315" y="1095814"/>
                          <a:pt x="0" y="881076"/>
                        </a:cubicBezTo>
                        <a:cubicBezTo>
                          <a:pt x="11315" y="666338"/>
                          <a:pt x="29315" y="207175"/>
                          <a:pt x="0" y="0"/>
                        </a:cubicBezTo>
                        <a:close/>
                      </a:path>
                      <a:path w="6949150" h="4818384" stroke="0" extrusionOk="0">
                        <a:moveTo>
                          <a:pt x="0" y="0"/>
                        </a:moveTo>
                        <a:cubicBezTo>
                          <a:pt x="146200" y="22868"/>
                          <a:pt x="365499" y="-28243"/>
                          <a:pt x="625424" y="0"/>
                        </a:cubicBezTo>
                        <a:cubicBezTo>
                          <a:pt x="885349" y="28243"/>
                          <a:pt x="983698" y="-477"/>
                          <a:pt x="1111864" y="0"/>
                        </a:cubicBezTo>
                        <a:cubicBezTo>
                          <a:pt x="1240030" y="477"/>
                          <a:pt x="1701706" y="36578"/>
                          <a:pt x="1945762" y="0"/>
                        </a:cubicBezTo>
                        <a:cubicBezTo>
                          <a:pt x="2189818" y="-36578"/>
                          <a:pt x="2398117" y="26334"/>
                          <a:pt x="2571186" y="0"/>
                        </a:cubicBezTo>
                        <a:cubicBezTo>
                          <a:pt x="2744255" y="-26334"/>
                          <a:pt x="3002758" y="18302"/>
                          <a:pt x="3196609" y="0"/>
                        </a:cubicBezTo>
                        <a:cubicBezTo>
                          <a:pt x="3390460" y="-18302"/>
                          <a:pt x="3698572" y="31177"/>
                          <a:pt x="4030507" y="0"/>
                        </a:cubicBezTo>
                        <a:cubicBezTo>
                          <a:pt x="4362442" y="-31177"/>
                          <a:pt x="4465277" y="22923"/>
                          <a:pt x="4586439" y="0"/>
                        </a:cubicBezTo>
                        <a:cubicBezTo>
                          <a:pt x="4707601" y="-22923"/>
                          <a:pt x="5198495" y="-38705"/>
                          <a:pt x="5420337" y="0"/>
                        </a:cubicBezTo>
                        <a:cubicBezTo>
                          <a:pt x="5642179" y="38705"/>
                          <a:pt x="5986868" y="-30977"/>
                          <a:pt x="6254235" y="0"/>
                        </a:cubicBezTo>
                        <a:cubicBezTo>
                          <a:pt x="6521602" y="30977"/>
                          <a:pt x="6769056" y="6956"/>
                          <a:pt x="6949150" y="0"/>
                        </a:cubicBezTo>
                        <a:cubicBezTo>
                          <a:pt x="6959426" y="164551"/>
                          <a:pt x="6921543" y="599167"/>
                          <a:pt x="6949150" y="784708"/>
                        </a:cubicBezTo>
                        <a:cubicBezTo>
                          <a:pt x="6976757" y="970249"/>
                          <a:pt x="6975765" y="1236385"/>
                          <a:pt x="6949150" y="1521233"/>
                        </a:cubicBezTo>
                        <a:cubicBezTo>
                          <a:pt x="6922535" y="1806082"/>
                          <a:pt x="6946650" y="1849215"/>
                          <a:pt x="6949150" y="2065022"/>
                        </a:cubicBezTo>
                        <a:cubicBezTo>
                          <a:pt x="6951650" y="2280829"/>
                          <a:pt x="6959006" y="2489256"/>
                          <a:pt x="6949150" y="2753362"/>
                        </a:cubicBezTo>
                        <a:cubicBezTo>
                          <a:pt x="6939294" y="3017468"/>
                          <a:pt x="6981475" y="3226890"/>
                          <a:pt x="6949150" y="3441703"/>
                        </a:cubicBezTo>
                        <a:cubicBezTo>
                          <a:pt x="6916825" y="3656516"/>
                          <a:pt x="6945646" y="3819636"/>
                          <a:pt x="6949150" y="4130043"/>
                        </a:cubicBezTo>
                        <a:cubicBezTo>
                          <a:pt x="6952654" y="4440450"/>
                          <a:pt x="6926241" y="4670275"/>
                          <a:pt x="6949150" y="4818384"/>
                        </a:cubicBezTo>
                        <a:cubicBezTo>
                          <a:pt x="6691040" y="4838361"/>
                          <a:pt x="6385136" y="4789243"/>
                          <a:pt x="6184744" y="4818384"/>
                        </a:cubicBezTo>
                        <a:cubicBezTo>
                          <a:pt x="5984352" y="4847525"/>
                          <a:pt x="5916473" y="4838406"/>
                          <a:pt x="5698303" y="4818384"/>
                        </a:cubicBezTo>
                        <a:cubicBezTo>
                          <a:pt x="5480133" y="4798362"/>
                          <a:pt x="5314856" y="4814191"/>
                          <a:pt x="5142371" y="4818384"/>
                        </a:cubicBezTo>
                        <a:cubicBezTo>
                          <a:pt x="4969886" y="4822577"/>
                          <a:pt x="4660294" y="4823722"/>
                          <a:pt x="4308473" y="4818384"/>
                        </a:cubicBezTo>
                        <a:cubicBezTo>
                          <a:pt x="3956652" y="4813046"/>
                          <a:pt x="3959459" y="4791660"/>
                          <a:pt x="3613558" y="4818384"/>
                        </a:cubicBezTo>
                        <a:cubicBezTo>
                          <a:pt x="3267658" y="4845108"/>
                          <a:pt x="3208829" y="4791710"/>
                          <a:pt x="3057626" y="4818384"/>
                        </a:cubicBezTo>
                        <a:cubicBezTo>
                          <a:pt x="2906423" y="4845058"/>
                          <a:pt x="2615361" y="4832209"/>
                          <a:pt x="2362711" y="4818384"/>
                        </a:cubicBezTo>
                        <a:cubicBezTo>
                          <a:pt x="2110062" y="4804559"/>
                          <a:pt x="2009281" y="4834034"/>
                          <a:pt x="1876271" y="4818384"/>
                        </a:cubicBezTo>
                        <a:cubicBezTo>
                          <a:pt x="1743261" y="4802734"/>
                          <a:pt x="1591957" y="4800660"/>
                          <a:pt x="1389830" y="4818384"/>
                        </a:cubicBezTo>
                        <a:cubicBezTo>
                          <a:pt x="1187703" y="4836108"/>
                          <a:pt x="954300" y="4852725"/>
                          <a:pt x="694915" y="4818384"/>
                        </a:cubicBezTo>
                        <a:cubicBezTo>
                          <a:pt x="435531" y="4784043"/>
                          <a:pt x="333677" y="4795989"/>
                          <a:pt x="0" y="4818384"/>
                        </a:cubicBezTo>
                        <a:cubicBezTo>
                          <a:pt x="-26012" y="4528465"/>
                          <a:pt x="-7968" y="4278957"/>
                          <a:pt x="0" y="4081860"/>
                        </a:cubicBezTo>
                        <a:cubicBezTo>
                          <a:pt x="7968" y="3884763"/>
                          <a:pt x="-2900" y="3737894"/>
                          <a:pt x="0" y="3441703"/>
                        </a:cubicBezTo>
                        <a:cubicBezTo>
                          <a:pt x="2900" y="3145512"/>
                          <a:pt x="-22489" y="3148881"/>
                          <a:pt x="0" y="2897914"/>
                        </a:cubicBezTo>
                        <a:cubicBezTo>
                          <a:pt x="22489" y="2646947"/>
                          <a:pt x="-35125" y="2462270"/>
                          <a:pt x="0" y="2161389"/>
                        </a:cubicBezTo>
                        <a:cubicBezTo>
                          <a:pt x="35125" y="1860508"/>
                          <a:pt x="-9974" y="1760704"/>
                          <a:pt x="0" y="1569417"/>
                        </a:cubicBezTo>
                        <a:cubicBezTo>
                          <a:pt x="9974" y="1378130"/>
                          <a:pt x="-36555" y="1042236"/>
                          <a:pt x="0" y="832892"/>
                        </a:cubicBezTo>
                        <a:cubicBezTo>
                          <a:pt x="36555" y="623548"/>
                          <a:pt x="-19396" y="2975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FB27AC-0366-4DBB-BA06-AB9A40E1C033}"/>
              </a:ext>
            </a:extLst>
          </p:cNvPr>
          <p:cNvSpPr/>
          <p:nvPr/>
        </p:nvSpPr>
        <p:spPr>
          <a:xfrm>
            <a:off x="4585345" y="103996"/>
            <a:ext cx="1891730" cy="11846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E10A123-7E5B-D086-D675-BC432404F7A0}"/>
              </a:ext>
            </a:extLst>
          </p:cNvPr>
          <p:cNvGrpSpPr/>
          <p:nvPr/>
        </p:nvGrpSpPr>
        <p:grpSpPr>
          <a:xfrm>
            <a:off x="2834578" y="2739322"/>
            <a:ext cx="3353814" cy="1184612"/>
            <a:chOff x="2660962" y="2348866"/>
            <a:chExt cx="3778627" cy="1154361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DB75C2D-D005-6070-314E-A62223467433}"/>
                </a:ext>
              </a:extLst>
            </p:cNvPr>
            <p:cNvCxnSpPr>
              <a:cxnSpLocks/>
            </p:cNvCxnSpPr>
            <p:nvPr/>
          </p:nvCxnSpPr>
          <p:spPr>
            <a:xfrm>
              <a:off x="4547859" y="2720295"/>
              <a:ext cx="1891730" cy="782932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9B32391-EF48-2FE1-DF10-B46356ED9B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0962" y="2720295"/>
              <a:ext cx="1886897" cy="708705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E00E802-C814-FD9E-BC2B-28D314B76036}"/>
                </a:ext>
              </a:extLst>
            </p:cNvPr>
            <p:cNvSpPr/>
            <p:nvPr/>
          </p:nvSpPr>
          <p:spPr>
            <a:xfrm>
              <a:off x="3119149" y="2902590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593831D-0063-EFD3-3E9F-D2A0DAA1DA59}"/>
                </a:ext>
              </a:extLst>
            </p:cNvPr>
            <p:cNvSpPr/>
            <p:nvPr/>
          </p:nvSpPr>
          <p:spPr>
            <a:xfrm>
              <a:off x="5360569" y="3007746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4232B37-4950-208A-1682-004B38D3AA57}"/>
                </a:ext>
              </a:extLst>
            </p:cNvPr>
            <p:cNvGrpSpPr/>
            <p:nvPr/>
          </p:nvGrpSpPr>
          <p:grpSpPr>
            <a:xfrm>
              <a:off x="3604410" y="2348866"/>
              <a:ext cx="2033641" cy="604204"/>
              <a:chOff x="3818519" y="1128874"/>
              <a:chExt cx="2033641" cy="6042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DAD3EC47-FE2C-3C34-3A2F-9625EFDE3678}"/>
                      </a:ext>
                    </a:extLst>
                  </p:cNvPr>
                  <p:cNvSpPr/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 &lt;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CBB4A78A-A27B-A161-6C00-FD6936CE0CD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008DC9D6-D8BB-616D-DAE8-555FF387217A}"/>
                      </a:ext>
                    </a:extLst>
                  </p:cNvPr>
                  <p:cNvSpPr txBox="1"/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48F80139-08D4-C226-8248-86E348065B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3958BFB-4CAD-ED44-EB7E-81AF327AEC8D}"/>
                  </a:ext>
                </a:extLst>
              </p:cNvPr>
              <p:cNvSpPr txBox="1"/>
              <p:nvPr/>
            </p:nvSpPr>
            <p:spPr>
              <a:xfrm>
                <a:off x="5100839" y="1217548"/>
                <a:ext cx="609414" cy="44987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42</a:t>
                </a:r>
              </a:p>
            </p:txBody>
          </p:sp>
        </p:grp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BDD670DB-9CF7-962F-D05E-C51616542969}"/>
              </a:ext>
            </a:extLst>
          </p:cNvPr>
          <p:cNvSpPr/>
          <p:nvPr/>
        </p:nvSpPr>
        <p:spPr>
          <a:xfrm>
            <a:off x="2580362" y="105880"/>
            <a:ext cx="1995909" cy="11846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EC2604E-DF1B-2050-33E4-E3E9BD1A83B4}"/>
              </a:ext>
            </a:extLst>
          </p:cNvPr>
          <p:cNvSpPr/>
          <p:nvPr/>
        </p:nvSpPr>
        <p:spPr>
          <a:xfrm>
            <a:off x="1742227" y="3870187"/>
            <a:ext cx="1995910" cy="1355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2FAC186-776C-B814-8C7B-193D50979C1D}"/>
              </a:ext>
            </a:extLst>
          </p:cNvPr>
          <p:cNvSpPr/>
          <p:nvPr/>
        </p:nvSpPr>
        <p:spPr>
          <a:xfrm>
            <a:off x="5509637" y="3870187"/>
            <a:ext cx="2353517" cy="115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8007D4C6-8430-3715-DCB8-F80355184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578" y="172152"/>
            <a:ext cx="3137344" cy="1048300"/>
          </a:xfrm>
          <a:prstGeom prst="rect">
            <a:avLst/>
          </a:prstGeom>
        </p:spPr>
      </p:pic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A372D683-8E0E-4CA3-69DF-75A07A465A20}"/>
              </a:ext>
            </a:extLst>
          </p:cNvPr>
          <p:cNvGraphicFramePr>
            <a:graphicFrameLocks noGrp="1"/>
          </p:cNvGraphicFramePr>
          <p:nvPr/>
        </p:nvGraphicFramePr>
        <p:xfrm>
          <a:off x="5937713" y="3949381"/>
          <a:ext cx="1582152" cy="1026795"/>
        </p:xfrm>
        <a:graphic>
          <a:graphicData uri="http://schemas.openxmlformats.org/drawingml/2006/table">
            <a:tbl>
              <a:tblPr/>
              <a:tblGrid>
                <a:gridCol w="263692">
                  <a:extLst>
                    <a:ext uri="{9D8B030D-6E8A-4147-A177-3AD203B41FA5}">
                      <a16:colId xmlns:a16="http://schemas.microsoft.com/office/drawing/2014/main" val="4017208414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2514218000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4010742793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1318833208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3675222567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46497937"/>
                    </a:ext>
                  </a:extLst>
                </a:gridCol>
              </a:tblGrid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103927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79023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965341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379096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68007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761720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099787"/>
                  </a:ext>
                </a:extLst>
              </a:tr>
            </a:tbl>
          </a:graphicData>
        </a:graphic>
      </p:graphicFrame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AEC19BAC-896C-C85D-0F3F-7B653127E721}"/>
              </a:ext>
            </a:extLst>
          </p:cNvPr>
          <p:cNvGraphicFramePr>
            <a:graphicFrameLocks noGrp="1"/>
          </p:cNvGraphicFramePr>
          <p:nvPr/>
        </p:nvGraphicFramePr>
        <p:xfrm>
          <a:off x="2154366" y="4034739"/>
          <a:ext cx="1265456" cy="1026795"/>
        </p:xfrm>
        <a:graphic>
          <a:graphicData uri="http://schemas.openxmlformats.org/drawingml/2006/table">
            <a:tbl>
              <a:tblPr/>
              <a:tblGrid>
                <a:gridCol w="296500">
                  <a:extLst>
                    <a:ext uri="{9D8B030D-6E8A-4147-A177-3AD203B41FA5}">
                      <a16:colId xmlns:a16="http://schemas.microsoft.com/office/drawing/2014/main" val="3112326024"/>
                    </a:ext>
                  </a:extLst>
                </a:gridCol>
                <a:gridCol w="286811">
                  <a:extLst>
                    <a:ext uri="{9D8B030D-6E8A-4147-A177-3AD203B41FA5}">
                      <a16:colId xmlns:a16="http://schemas.microsoft.com/office/drawing/2014/main" val="2049826576"/>
                    </a:ext>
                  </a:extLst>
                </a:gridCol>
                <a:gridCol w="372079">
                  <a:extLst>
                    <a:ext uri="{9D8B030D-6E8A-4147-A177-3AD203B41FA5}">
                      <a16:colId xmlns:a16="http://schemas.microsoft.com/office/drawing/2014/main" val="1211859640"/>
                    </a:ext>
                  </a:extLst>
                </a:gridCol>
                <a:gridCol w="310066">
                  <a:extLst>
                    <a:ext uri="{9D8B030D-6E8A-4147-A177-3AD203B41FA5}">
                      <a16:colId xmlns:a16="http://schemas.microsoft.com/office/drawing/2014/main" val="3428994747"/>
                    </a:ext>
                  </a:extLst>
                </a:gridCol>
              </a:tblGrid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628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578973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2598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743017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597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475792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3461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03ABDAC8-1682-D7BD-1731-FC04D2DAA1DB}"/>
                  </a:ext>
                </a:extLst>
              </p:cNvPr>
              <p:cNvSpPr/>
              <p:nvPr/>
            </p:nvSpPr>
            <p:spPr>
              <a:xfrm>
                <a:off x="2238241" y="5121616"/>
                <a:ext cx="908387" cy="53804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21D389C0-CD0C-25F6-AA59-5F01235458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241" y="5121616"/>
                <a:ext cx="908387" cy="53804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screenshot of a math table&#10;&#10;Description automatically generated">
            <a:extLst>
              <a:ext uri="{FF2B5EF4-FFF2-40B4-BE49-F238E27FC236}">
                <a16:creationId xmlns:a16="http://schemas.microsoft.com/office/drawing/2014/main" id="{F72F6C32-C5E2-9931-A7E0-0859F157A3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6749" y="1305124"/>
            <a:ext cx="2674675" cy="139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126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A8443-DE3B-2EED-C2A5-432EF8A8D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6D72B2-EB09-0D1D-472F-3A52EC64D0A6}"/>
              </a:ext>
            </a:extLst>
          </p:cNvPr>
          <p:cNvSpPr/>
          <p:nvPr/>
        </p:nvSpPr>
        <p:spPr>
          <a:xfrm>
            <a:off x="87681" y="0"/>
            <a:ext cx="8830850" cy="7644559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49150"/>
                      <a:gd name="connsiteY0" fmla="*/ 0 h 4818384"/>
                      <a:gd name="connsiteX1" fmla="*/ 625424 w 6949150"/>
                      <a:gd name="connsiteY1" fmla="*/ 0 h 4818384"/>
                      <a:gd name="connsiteX2" fmla="*/ 1389830 w 6949150"/>
                      <a:gd name="connsiteY2" fmla="*/ 0 h 4818384"/>
                      <a:gd name="connsiteX3" fmla="*/ 1945762 w 6949150"/>
                      <a:gd name="connsiteY3" fmla="*/ 0 h 4818384"/>
                      <a:gd name="connsiteX4" fmla="*/ 2640677 w 6949150"/>
                      <a:gd name="connsiteY4" fmla="*/ 0 h 4818384"/>
                      <a:gd name="connsiteX5" fmla="*/ 3405084 w 6949150"/>
                      <a:gd name="connsiteY5" fmla="*/ 0 h 4818384"/>
                      <a:gd name="connsiteX6" fmla="*/ 3891524 w 6949150"/>
                      <a:gd name="connsiteY6" fmla="*/ 0 h 4818384"/>
                      <a:gd name="connsiteX7" fmla="*/ 4377965 w 6949150"/>
                      <a:gd name="connsiteY7" fmla="*/ 0 h 4818384"/>
                      <a:gd name="connsiteX8" fmla="*/ 5211863 w 6949150"/>
                      <a:gd name="connsiteY8" fmla="*/ 0 h 4818384"/>
                      <a:gd name="connsiteX9" fmla="*/ 5906778 w 6949150"/>
                      <a:gd name="connsiteY9" fmla="*/ 0 h 4818384"/>
                      <a:gd name="connsiteX10" fmla="*/ 6949150 w 6949150"/>
                      <a:gd name="connsiteY10" fmla="*/ 0 h 4818384"/>
                      <a:gd name="connsiteX11" fmla="*/ 6949150 w 6949150"/>
                      <a:gd name="connsiteY11" fmla="*/ 688341 h 4818384"/>
                      <a:gd name="connsiteX12" fmla="*/ 6949150 w 6949150"/>
                      <a:gd name="connsiteY12" fmla="*/ 1424865 h 4818384"/>
                      <a:gd name="connsiteX13" fmla="*/ 6949150 w 6949150"/>
                      <a:gd name="connsiteY13" fmla="*/ 2016838 h 4818384"/>
                      <a:gd name="connsiteX14" fmla="*/ 6949150 w 6949150"/>
                      <a:gd name="connsiteY14" fmla="*/ 2705178 h 4818384"/>
                      <a:gd name="connsiteX15" fmla="*/ 6949150 w 6949150"/>
                      <a:gd name="connsiteY15" fmla="*/ 3248967 h 4818384"/>
                      <a:gd name="connsiteX16" fmla="*/ 6949150 w 6949150"/>
                      <a:gd name="connsiteY16" fmla="*/ 4033676 h 4818384"/>
                      <a:gd name="connsiteX17" fmla="*/ 6949150 w 6949150"/>
                      <a:gd name="connsiteY17" fmla="*/ 4818384 h 4818384"/>
                      <a:gd name="connsiteX18" fmla="*/ 6115252 w 6949150"/>
                      <a:gd name="connsiteY18" fmla="*/ 4818384 h 4818384"/>
                      <a:gd name="connsiteX19" fmla="*/ 5350846 w 6949150"/>
                      <a:gd name="connsiteY19" fmla="*/ 4818384 h 4818384"/>
                      <a:gd name="connsiteX20" fmla="*/ 4794914 w 6949150"/>
                      <a:gd name="connsiteY20" fmla="*/ 4818384 h 4818384"/>
                      <a:gd name="connsiteX21" fmla="*/ 3961016 w 6949150"/>
                      <a:gd name="connsiteY21" fmla="*/ 4818384 h 4818384"/>
                      <a:gd name="connsiteX22" fmla="*/ 3266101 w 6949150"/>
                      <a:gd name="connsiteY22" fmla="*/ 4818384 h 4818384"/>
                      <a:gd name="connsiteX23" fmla="*/ 2779660 w 6949150"/>
                      <a:gd name="connsiteY23" fmla="*/ 4818384 h 4818384"/>
                      <a:gd name="connsiteX24" fmla="*/ 2084745 w 6949150"/>
                      <a:gd name="connsiteY24" fmla="*/ 4818384 h 4818384"/>
                      <a:gd name="connsiteX25" fmla="*/ 1459321 w 6949150"/>
                      <a:gd name="connsiteY25" fmla="*/ 4818384 h 4818384"/>
                      <a:gd name="connsiteX26" fmla="*/ 833898 w 6949150"/>
                      <a:gd name="connsiteY26" fmla="*/ 4818384 h 4818384"/>
                      <a:gd name="connsiteX27" fmla="*/ 0 w 6949150"/>
                      <a:gd name="connsiteY27" fmla="*/ 4818384 h 4818384"/>
                      <a:gd name="connsiteX28" fmla="*/ 0 w 6949150"/>
                      <a:gd name="connsiteY28" fmla="*/ 4178227 h 4818384"/>
                      <a:gd name="connsiteX29" fmla="*/ 0 w 6949150"/>
                      <a:gd name="connsiteY29" fmla="*/ 3441703 h 4818384"/>
                      <a:gd name="connsiteX30" fmla="*/ 0 w 6949150"/>
                      <a:gd name="connsiteY30" fmla="*/ 2801546 h 4818384"/>
                      <a:gd name="connsiteX31" fmla="*/ 0 w 6949150"/>
                      <a:gd name="connsiteY31" fmla="*/ 2257757 h 4818384"/>
                      <a:gd name="connsiteX32" fmla="*/ 0 w 6949150"/>
                      <a:gd name="connsiteY32" fmla="*/ 1617600 h 4818384"/>
                      <a:gd name="connsiteX33" fmla="*/ 0 w 6949150"/>
                      <a:gd name="connsiteY33" fmla="*/ 881076 h 4818384"/>
                      <a:gd name="connsiteX34" fmla="*/ 0 w 6949150"/>
                      <a:gd name="connsiteY34" fmla="*/ 0 h 4818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949150" h="4818384" fill="none" extrusionOk="0">
                        <a:moveTo>
                          <a:pt x="0" y="0"/>
                        </a:moveTo>
                        <a:cubicBezTo>
                          <a:pt x="199453" y="27968"/>
                          <a:pt x="331957" y="-15931"/>
                          <a:pt x="625424" y="0"/>
                        </a:cubicBezTo>
                        <a:cubicBezTo>
                          <a:pt x="918891" y="15931"/>
                          <a:pt x="1038506" y="12699"/>
                          <a:pt x="1389830" y="0"/>
                        </a:cubicBezTo>
                        <a:cubicBezTo>
                          <a:pt x="1741154" y="-12699"/>
                          <a:pt x="1762000" y="-17208"/>
                          <a:pt x="1945762" y="0"/>
                        </a:cubicBezTo>
                        <a:cubicBezTo>
                          <a:pt x="2129524" y="17208"/>
                          <a:pt x="2453772" y="22823"/>
                          <a:pt x="2640677" y="0"/>
                        </a:cubicBezTo>
                        <a:cubicBezTo>
                          <a:pt x="2827583" y="-22823"/>
                          <a:pt x="3242652" y="-31152"/>
                          <a:pt x="3405084" y="0"/>
                        </a:cubicBezTo>
                        <a:cubicBezTo>
                          <a:pt x="3567516" y="31152"/>
                          <a:pt x="3697218" y="22391"/>
                          <a:pt x="3891524" y="0"/>
                        </a:cubicBezTo>
                        <a:cubicBezTo>
                          <a:pt x="4085830" y="-22391"/>
                          <a:pt x="4147311" y="-19629"/>
                          <a:pt x="4377965" y="0"/>
                        </a:cubicBezTo>
                        <a:cubicBezTo>
                          <a:pt x="4608619" y="19629"/>
                          <a:pt x="4801188" y="-26337"/>
                          <a:pt x="5211863" y="0"/>
                        </a:cubicBezTo>
                        <a:cubicBezTo>
                          <a:pt x="5622538" y="26337"/>
                          <a:pt x="5743011" y="-9254"/>
                          <a:pt x="5906778" y="0"/>
                        </a:cubicBezTo>
                        <a:cubicBezTo>
                          <a:pt x="6070546" y="9254"/>
                          <a:pt x="6641194" y="43359"/>
                          <a:pt x="6949150" y="0"/>
                        </a:cubicBezTo>
                        <a:cubicBezTo>
                          <a:pt x="6949183" y="320118"/>
                          <a:pt x="6972420" y="379113"/>
                          <a:pt x="6949150" y="688341"/>
                        </a:cubicBezTo>
                        <a:cubicBezTo>
                          <a:pt x="6925880" y="997569"/>
                          <a:pt x="6929620" y="1190441"/>
                          <a:pt x="6949150" y="1424865"/>
                        </a:cubicBezTo>
                        <a:cubicBezTo>
                          <a:pt x="6968680" y="1659289"/>
                          <a:pt x="6932270" y="1765655"/>
                          <a:pt x="6949150" y="2016838"/>
                        </a:cubicBezTo>
                        <a:cubicBezTo>
                          <a:pt x="6966030" y="2268021"/>
                          <a:pt x="6980942" y="2551450"/>
                          <a:pt x="6949150" y="2705178"/>
                        </a:cubicBezTo>
                        <a:cubicBezTo>
                          <a:pt x="6917358" y="2858906"/>
                          <a:pt x="6950794" y="3026774"/>
                          <a:pt x="6949150" y="3248967"/>
                        </a:cubicBezTo>
                        <a:cubicBezTo>
                          <a:pt x="6947506" y="3471160"/>
                          <a:pt x="6938533" y="3657900"/>
                          <a:pt x="6949150" y="4033676"/>
                        </a:cubicBezTo>
                        <a:cubicBezTo>
                          <a:pt x="6959767" y="4409452"/>
                          <a:pt x="6986141" y="4542315"/>
                          <a:pt x="6949150" y="4818384"/>
                        </a:cubicBezTo>
                        <a:cubicBezTo>
                          <a:pt x="6617309" y="4859611"/>
                          <a:pt x="6293522" y="4816506"/>
                          <a:pt x="6115252" y="4818384"/>
                        </a:cubicBezTo>
                        <a:cubicBezTo>
                          <a:pt x="5936982" y="4820262"/>
                          <a:pt x="5664078" y="4823527"/>
                          <a:pt x="5350846" y="4818384"/>
                        </a:cubicBezTo>
                        <a:cubicBezTo>
                          <a:pt x="5037614" y="4813241"/>
                          <a:pt x="5040058" y="4838462"/>
                          <a:pt x="4794914" y="4818384"/>
                        </a:cubicBezTo>
                        <a:cubicBezTo>
                          <a:pt x="4549770" y="4798306"/>
                          <a:pt x="4267003" y="4778725"/>
                          <a:pt x="3961016" y="4818384"/>
                        </a:cubicBezTo>
                        <a:cubicBezTo>
                          <a:pt x="3655029" y="4858043"/>
                          <a:pt x="3581121" y="4843625"/>
                          <a:pt x="3266101" y="4818384"/>
                        </a:cubicBezTo>
                        <a:cubicBezTo>
                          <a:pt x="2951082" y="4793143"/>
                          <a:pt x="2958204" y="4811321"/>
                          <a:pt x="2779660" y="4818384"/>
                        </a:cubicBezTo>
                        <a:cubicBezTo>
                          <a:pt x="2601116" y="4825447"/>
                          <a:pt x="2410108" y="4830485"/>
                          <a:pt x="2084745" y="4818384"/>
                        </a:cubicBezTo>
                        <a:cubicBezTo>
                          <a:pt x="1759383" y="4806283"/>
                          <a:pt x="1592447" y="4829536"/>
                          <a:pt x="1459321" y="4818384"/>
                        </a:cubicBezTo>
                        <a:cubicBezTo>
                          <a:pt x="1326195" y="4807232"/>
                          <a:pt x="961699" y="4831668"/>
                          <a:pt x="833898" y="4818384"/>
                        </a:cubicBezTo>
                        <a:cubicBezTo>
                          <a:pt x="706097" y="4805100"/>
                          <a:pt x="405567" y="4783198"/>
                          <a:pt x="0" y="4818384"/>
                        </a:cubicBezTo>
                        <a:cubicBezTo>
                          <a:pt x="19912" y="4646829"/>
                          <a:pt x="-5787" y="4461033"/>
                          <a:pt x="0" y="4178227"/>
                        </a:cubicBezTo>
                        <a:cubicBezTo>
                          <a:pt x="5787" y="3895421"/>
                          <a:pt x="-8170" y="3635904"/>
                          <a:pt x="0" y="3441703"/>
                        </a:cubicBezTo>
                        <a:cubicBezTo>
                          <a:pt x="8170" y="3247502"/>
                          <a:pt x="29553" y="3060983"/>
                          <a:pt x="0" y="2801546"/>
                        </a:cubicBezTo>
                        <a:cubicBezTo>
                          <a:pt x="-29553" y="2542109"/>
                          <a:pt x="-10963" y="2468313"/>
                          <a:pt x="0" y="2257757"/>
                        </a:cubicBezTo>
                        <a:cubicBezTo>
                          <a:pt x="10963" y="2047201"/>
                          <a:pt x="-3041" y="1911395"/>
                          <a:pt x="0" y="1617600"/>
                        </a:cubicBezTo>
                        <a:cubicBezTo>
                          <a:pt x="3041" y="1323805"/>
                          <a:pt x="-11315" y="1095814"/>
                          <a:pt x="0" y="881076"/>
                        </a:cubicBezTo>
                        <a:cubicBezTo>
                          <a:pt x="11315" y="666338"/>
                          <a:pt x="29315" y="207175"/>
                          <a:pt x="0" y="0"/>
                        </a:cubicBezTo>
                        <a:close/>
                      </a:path>
                      <a:path w="6949150" h="4818384" stroke="0" extrusionOk="0">
                        <a:moveTo>
                          <a:pt x="0" y="0"/>
                        </a:moveTo>
                        <a:cubicBezTo>
                          <a:pt x="146200" y="22868"/>
                          <a:pt x="365499" y="-28243"/>
                          <a:pt x="625424" y="0"/>
                        </a:cubicBezTo>
                        <a:cubicBezTo>
                          <a:pt x="885349" y="28243"/>
                          <a:pt x="983698" y="-477"/>
                          <a:pt x="1111864" y="0"/>
                        </a:cubicBezTo>
                        <a:cubicBezTo>
                          <a:pt x="1240030" y="477"/>
                          <a:pt x="1701706" y="36578"/>
                          <a:pt x="1945762" y="0"/>
                        </a:cubicBezTo>
                        <a:cubicBezTo>
                          <a:pt x="2189818" y="-36578"/>
                          <a:pt x="2398117" y="26334"/>
                          <a:pt x="2571186" y="0"/>
                        </a:cubicBezTo>
                        <a:cubicBezTo>
                          <a:pt x="2744255" y="-26334"/>
                          <a:pt x="3002758" y="18302"/>
                          <a:pt x="3196609" y="0"/>
                        </a:cubicBezTo>
                        <a:cubicBezTo>
                          <a:pt x="3390460" y="-18302"/>
                          <a:pt x="3698572" y="31177"/>
                          <a:pt x="4030507" y="0"/>
                        </a:cubicBezTo>
                        <a:cubicBezTo>
                          <a:pt x="4362442" y="-31177"/>
                          <a:pt x="4465277" y="22923"/>
                          <a:pt x="4586439" y="0"/>
                        </a:cubicBezTo>
                        <a:cubicBezTo>
                          <a:pt x="4707601" y="-22923"/>
                          <a:pt x="5198495" y="-38705"/>
                          <a:pt x="5420337" y="0"/>
                        </a:cubicBezTo>
                        <a:cubicBezTo>
                          <a:pt x="5642179" y="38705"/>
                          <a:pt x="5986868" y="-30977"/>
                          <a:pt x="6254235" y="0"/>
                        </a:cubicBezTo>
                        <a:cubicBezTo>
                          <a:pt x="6521602" y="30977"/>
                          <a:pt x="6769056" y="6956"/>
                          <a:pt x="6949150" y="0"/>
                        </a:cubicBezTo>
                        <a:cubicBezTo>
                          <a:pt x="6959426" y="164551"/>
                          <a:pt x="6921543" y="599167"/>
                          <a:pt x="6949150" y="784708"/>
                        </a:cubicBezTo>
                        <a:cubicBezTo>
                          <a:pt x="6976757" y="970249"/>
                          <a:pt x="6975765" y="1236385"/>
                          <a:pt x="6949150" y="1521233"/>
                        </a:cubicBezTo>
                        <a:cubicBezTo>
                          <a:pt x="6922535" y="1806082"/>
                          <a:pt x="6946650" y="1849215"/>
                          <a:pt x="6949150" y="2065022"/>
                        </a:cubicBezTo>
                        <a:cubicBezTo>
                          <a:pt x="6951650" y="2280829"/>
                          <a:pt x="6959006" y="2489256"/>
                          <a:pt x="6949150" y="2753362"/>
                        </a:cubicBezTo>
                        <a:cubicBezTo>
                          <a:pt x="6939294" y="3017468"/>
                          <a:pt x="6981475" y="3226890"/>
                          <a:pt x="6949150" y="3441703"/>
                        </a:cubicBezTo>
                        <a:cubicBezTo>
                          <a:pt x="6916825" y="3656516"/>
                          <a:pt x="6945646" y="3819636"/>
                          <a:pt x="6949150" y="4130043"/>
                        </a:cubicBezTo>
                        <a:cubicBezTo>
                          <a:pt x="6952654" y="4440450"/>
                          <a:pt x="6926241" y="4670275"/>
                          <a:pt x="6949150" y="4818384"/>
                        </a:cubicBezTo>
                        <a:cubicBezTo>
                          <a:pt x="6691040" y="4838361"/>
                          <a:pt x="6385136" y="4789243"/>
                          <a:pt x="6184744" y="4818384"/>
                        </a:cubicBezTo>
                        <a:cubicBezTo>
                          <a:pt x="5984352" y="4847525"/>
                          <a:pt x="5916473" y="4838406"/>
                          <a:pt x="5698303" y="4818384"/>
                        </a:cubicBezTo>
                        <a:cubicBezTo>
                          <a:pt x="5480133" y="4798362"/>
                          <a:pt x="5314856" y="4814191"/>
                          <a:pt x="5142371" y="4818384"/>
                        </a:cubicBezTo>
                        <a:cubicBezTo>
                          <a:pt x="4969886" y="4822577"/>
                          <a:pt x="4660294" y="4823722"/>
                          <a:pt x="4308473" y="4818384"/>
                        </a:cubicBezTo>
                        <a:cubicBezTo>
                          <a:pt x="3956652" y="4813046"/>
                          <a:pt x="3959459" y="4791660"/>
                          <a:pt x="3613558" y="4818384"/>
                        </a:cubicBezTo>
                        <a:cubicBezTo>
                          <a:pt x="3267658" y="4845108"/>
                          <a:pt x="3208829" y="4791710"/>
                          <a:pt x="3057626" y="4818384"/>
                        </a:cubicBezTo>
                        <a:cubicBezTo>
                          <a:pt x="2906423" y="4845058"/>
                          <a:pt x="2615361" y="4832209"/>
                          <a:pt x="2362711" y="4818384"/>
                        </a:cubicBezTo>
                        <a:cubicBezTo>
                          <a:pt x="2110062" y="4804559"/>
                          <a:pt x="2009281" y="4834034"/>
                          <a:pt x="1876271" y="4818384"/>
                        </a:cubicBezTo>
                        <a:cubicBezTo>
                          <a:pt x="1743261" y="4802734"/>
                          <a:pt x="1591957" y="4800660"/>
                          <a:pt x="1389830" y="4818384"/>
                        </a:cubicBezTo>
                        <a:cubicBezTo>
                          <a:pt x="1187703" y="4836108"/>
                          <a:pt x="954300" y="4852725"/>
                          <a:pt x="694915" y="4818384"/>
                        </a:cubicBezTo>
                        <a:cubicBezTo>
                          <a:pt x="435531" y="4784043"/>
                          <a:pt x="333677" y="4795989"/>
                          <a:pt x="0" y="4818384"/>
                        </a:cubicBezTo>
                        <a:cubicBezTo>
                          <a:pt x="-26012" y="4528465"/>
                          <a:pt x="-7968" y="4278957"/>
                          <a:pt x="0" y="4081860"/>
                        </a:cubicBezTo>
                        <a:cubicBezTo>
                          <a:pt x="7968" y="3884763"/>
                          <a:pt x="-2900" y="3737894"/>
                          <a:pt x="0" y="3441703"/>
                        </a:cubicBezTo>
                        <a:cubicBezTo>
                          <a:pt x="2900" y="3145512"/>
                          <a:pt x="-22489" y="3148881"/>
                          <a:pt x="0" y="2897914"/>
                        </a:cubicBezTo>
                        <a:cubicBezTo>
                          <a:pt x="22489" y="2646947"/>
                          <a:pt x="-35125" y="2462270"/>
                          <a:pt x="0" y="2161389"/>
                        </a:cubicBezTo>
                        <a:cubicBezTo>
                          <a:pt x="35125" y="1860508"/>
                          <a:pt x="-9974" y="1760704"/>
                          <a:pt x="0" y="1569417"/>
                        </a:cubicBezTo>
                        <a:cubicBezTo>
                          <a:pt x="9974" y="1378130"/>
                          <a:pt x="-36555" y="1042236"/>
                          <a:pt x="0" y="832892"/>
                        </a:cubicBezTo>
                        <a:cubicBezTo>
                          <a:pt x="36555" y="623548"/>
                          <a:pt x="-19396" y="2975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B27A37E-30F4-A0EA-FD2F-A3B030E5BDE7}"/>
              </a:ext>
            </a:extLst>
          </p:cNvPr>
          <p:cNvSpPr/>
          <p:nvPr/>
        </p:nvSpPr>
        <p:spPr>
          <a:xfrm>
            <a:off x="4585345" y="103996"/>
            <a:ext cx="1891730" cy="11846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6B9C968-35E7-3572-9ABA-84B80DD33DA6}"/>
              </a:ext>
            </a:extLst>
          </p:cNvPr>
          <p:cNvGrpSpPr/>
          <p:nvPr/>
        </p:nvGrpSpPr>
        <p:grpSpPr>
          <a:xfrm>
            <a:off x="2834578" y="2739322"/>
            <a:ext cx="3353814" cy="1184612"/>
            <a:chOff x="2660962" y="2348866"/>
            <a:chExt cx="3778627" cy="1154361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F71A2BC-6AB4-0ABA-76B4-DA6B88878512}"/>
                </a:ext>
              </a:extLst>
            </p:cNvPr>
            <p:cNvCxnSpPr>
              <a:cxnSpLocks/>
            </p:cNvCxnSpPr>
            <p:nvPr/>
          </p:nvCxnSpPr>
          <p:spPr>
            <a:xfrm>
              <a:off x="4547859" y="2720295"/>
              <a:ext cx="1891730" cy="782932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3816DEA-CF2B-0CAB-E2F8-3AE4628CCA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0962" y="2720295"/>
              <a:ext cx="1886897" cy="708705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FDDCA99-F7C3-CC76-12D8-628EA9BBF8FC}"/>
                </a:ext>
              </a:extLst>
            </p:cNvPr>
            <p:cNvSpPr/>
            <p:nvPr/>
          </p:nvSpPr>
          <p:spPr>
            <a:xfrm>
              <a:off x="3119149" y="2902590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9B2C527-E765-B9D3-F7EE-479EAC6473E2}"/>
                </a:ext>
              </a:extLst>
            </p:cNvPr>
            <p:cNvSpPr/>
            <p:nvPr/>
          </p:nvSpPr>
          <p:spPr>
            <a:xfrm>
              <a:off x="5360569" y="3007746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AE440E2-397C-D469-E5CB-CFA1F402F55D}"/>
                </a:ext>
              </a:extLst>
            </p:cNvPr>
            <p:cNvGrpSpPr/>
            <p:nvPr/>
          </p:nvGrpSpPr>
          <p:grpSpPr>
            <a:xfrm>
              <a:off x="3604410" y="2348866"/>
              <a:ext cx="2033641" cy="604204"/>
              <a:chOff x="3818519" y="1128874"/>
              <a:chExt cx="2033641" cy="6042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7AD615EE-0980-5ACD-6D5A-6719ACD4D6B3}"/>
                      </a:ext>
                    </a:extLst>
                  </p:cNvPr>
                  <p:cNvSpPr/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 &lt;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7AD615EE-0980-5ACD-6D5A-6719ACD4D6B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E0C8CAE7-13A6-7748-0EE9-CF792876409A}"/>
                      </a:ext>
                    </a:extLst>
                  </p:cNvPr>
                  <p:cNvSpPr txBox="1"/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E0C8CAE7-13A6-7748-0EE9-CF79287640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EBDCC27-25C9-4B70-7FC7-F3608B210543}"/>
                  </a:ext>
                </a:extLst>
              </p:cNvPr>
              <p:cNvSpPr txBox="1"/>
              <p:nvPr/>
            </p:nvSpPr>
            <p:spPr>
              <a:xfrm>
                <a:off x="5100839" y="1217548"/>
                <a:ext cx="609414" cy="44987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42</a:t>
                </a:r>
              </a:p>
            </p:txBody>
          </p:sp>
        </p:grp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27AA0B1E-7207-49C6-BAD3-C01F90C45115}"/>
              </a:ext>
            </a:extLst>
          </p:cNvPr>
          <p:cNvSpPr/>
          <p:nvPr/>
        </p:nvSpPr>
        <p:spPr>
          <a:xfrm>
            <a:off x="2580362" y="105880"/>
            <a:ext cx="1995909" cy="11846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2F61795-3E73-10B3-C443-1F58FFAB291F}"/>
              </a:ext>
            </a:extLst>
          </p:cNvPr>
          <p:cNvSpPr/>
          <p:nvPr/>
        </p:nvSpPr>
        <p:spPr>
          <a:xfrm>
            <a:off x="1742227" y="3870187"/>
            <a:ext cx="1995910" cy="1355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B71F564-4E4C-7637-2BA6-8E37468B36B5}"/>
              </a:ext>
            </a:extLst>
          </p:cNvPr>
          <p:cNvSpPr/>
          <p:nvPr/>
        </p:nvSpPr>
        <p:spPr>
          <a:xfrm>
            <a:off x="5509637" y="3870187"/>
            <a:ext cx="2353517" cy="115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C97EF6D2-0449-847F-7138-C190C0E90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578" y="172152"/>
            <a:ext cx="3137344" cy="1048300"/>
          </a:xfrm>
          <a:prstGeom prst="rect">
            <a:avLst/>
          </a:prstGeom>
        </p:spPr>
      </p:pic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8D82C98C-5B6F-1328-8C10-F5FAAEAADEAA}"/>
              </a:ext>
            </a:extLst>
          </p:cNvPr>
          <p:cNvGraphicFramePr>
            <a:graphicFrameLocks noGrp="1"/>
          </p:cNvGraphicFramePr>
          <p:nvPr/>
        </p:nvGraphicFramePr>
        <p:xfrm>
          <a:off x="5937713" y="3949381"/>
          <a:ext cx="1582152" cy="1026795"/>
        </p:xfrm>
        <a:graphic>
          <a:graphicData uri="http://schemas.openxmlformats.org/drawingml/2006/table">
            <a:tbl>
              <a:tblPr/>
              <a:tblGrid>
                <a:gridCol w="263692">
                  <a:extLst>
                    <a:ext uri="{9D8B030D-6E8A-4147-A177-3AD203B41FA5}">
                      <a16:colId xmlns:a16="http://schemas.microsoft.com/office/drawing/2014/main" val="4017208414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2514218000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4010742793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1318833208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3675222567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46497937"/>
                    </a:ext>
                  </a:extLst>
                </a:gridCol>
              </a:tblGrid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103927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79023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965341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379096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68007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761720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099787"/>
                  </a:ext>
                </a:extLst>
              </a:tr>
            </a:tbl>
          </a:graphicData>
        </a:graphic>
      </p:graphicFrame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1AD1AC96-B9B4-14B7-3970-4DF78D36D208}"/>
              </a:ext>
            </a:extLst>
          </p:cNvPr>
          <p:cNvGraphicFramePr>
            <a:graphicFrameLocks noGrp="1"/>
          </p:cNvGraphicFramePr>
          <p:nvPr/>
        </p:nvGraphicFramePr>
        <p:xfrm>
          <a:off x="2154366" y="4034739"/>
          <a:ext cx="1265456" cy="1026795"/>
        </p:xfrm>
        <a:graphic>
          <a:graphicData uri="http://schemas.openxmlformats.org/drawingml/2006/table">
            <a:tbl>
              <a:tblPr/>
              <a:tblGrid>
                <a:gridCol w="296500">
                  <a:extLst>
                    <a:ext uri="{9D8B030D-6E8A-4147-A177-3AD203B41FA5}">
                      <a16:colId xmlns:a16="http://schemas.microsoft.com/office/drawing/2014/main" val="3112326024"/>
                    </a:ext>
                  </a:extLst>
                </a:gridCol>
                <a:gridCol w="286811">
                  <a:extLst>
                    <a:ext uri="{9D8B030D-6E8A-4147-A177-3AD203B41FA5}">
                      <a16:colId xmlns:a16="http://schemas.microsoft.com/office/drawing/2014/main" val="2049826576"/>
                    </a:ext>
                  </a:extLst>
                </a:gridCol>
                <a:gridCol w="372079">
                  <a:extLst>
                    <a:ext uri="{9D8B030D-6E8A-4147-A177-3AD203B41FA5}">
                      <a16:colId xmlns:a16="http://schemas.microsoft.com/office/drawing/2014/main" val="1211859640"/>
                    </a:ext>
                  </a:extLst>
                </a:gridCol>
                <a:gridCol w="310066">
                  <a:extLst>
                    <a:ext uri="{9D8B030D-6E8A-4147-A177-3AD203B41FA5}">
                      <a16:colId xmlns:a16="http://schemas.microsoft.com/office/drawing/2014/main" val="3428994747"/>
                    </a:ext>
                  </a:extLst>
                </a:gridCol>
              </a:tblGrid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628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578973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2598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743017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597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475792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3461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0C8B25FA-8A99-A5D3-7CD5-CA34CB20A9A0}"/>
                  </a:ext>
                </a:extLst>
              </p:cNvPr>
              <p:cNvSpPr/>
              <p:nvPr/>
            </p:nvSpPr>
            <p:spPr>
              <a:xfrm>
                <a:off x="2238241" y="5121616"/>
                <a:ext cx="908387" cy="53804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0C8B25FA-8A99-A5D3-7CD5-CA34CB20A9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241" y="5121616"/>
                <a:ext cx="908387" cy="53804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screenshot of a math table&#10;&#10;Description automatically generated">
            <a:extLst>
              <a:ext uri="{FF2B5EF4-FFF2-40B4-BE49-F238E27FC236}">
                <a16:creationId xmlns:a16="http://schemas.microsoft.com/office/drawing/2014/main" id="{80E05D1C-BCE9-A2A7-65FE-9D091455E6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6749" y="1305124"/>
            <a:ext cx="2674675" cy="139942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F347B3C-8A66-3CFD-ACD9-7CA949E2CD54}"/>
              </a:ext>
            </a:extLst>
          </p:cNvPr>
          <p:cNvGrpSpPr/>
          <p:nvPr/>
        </p:nvGrpSpPr>
        <p:grpSpPr>
          <a:xfrm>
            <a:off x="4819454" y="6559083"/>
            <a:ext cx="3315241" cy="776114"/>
            <a:chOff x="2250597" y="5033158"/>
            <a:chExt cx="4693582" cy="17616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ounded Rectangle 3">
                  <a:extLst>
                    <a:ext uri="{FF2B5EF4-FFF2-40B4-BE49-F238E27FC236}">
                      <a16:creationId xmlns:a16="http://schemas.microsoft.com/office/drawing/2014/main" id="{4A1CB2ED-15E8-8EA8-B359-28548D779271}"/>
                    </a:ext>
                  </a:extLst>
                </p:cNvPr>
                <p:cNvSpPr/>
                <p:nvPr/>
              </p:nvSpPr>
              <p:spPr>
                <a:xfrm>
                  <a:off x="3373497" y="6037503"/>
                  <a:ext cx="1398739" cy="757257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8" name="Rounded Rectangle 57">
                  <a:extLst>
                    <a:ext uri="{FF2B5EF4-FFF2-40B4-BE49-F238E27FC236}">
                      <a16:creationId xmlns:a16="http://schemas.microsoft.com/office/drawing/2014/main" id="{50A3BFC2-8E63-6205-FD15-1C4560E04D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3497" y="6037503"/>
                  <a:ext cx="1398739" cy="757257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ounded Rectangle 4">
                  <a:extLst>
                    <a:ext uri="{FF2B5EF4-FFF2-40B4-BE49-F238E27FC236}">
                      <a16:creationId xmlns:a16="http://schemas.microsoft.com/office/drawing/2014/main" id="{755B6779-D299-5B06-7ADF-FD2E7554679F}"/>
                    </a:ext>
                  </a:extLst>
                </p:cNvPr>
                <p:cNvSpPr/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Rounded Rectangle 58">
                  <a:extLst>
                    <a:ext uri="{FF2B5EF4-FFF2-40B4-BE49-F238E27FC236}">
                      <a16:creationId xmlns:a16="http://schemas.microsoft.com/office/drawing/2014/main" id="{A2E6336D-4E42-1B68-1DD3-5A2F7430AF6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EED8A6C-F647-1562-603C-3AFD392490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8044" y="5033158"/>
              <a:ext cx="1007024" cy="1015828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5C889D8-0114-653D-FFBC-8839313B0AB6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4965068" y="5033158"/>
              <a:ext cx="972089" cy="1004347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197128-72ED-F8A7-5536-21E25ACF4321}"/>
                </a:ext>
              </a:extLst>
            </p:cNvPr>
            <p:cNvSpPr/>
            <p:nvPr/>
          </p:nvSpPr>
          <p:spPr>
            <a:xfrm>
              <a:off x="2250597" y="5480675"/>
              <a:ext cx="2387222" cy="124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96F5FB6-C0E5-72F3-7208-BFE5A5EAB63F}"/>
                </a:ext>
              </a:extLst>
            </p:cNvPr>
            <p:cNvSpPr/>
            <p:nvPr/>
          </p:nvSpPr>
          <p:spPr>
            <a:xfrm>
              <a:off x="5254766" y="5443910"/>
              <a:ext cx="1689413" cy="1608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935E9C0-BAC4-9459-1B6E-5E52948DAF15}"/>
              </a:ext>
            </a:extLst>
          </p:cNvPr>
          <p:cNvGrpSpPr/>
          <p:nvPr/>
        </p:nvGrpSpPr>
        <p:grpSpPr>
          <a:xfrm>
            <a:off x="6078146" y="6112934"/>
            <a:ext cx="1216498" cy="419218"/>
            <a:chOff x="1907556" y="3113837"/>
            <a:chExt cx="1989963" cy="657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8014C2F7-78FE-EA38-51D7-9E8B16A0AEF0}"/>
                    </a:ext>
                  </a:extLst>
                </p:cNvPr>
                <p:cNvSpPr/>
                <p:nvPr/>
              </p:nvSpPr>
              <p:spPr>
                <a:xfrm>
                  <a:off x="1907556" y="3113837"/>
                  <a:ext cx="1989963" cy="657697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&lt;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5" name="Rounded Rectangle 64">
                  <a:extLst>
                    <a:ext uri="{FF2B5EF4-FFF2-40B4-BE49-F238E27FC236}">
                      <a16:creationId xmlns:a16="http://schemas.microsoft.com/office/drawing/2014/main" id="{35E3E70C-E49C-4131-93F5-2C68B1BFF8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7556" y="3113837"/>
                  <a:ext cx="1989963" cy="657697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243F94-FFBA-51B2-8D8D-588015372A92}"/>
                </a:ext>
              </a:extLst>
            </p:cNvPr>
            <p:cNvSpPr txBox="1"/>
            <p:nvPr/>
          </p:nvSpPr>
          <p:spPr>
            <a:xfrm>
              <a:off x="2090710" y="3181075"/>
              <a:ext cx="609414" cy="5794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7214A65-4961-5D71-C1DA-2236522116BC}"/>
                </a:ext>
              </a:extLst>
            </p:cNvPr>
            <p:cNvSpPr txBox="1"/>
            <p:nvPr/>
          </p:nvSpPr>
          <p:spPr>
            <a:xfrm>
              <a:off x="3190481" y="3226406"/>
              <a:ext cx="609414" cy="44745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endParaRPr lang="en-US" sz="1200" dirty="0"/>
            </a:p>
          </p:txBody>
        </p:sp>
      </p:grpSp>
      <p:pic>
        <p:nvPicPr>
          <p:cNvPr id="18" name="Picture 17" descr="A screenshot of a math table&#10;&#10;Description automatically generated">
            <a:extLst>
              <a:ext uri="{FF2B5EF4-FFF2-40B4-BE49-F238E27FC236}">
                <a16:creationId xmlns:a16="http://schemas.microsoft.com/office/drawing/2014/main" id="{FE0F94FB-DF69-A5E0-F2AF-9E6073A098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79088" y="5058478"/>
            <a:ext cx="1916961" cy="99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010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CBDBF-A413-C7F6-9116-28AC057AC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1BB3CC7-312C-E810-247E-50C1332476D4}"/>
              </a:ext>
            </a:extLst>
          </p:cNvPr>
          <p:cNvSpPr/>
          <p:nvPr/>
        </p:nvSpPr>
        <p:spPr>
          <a:xfrm>
            <a:off x="87681" y="172152"/>
            <a:ext cx="8830850" cy="7644559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49150"/>
                      <a:gd name="connsiteY0" fmla="*/ 0 h 4818384"/>
                      <a:gd name="connsiteX1" fmla="*/ 625424 w 6949150"/>
                      <a:gd name="connsiteY1" fmla="*/ 0 h 4818384"/>
                      <a:gd name="connsiteX2" fmla="*/ 1389830 w 6949150"/>
                      <a:gd name="connsiteY2" fmla="*/ 0 h 4818384"/>
                      <a:gd name="connsiteX3" fmla="*/ 1945762 w 6949150"/>
                      <a:gd name="connsiteY3" fmla="*/ 0 h 4818384"/>
                      <a:gd name="connsiteX4" fmla="*/ 2640677 w 6949150"/>
                      <a:gd name="connsiteY4" fmla="*/ 0 h 4818384"/>
                      <a:gd name="connsiteX5" fmla="*/ 3405084 w 6949150"/>
                      <a:gd name="connsiteY5" fmla="*/ 0 h 4818384"/>
                      <a:gd name="connsiteX6" fmla="*/ 3891524 w 6949150"/>
                      <a:gd name="connsiteY6" fmla="*/ 0 h 4818384"/>
                      <a:gd name="connsiteX7" fmla="*/ 4377965 w 6949150"/>
                      <a:gd name="connsiteY7" fmla="*/ 0 h 4818384"/>
                      <a:gd name="connsiteX8" fmla="*/ 5211863 w 6949150"/>
                      <a:gd name="connsiteY8" fmla="*/ 0 h 4818384"/>
                      <a:gd name="connsiteX9" fmla="*/ 5906778 w 6949150"/>
                      <a:gd name="connsiteY9" fmla="*/ 0 h 4818384"/>
                      <a:gd name="connsiteX10" fmla="*/ 6949150 w 6949150"/>
                      <a:gd name="connsiteY10" fmla="*/ 0 h 4818384"/>
                      <a:gd name="connsiteX11" fmla="*/ 6949150 w 6949150"/>
                      <a:gd name="connsiteY11" fmla="*/ 688341 h 4818384"/>
                      <a:gd name="connsiteX12" fmla="*/ 6949150 w 6949150"/>
                      <a:gd name="connsiteY12" fmla="*/ 1424865 h 4818384"/>
                      <a:gd name="connsiteX13" fmla="*/ 6949150 w 6949150"/>
                      <a:gd name="connsiteY13" fmla="*/ 2016838 h 4818384"/>
                      <a:gd name="connsiteX14" fmla="*/ 6949150 w 6949150"/>
                      <a:gd name="connsiteY14" fmla="*/ 2705178 h 4818384"/>
                      <a:gd name="connsiteX15" fmla="*/ 6949150 w 6949150"/>
                      <a:gd name="connsiteY15" fmla="*/ 3248967 h 4818384"/>
                      <a:gd name="connsiteX16" fmla="*/ 6949150 w 6949150"/>
                      <a:gd name="connsiteY16" fmla="*/ 4033676 h 4818384"/>
                      <a:gd name="connsiteX17" fmla="*/ 6949150 w 6949150"/>
                      <a:gd name="connsiteY17" fmla="*/ 4818384 h 4818384"/>
                      <a:gd name="connsiteX18" fmla="*/ 6115252 w 6949150"/>
                      <a:gd name="connsiteY18" fmla="*/ 4818384 h 4818384"/>
                      <a:gd name="connsiteX19" fmla="*/ 5350846 w 6949150"/>
                      <a:gd name="connsiteY19" fmla="*/ 4818384 h 4818384"/>
                      <a:gd name="connsiteX20" fmla="*/ 4794914 w 6949150"/>
                      <a:gd name="connsiteY20" fmla="*/ 4818384 h 4818384"/>
                      <a:gd name="connsiteX21" fmla="*/ 3961016 w 6949150"/>
                      <a:gd name="connsiteY21" fmla="*/ 4818384 h 4818384"/>
                      <a:gd name="connsiteX22" fmla="*/ 3266101 w 6949150"/>
                      <a:gd name="connsiteY22" fmla="*/ 4818384 h 4818384"/>
                      <a:gd name="connsiteX23" fmla="*/ 2779660 w 6949150"/>
                      <a:gd name="connsiteY23" fmla="*/ 4818384 h 4818384"/>
                      <a:gd name="connsiteX24" fmla="*/ 2084745 w 6949150"/>
                      <a:gd name="connsiteY24" fmla="*/ 4818384 h 4818384"/>
                      <a:gd name="connsiteX25" fmla="*/ 1459321 w 6949150"/>
                      <a:gd name="connsiteY25" fmla="*/ 4818384 h 4818384"/>
                      <a:gd name="connsiteX26" fmla="*/ 833898 w 6949150"/>
                      <a:gd name="connsiteY26" fmla="*/ 4818384 h 4818384"/>
                      <a:gd name="connsiteX27" fmla="*/ 0 w 6949150"/>
                      <a:gd name="connsiteY27" fmla="*/ 4818384 h 4818384"/>
                      <a:gd name="connsiteX28" fmla="*/ 0 w 6949150"/>
                      <a:gd name="connsiteY28" fmla="*/ 4178227 h 4818384"/>
                      <a:gd name="connsiteX29" fmla="*/ 0 w 6949150"/>
                      <a:gd name="connsiteY29" fmla="*/ 3441703 h 4818384"/>
                      <a:gd name="connsiteX30" fmla="*/ 0 w 6949150"/>
                      <a:gd name="connsiteY30" fmla="*/ 2801546 h 4818384"/>
                      <a:gd name="connsiteX31" fmla="*/ 0 w 6949150"/>
                      <a:gd name="connsiteY31" fmla="*/ 2257757 h 4818384"/>
                      <a:gd name="connsiteX32" fmla="*/ 0 w 6949150"/>
                      <a:gd name="connsiteY32" fmla="*/ 1617600 h 4818384"/>
                      <a:gd name="connsiteX33" fmla="*/ 0 w 6949150"/>
                      <a:gd name="connsiteY33" fmla="*/ 881076 h 4818384"/>
                      <a:gd name="connsiteX34" fmla="*/ 0 w 6949150"/>
                      <a:gd name="connsiteY34" fmla="*/ 0 h 4818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949150" h="4818384" fill="none" extrusionOk="0">
                        <a:moveTo>
                          <a:pt x="0" y="0"/>
                        </a:moveTo>
                        <a:cubicBezTo>
                          <a:pt x="199453" y="27968"/>
                          <a:pt x="331957" y="-15931"/>
                          <a:pt x="625424" y="0"/>
                        </a:cubicBezTo>
                        <a:cubicBezTo>
                          <a:pt x="918891" y="15931"/>
                          <a:pt x="1038506" y="12699"/>
                          <a:pt x="1389830" y="0"/>
                        </a:cubicBezTo>
                        <a:cubicBezTo>
                          <a:pt x="1741154" y="-12699"/>
                          <a:pt x="1762000" y="-17208"/>
                          <a:pt x="1945762" y="0"/>
                        </a:cubicBezTo>
                        <a:cubicBezTo>
                          <a:pt x="2129524" y="17208"/>
                          <a:pt x="2453772" y="22823"/>
                          <a:pt x="2640677" y="0"/>
                        </a:cubicBezTo>
                        <a:cubicBezTo>
                          <a:pt x="2827583" y="-22823"/>
                          <a:pt x="3242652" y="-31152"/>
                          <a:pt x="3405084" y="0"/>
                        </a:cubicBezTo>
                        <a:cubicBezTo>
                          <a:pt x="3567516" y="31152"/>
                          <a:pt x="3697218" y="22391"/>
                          <a:pt x="3891524" y="0"/>
                        </a:cubicBezTo>
                        <a:cubicBezTo>
                          <a:pt x="4085830" y="-22391"/>
                          <a:pt x="4147311" y="-19629"/>
                          <a:pt x="4377965" y="0"/>
                        </a:cubicBezTo>
                        <a:cubicBezTo>
                          <a:pt x="4608619" y="19629"/>
                          <a:pt x="4801188" y="-26337"/>
                          <a:pt x="5211863" y="0"/>
                        </a:cubicBezTo>
                        <a:cubicBezTo>
                          <a:pt x="5622538" y="26337"/>
                          <a:pt x="5743011" y="-9254"/>
                          <a:pt x="5906778" y="0"/>
                        </a:cubicBezTo>
                        <a:cubicBezTo>
                          <a:pt x="6070546" y="9254"/>
                          <a:pt x="6641194" y="43359"/>
                          <a:pt x="6949150" y="0"/>
                        </a:cubicBezTo>
                        <a:cubicBezTo>
                          <a:pt x="6949183" y="320118"/>
                          <a:pt x="6972420" y="379113"/>
                          <a:pt x="6949150" y="688341"/>
                        </a:cubicBezTo>
                        <a:cubicBezTo>
                          <a:pt x="6925880" y="997569"/>
                          <a:pt x="6929620" y="1190441"/>
                          <a:pt x="6949150" y="1424865"/>
                        </a:cubicBezTo>
                        <a:cubicBezTo>
                          <a:pt x="6968680" y="1659289"/>
                          <a:pt x="6932270" y="1765655"/>
                          <a:pt x="6949150" y="2016838"/>
                        </a:cubicBezTo>
                        <a:cubicBezTo>
                          <a:pt x="6966030" y="2268021"/>
                          <a:pt x="6980942" y="2551450"/>
                          <a:pt x="6949150" y="2705178"/>
                        </a:cubicBezTo>
                        <a:cubicBezTo>
                          <a:pt x="6917358" y="2858906"/>
                          <a:pt x="6950794" y="3026774"/>
                          <a:pt x="6949150" y="3248967"/>
                        </a:cubicBezTo>
                        <a:cubicBezTo>
                          <a:pt x="6947506" y="3471160"/>
                          <a:pt x="6938533" y="3657900"/>
                          <a:pt x="6949150" y="4033676"/>
                        </a:cubicBezTo>
                        <a:cubicBezTo>
                          <a:pt x="6959767" y="4409452"/>
                          <a:pt x="6986141" y="4542315"/>
                          <a:pt x="6949150" y="4818384"/>
                        </a:cubicBezTo>
                        <a:cubicBezTo>
                          <a:pt x="6617309" y="4859611"/>
                          <a:pt x="6293522" y="4816506"/>
                          <a:pt x="6115252" y="4818384"/>
                        </a:cubicBezTo>
                        <a:cubicBezTo>
                          <a:pt x="5936982" y="4820262"/>
                          <a:pt x="5664078" y="4823527"/>
                          <a:pt x="5350846" y="4818384"/>
                        </a:cubicBezTo>
                        <a:cubicBezTo>
                          <a:pt x="5037614" y="4813241"/>
                          <a:pt x="5040058" y="4838462"/>
                          <a:pt x="4794914" y="4818384"/>
                        </a:cubicBezTo>
                        <a:cubicBezTo>
                          <a:pt x="4549770" y="4798306"/>
                          <a:pt x="4267003" y="4778725"/>
                          <a:pt x="3961016" y="4818384"/>
                        </a:cubicBezTo>
                        <a:cubicBezTo>
                          <a:pt x="3655029" y="4858043"/>
                          <a:pt x="3581121" y="4843625"/>
                          <a:pt x="3266101" y="4818384"/>
                        </a:cubicBezTo>
                        <a:cubicBezTo>
                          <a:pt x="2951082" y="4793143"/>
                          <a:pt x="2958204" y="4811321"/>
                          <a:pt x="2779660" y="4818384"/>
                        </a:cubicBezTo>
                        <a:cubicBezTo>
                          <a:pt x="2601116" y="4825447"/>
                          <a:pt x="2410108" y="4830485"/>
                          <a:pt x="2084745" y="4818384"/>
                        </a:cubicBezTo>
                        <a:cubicBezTo>
                          <a:pt x="1759383" y="4806283"/>
                          <a:pt x="1592447" y="4829536"/>
                          <a:pt x="1459321" y="4818384"/>
                        </a:cubicBezTo>
                        <a:cubicBezTo>
                          <a:pt x="1326195" y="4807232"/>
                          <a:pt x="961699" y="4831668"/>
                          <a:pt x="833898" y="4818384"/>
                        </a:cubicBezTo>
                        <a:cubicBezTo>
                          <a:pt x="706097" y="4805100"/>
                          <a:pt x="405567" y="4783198"/>
                          <a:pt x="0" y="4818384"/>
                        </a:cubicBezTo>
                        <a:cubicBezTo>
                          <a:pt x="19912" y="4646829"/>
                          <a:pt x="-5787" y="4461033"/>
                          <a:pt x="0" y="4178227"/>
                        </a:cubicBezTo>
                        <a:cubicBezTo>
                          <a:pt x="5787" y="3895421"/>
                          <a:pt x="-8170" y="3635904"/>
                          <a:pt x="0" y="3441703"/>
                        </a:cubicBezTo>
                        <a:cubicBezTo>
                          <a:pt x="8170" y="3247502"/>
                          <a:pt x="29553" y="3060983"/>
                          <a:pt x="0" y="2801546"/>
                        </a:cubicBezTo>
                        <a:cubicBezTo>
                          <a:pt x="-29553" y="2542109"/>
                          <a:pt x="-10963" y="2468313"/>
                          <a:pt x="0" y="2257757"/>
                        </a:cubicBezTo>
                        <a:cubicBezTo>
                          <a:pt x="10963" y="2047201"/>
                          <a:pt x="-3041" y="1911395"/>
                          <a:pt x="0" y="1617600"/>
                        </a:cubicBezTo>
                        <a:cubicBezTo>
                          <a:pt x="3041" y="1323805"/>
                          <a:pt x="-11315" y="1095814"/>
                          <a:pt x="0" y="881076"/>
                        </a:cubicBezTo>
                        <a:cubicBezTo>
                          <a:pt x="11315" y="666338"/>
                          <a:pt x="29315" y="207175"/>
                          <a:pt x="0" y="0"/>
                        </a:cubicBezTo>
                        <a:close/>
                      </a:path>
                      <a:path w="6949150" h="4818384" stroke="0" extrusionOk="0">
                        <a:moveTo>
                          <a:pt x="0" y="0"/>
                        </a:moveTo>
                        <a:cubicBezTo>
                          <a:pt x="146200" y="22868"/>
                          <a:pt x="365499" y="-28243"/>
                          <a:pt x="625424" y="0"/>
                        </a:cubicBezTo>
                        <a:cubicBezTo>
                          <a:pt x="885349" y="28243"/>
                          <a:pt x="983698" y="-477"/>
                          <a:pt x="1111864" y="0"/>
                        </a:cubicBezTo>
                        <a:cubicBezTo>
                          <a:pt x="1240030" y="477"/>
                          <a:pt x="1701706" y="36578"/>
                          <a:pt x="1945762" y="0"/>
                        </a:cubicBezTo>
                        <a:cubicBezTo>
                          <a:pt x="2189818" y="-36578"/>
                          <a:pt x="2398117" y="26334"/>
                          <a:pt x="2571186" y="0"/>
                        </a:cubicBezTo>
                        <a:cubicBezTo>
                          <a:pt x="2744255" y="-26334"/>
                          <a:pt x="3002758" y="18302"/>
                          <a:pt x="3196609" y="0"/>
                        </a:cubicBezTo>
                        <a:cubicBezTo>
                          <a:pt x="3390460" y="-18302"/>
                          <a:pt x="3698572" y="31177"/>
                          <a:pt x="4030507" y="0"/>
                        </a:cubicBezTo>
                        <a:cubicBezTo>
                          <a:pt x="4362442" y="-31177"/>
                          <a:pt x="4465277" y="22923"/>
                          <a:pt x="4586439" y="0"/>
                        </a:cubicBezTo>
                        <a:cubicBezTo>
                          <a:pt x="4707601" y="-22923"/>
                          <a:pt x="5198495" y="-38705"/>
                          <a:pt x="5420337" y="0"/>
                        </a:cubicBezTo>
                        <a:cubicBezTo>
                          <a:pt x="5642179" y="38705"/>
                          <a:pt x="5986868" y="-30977"/>
                          <a:pt x="6254235" y="0"/>
                        </a:cubicBezTo>
                        <a:cubicBezTo>
                          <a:pt x="6521602" y="30977"/>
                          <a:pt x="6769056" y="6956"/>
                          <a:pt x="6949150" y="0"/>
                        </a:cubicBezTo>
                        <a:cubicBezTo>
                          <a:pt x="6959426" y="164551"/>
                          <a:pt x="6921543" y="599167"/>
                          <a:pt x="6949150" y="784708"/>
                        </a:cubicBezTo>
                        <a:cubicBezTo>
                          <a:pt x="6976757" y="970249"/>
                          <a:pt x="6975765" y="1236385"/>
                          <a:pt x="6949150" y="1521233"/>
                        </a:cubicBezTo>
                        <a:cubicBezTo>
                          <a:pt x="6922535" y="1806082"/>
                          <a:pt x="6946650" y="1849215"/>
                          <a:pt x="6949150" y="2065022"/>
                        </a:cubicBezTo>
                        <a:cubicBezTo>
                          <a:pt x="6951650" y="2280829"/>
                          <a:pt x="6959006" y="2489256"/>
                          <a:pt x="6949150" y="2753362"/>
                        </a:cubicBezTo>
                        <a:cubicBezTo>
                          <a:pt x="6939294" y="3017468"/>
                          <a:pt x="6981475" y="3226890"/>
                          <a:pt x="6949150" y="3441703"/>
                        </a:cubicBezTo>
                        <a:cubicBezTo>
                          <a:pt x="6916825" y="3656516"/>
                          <a:pt x="6945646" y="3819636"/>
                          <a:pt x="6949150" y="4130043"/>
                        </a:cubicBezTo>
                        <a:cubicBezTo>
                          <a:pt x="6952654" y="4440450"/>
                          <a:pt x="6926241" y="4670275"/>
                          <a:pt x="6949150" y="4818384"/>
                        </a:cubicBezTo>
                        <a:cubicBezTo>
                          <a:pt x="6691040" y="4838361"/>
                          <a:pt x="6385136" y="4789243"/>
                          <a:pt x="6184744" y="4818384"/>
                        </a:cubicBezTo>
                        <a:cubicBezTo>
                          <a:pt x="5984352" y="4847525"/>
                          <a:pt x="5916473" y="4838406"/>
                          <a:pt x="5698303" y="4818384"/>
                        </a:cubicBezTo>
                        <a:cubicBezTo>
                          <a:pt x="5480133" y="4798362"/>
                          <a:pt x="5314856" y="4814191"/>
                          <a:pt x="5142371" y="4818384"/>
                        </a:cubicBezTo>
                        <a:cubicBezTo>
                          <a:pt x="4969886" y="4822577"/>
                          <a:pt x="4660294" y="4823722"/>
                          <a:pt x="4308473" y="4818384"/>
                        </a:cubicBezTo>
                        <a:cubicBezTo>
                          <a:pt x="3956652" y="4813046"/>
                          <a:pt x="3959459" y="4791660"/>
                          <a:pt x="3613558" y="4818384"/>
                        </a:cubicBezTo>
                        <a:cubicBezTo>
                          <a:pt x="3267658" y="4845108"/>
                          <a:pt x="3208829" y="4791710"/>
                          <a:pt x="3057626" y="4818384"/>
                        </a:cubicBezTo>
                        <a:cubicBezTo>
                          <a:pt x="2906423" y="4845058"/>
                          <a:pt x="2615361" y="4832209"/>
                          <a:pt x="2362711" y="4818384"/>
                        </a:cubicBezTo>
                        <a:cubicBezTo>
                          <a:pt x="2110062" y="4804559"/>
                          <a:pt x="2009281" y="4834034"/>
                          <a:pt x="1876271" y="4818384"/>
                        </a:cubicBezTo>
                        <a:cubicBezTo>
                          <a:pt x="1743261" y="4802734"/>
                          <a:pt x="1591957" y="4800660"/>
                          <a:pt x="1389830" y="4818384"/>
                        </a:cubicBezTo>
                        <a:cubicBezTo>
                          <a:pt x="1187703" y="4836108"/>
                          <a:pt x="954300" y="4852725"/>
                          <a:pt x="694915" y="4818384"/>
                        </a:cubicBezTo>
                        <a:cubicBezTo>
                          <a:pt x="435531" y="4784043"/>
                          <a:pt x="333677" y="4795989"/>
                          <a:pt x="0" y="4818384"/>
                        </a:cubicBezTo>
                        <a:cubicBezTo>
                          <a:pt x="-26012" y="4528465"/>
                          <a:pt x="-7968" y="4278957"/>
                          <a:pt x="0" y="4081860"/>
                        </a:cubicBezTo>
                        <a:cubicBezTo>
                          <a:pt x="7968" y="3884763"/>
                          <a:pt x="-2900" y="3737894"/>
                          <a:pt x="0" y="3441703"/>
                        </a:cubicBezTo>
                        <a:cubicBezTo>
                          <a:pt x="2900" y="3145512"/>
                          <a:pt x="-22489" y="3148881"/>
                          <a:pt x="0" y="2897914"/>
                        </a:cubicBezTo>
                        <a:cubicBezTo>
                          <a:pt x="22489" y="2646947"/>
                          <a:pt x="-35125" y="2462270"/>
                          <a:pt x="0" y="2161389"/>
                        </a:cubicBezTo>
                        <a:cubicBezTo>
                          <a:pt x="35125" y="1860508"/>
                          <a:pt x="-9974" y="1760704"/>
                          <a:pt x="0" y="1569417"/>
                        </a:cubicBezTo>
                        <a:cubicBezTo>
                          <a:pt x="9974" y="1378130"/>
                          <a:pt x="-36555" y="1042236"/>
                          <a:pt x="0" y="832892"/>
                        </a:cubicBezTo>
                        <a:cubicBezTo>
                          <a:pt x="36555" y="623548"/>
                          <a:pt x="-19396" y="2975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DB8864D-8467-E94E-07FC-7FD57C4C32E7}"/>
              </a:ext>
            </a:extLst>
          </p:cNvPr>
          <p:cNvSpPr/>
          <p:nvPr/>
        </p:nvSpPr>
        <p:spPr>
          <a:xfrm>
            <a:off x="4585345" y="103996"/>
            <a:ext cx="1891730" cy="11846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F7D77A1-79C5-6AE7-02CC-5756C891C4E1}"/>
              </a:ext>
            </a:extLst>
          </p:cNvPr>
          <p:cNvGrpSpPr/>
          <p:nvPr/>
        </p:nvGrpSpPr>
        <p:grpSpPr>
          <a:xfrm>
            <a:off x="2834578" y="2739322"/>
            <a:ext cx="3353814" cy="1184612"/>
            <a:chOff x="2660962" y="2348866"/>
            <a:chExt cx="3778627" cy="1154361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0EEBE68A-F383-045D-08E8-8BEC9EB7521E}"/>
                </a:ext>
              </a:extLst>
            </p:cNvPr>
            <p:cNvCxnSpPr>
              <a:cxnSpLocks/>
            </p:cNvCxnSpPr>
            <p:nvPr/>
          </p:nvCxnSpPr>
          <p:spPr>
            <a:xfrm>
              <a:off x="4547859" y="2720295"/>
              <a:ext cx="1891730" cy="782932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3ECDBE0-BC64-56E9-6048-1470C3A070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0962" y="2720295"/>
              <a:ext cx="1886897" cy="708705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37F8602-D842-B843-FDE0-B5FB472A46D8}"/>
                </a:ext>
              </a:extLst>
            </p:cNvPr>
            <p:cNvSpPr/>
            <p:nvPr/>
          </p:nvSpPr>
          <p:spPr>
            <a:xfrm>
              <a:off x="3119149" y="2902590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97E1E82-05E0-0EC4-35FB-828C740DE023}"/>
                </a:ext>
              </a:extLst>
            </p:cNvPr>
            <p:cNvSpPr/>
            <p:nvPr/>
          </p:nvSpPr>
          <p:spPr>
            <a:xfrm>
              <a:off x="5360569" y="3007746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5152A3F-0D4C-B503-EEDF-D73E75B84F29}"/>
                </a:ext>
              </a:extLst>
            </p:cNvPr>
            <p:cNvGrpSpPr/>
            <p:nvPr/>
          </p:nvGrpSpPr>
          <p:grpSpPr>
            <a:xfrm>
              <a:off x="3604410" y="2348866"/>
              <a:ext cx="2033641" cy="604204"/>
              <a:chOff x="3818519" y="1128874"/>
              <a:chExt cx="2033641" cy="6042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726ECB16-548E-A6CD-4895-1F8A51C890D8}"/>
                      </a:ext>
                    </a:extLst>
                  </p:cNvPr>
                  <p:cNvSpPr/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 &lt;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726ECB16-548E-A6CD-4895-1F8A51C890D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38ECA397-CE6C-DE39-E503-3BCAB2A4DA7D}"/>
                      </a:ext>
                    </a:extLst>
                  </p:cNvPr>
                  <p:cNvSpPr txBox="1"/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38ECA397-CE6C-DE39-E503-3BCAB2A4DA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8F8B34F-5DC4-C8A1-165D-4370462CC6F3}"/>
                  </a:ext>
                </a:extLst>
              </p:cNvPr>
              <p:cNvSpPr txBox="1"/>
              <p:nvPr/>
            </p:nvSpPr>
            <p:spPr>
              <a:xfrm>
                <a:off x="5100839" y="1217548"/>
                <a:ext cx="609414" cy="44987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42</a:t>
                </a:r>
              </a:p>
            </p:txBody>
          </p:sp>
        </p:grp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ACE4743E-11FC-966E-5E60-7C3A62D46A0A}"/>
              </a:ext>
            </a:extLst>
          </p:cNvPr>
          <p:cNvSpPr/>
          <p:nvPr/>
        </p:nvSpPr>
        <p:spPr>
          <a:xfrm>
            <a:off x="2580362" y="105880"/>
            <a:ext cx="1995909" cy="11846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263B78E-3955-B9E8-1841-D3F0BAE97852}"/>
              </a:ext>
            </a:extLst>
          </p:cNvPr>
          <p:cNvSpPr/>
          <p:nvPr/>
        </p:nvSpPr>
        <p:spPr>
          <a:xfrm>
            <a:off x="1742227" y="3870187"/>
            <a:ext cx="1995910" cy="1355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D93A315-1FBE-4049-B448-8A26FAC894D3}"/>
              </a:ext>
            </a:extLst>
          </p:cNvPr>
          <p:cNvSpPr/>
          <p:nvPr/>
        </p:nvSpPr>
        <p:spPr>
          <a:xfrm>
            <a:off x="5509637" y="3870187"/>
            <a:ext cx="2353517" cy="115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17D448A-9A40-8E48-8663-DBDC0B6F6BB5}"/>
              </a:ext>
            </a:extLst>
          </p:cNvPr>
          <p:cNvGrpSpPr/>
          <p:nvPr/>
        </p:nvGrpSpPr>
        <p:grpSpPr>
          <a:xfrm>
            <a:off x="4819454" y="6559083"/>
            <a:ext cx="3315241" cy="776114"/>
            <a:chOff x="2250597" y="5033158"/>
            <a:chExt cx="4693582" cy="17616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ounded Rectangle 57">
                  <a:extLst>
                    <a:ext uri="{FF2B5EF4-FFF2-40B4-BE49-F238E27FC236}">
                      <a16:creationId xmlns:a16="http://schemas.microsoft.com/office/drawing/2014/main" id="{A91C0923-2A44-BD16-22B1-CA0922B9E775}"/>
                    </a:ext>
                  </a:extLst>
                </p:cNvPr>
                <p:cNvSpPr/>
                <p:nvPr/>
              </p:nvSpPr>
              <p:spPr>
                <a:xfrm>
                  <a:off x="3373497" y="6037503"/>
                  <a:ext cx="1398739" cy="757257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8" name="Rounded Rectangle 57">
                  <a:extLst>
                    <a:ext uri="{FF2B5EF4-FFF2-40B4-BE49-F238E27FC236}">
                      <a16:creationId xmlns:a16="http://schemas.microsoft.com/office/drawing/2014/main" id="{A91C0923-2A44-BD16-22B1-CA0922B9E7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3497" y="6037503"/>
                  <a:ext cx="1398739" cy="757257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ounded Rectangle 58">
                  <a:extLst>
                    <a:ext uri="{FF2B5EF4-FFF2-40B4-BE49-F238E27FC236}">
                      <a16:creationId xmlns:a16="http://schemas.microsoft.com/office/drawing/2014/main" id="{66D1414E-45E5-146A-463A-34824C0E2B2E}"/>
                    </a:ext>
                  </a:extLst>
                </p:cNvPr>
                <p:cNvSpPr/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Rounded Rectangle 58">
                  <a:extLst>
                    <a:ext uri="{FF2B5EF4-FFF2-40B4-BE49-F238E27FC236}">
                      <a16:creationId xmlns:a16="http://schemas.microsoft.com/office/drawing/2014/main" id="{66D1414E-45E5-146A-463A-34824C0E2B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62317C48-16FA-3551-B4AF-3F30125A8A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8044" y="5033158"/>
              <a:ext cx="1007024" cy="1015828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05B15EED-0DE5-B64B-64A1-1B4372DEEC25}"/>
                </a:ext>
              </a:extLst>
            </p:cNvPr>
            <p:cNvCxnSpPr>
              <a:cxnSpLocks/>
              <a:endCxn id="59" idx="0"/>
            </p:cNvCxnSpPr>
            <p:nvPr/>
          </p:nvCxnSpPr>
          <p:spPr>
            <a:xfrm>
              <a:off x="4965068" y="5033158"/>
              <a:ext cx="972089" cy="1004347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73EC1C7-A73C-0A13-1C8C-9BD7ED9B496D}"/>
                </a:ext>
              </a:extLst>
            </p:cNvPr>
            <p:cNvSpPr/>
            <p:nvPr/>
          </p:nvSpPr>
          <p:spPr>
            <a:xfrm>
              <a:off x="2250597" y="5480675"/>
              <a:ext cx="2387222" cy="124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805AB76-23CD-73F9-B615-B883D7742BD5}"/>
                </a:ext>
              </a:extLst>
            </p:cNvPr>
            <p:cNvSpPr/>
            <p:nvPr/>
          </p:nvSpPr>
          <p:spPr>
            <a:xfrm>
              <a:off x="5254766" y="5443910"/>
              <a:ext cx="1689413" cy="1608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3F299D6-8C8A-6BC3-F2B7-6C189A99626A}"/>
              </a:ext>
            </a:extLst>
          </p:cNvPr>
          <p:cNvGrpSpPr/>
          <p:nvPr/>
        </p:nvGrpSpPr>
        <p:grpSpPr>
          <a:xfrm>
            <a:off x="6078146" y="6112934"/>
            <a:ext cx="1216498" cy="419218"/>
            <a:chOff x="1907556" y="3113837"/>
            <a:chExt cx="1989963" cy="657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ounded Rectangle 64">
                  <a:extLst>
                    <a:ext uri="{FF2B5EF4-FFF2-40B4-BE49-F238E27FC236}">
                      <a16:creationId xmlns:a16="http://schemas.microsoft.com/office/drawing/2014/main" id="{804B4EA2-E95E-5EAF-F954-E03462EDE0CE}"/>
                    </a:ext>
                  </a:extLst>
                </p:cNvPr>
                <p:cNvSpPr/>
                <p:nvPr/>
              </p:nvSpPr>
              <p:spPr>
                <a:xfrm>
                  <a:off x="1907556" y="3113837"/>
                  <a:ext cx="1989963" cy="657697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&lt;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5" name="Rounded Rectangle 64">
                  <a:extLst>
                    <a:ext uri="{FF2B5EF4-FFF2-40B4-BE49-F238E27FC236}">
                      <a16:creationId xmlns:a16="http://schemas.microsoft.com/office/drawing/2014/main" id="{804B4EA2-E95E-5EAF-F954-E03462EDE0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7556" y="3113837"/>
                  <a:ext cx="1989963" cy="657697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DA7EC37-C878-58C5-086C-59FAA20BEAD8}"/>
                </a:ext>
              </a:extLst>
            </p:cNvPr>
            <p:cNvSpPr txBox="1"/>
            <p:nvPr/>
          </p:nvSpPr>
          <p:spPr>
            <a:xfrm>
              <a:off x="2090710" y="3181075"/>
              <a:ext cx="609414" cy="5794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endParaRPr 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2437B2D-0E63-351D-7E97-9796CC41161B}"/>
                </a:ext>
              </a:extLst>
            </p:cNvPr>
            <p:cNvSpPr txBox="1"/>
            <p:nvPr/>
          </p:nvSpPr>
          <p:spPr>
            <a:xfrm>
              <a:off x="3190481" y="3226406"/>
              <a:ext cx="609414" cy="43457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endParaRPr lang="en-US" sz="1200" dirty="0"/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F4C38CA8-9718-D8D7-A399-C88B43F70D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4578" y="172152"/>
            <a:ext cx="3137344" cy="1048300"/>
          </a:xfrm>
          <a:prstGeom prst="rect">
            <a:avLst/>
          </a:prstGeom>
        </p:spPr>
      </p:pic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0C6FECA8-B894-82EF-379E-B75EE8040859}"/>
              </a:ext>
            </a:extLst>
          </p:cNvPr>
          <p:cNvGraphicFramePr>
            <a:graphicFrameLocks noGrp="1"/>
          </p:cNvGraphicFramePr>
          <p:nvPr/>
        </p:nvGraphicFramePr>
        <p:xfrm>
          <a:off x="5937713" y="3949381"/>
          <a:ext cx="1582152" cy="1026795"/>
        </p:xfrm>
        <a:graphic>
          <a:graphicData uri="http://schemas.openxmlformats.org/drawingml/2006/table">
            <a:tbl>
              <a:tblPr/>
              <a:tblGrid>
                <a:gridCol w="263692">
                  <a:extLst>
                    <a:ext uri="{9D8B030D-6E8A-4147-A177-3AD203B41FA5}">
                      <a16:colId xmlns:a16="http://schemas.microsoft.com/office/drawing/2014/main" val="4017208414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2514218000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4010742793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1318833208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3675222567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46497937"/>
                    </a:ext>
                  </a:extLst>
                </a:gridCol>
              </a:tblGrid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103927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79023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965341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379096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68007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761720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099787"/>
                  </a:ext>
                </a:extLst>
              </a:tr>
            </a:tbl>
          </a:graphicData>
        </a:graphic>
      </p:graphicFrame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0AC18714-8A08-2B75-B4C8-ED996ABD59C9}"/>
              </a:ext>
            </a:extLst>
          </p:cNvPr>
          <p:cNvGraphicFramePr>
            <a:graphicFrameLocks noGrp="1"/>
          </p:cNvGraphicFramePr>
          <p:nvPr/>
        </p:nvGraphicFramePr>
        <p:xfrm>
          <a:off x="2154366" y="4034739"/>
          <a:ext cx="1265456" cy="1026795"/>
        </p:xfrm>
        <a:graphic>
          <a:graphicData uri="http://schemas.openxmlformats.org/drawingml/2006/table">
            <a:tbl>
              <a:tblPr/>
              <a:tblGrid>
                <a:gridCol w="296500">
                  <a:extLst>
                    <a:ext uri="{9D8B030D-6E8A-4147-A177-3AD203B41FA5}">
                      <a16:colId xmlns:a16="http://schemas.microsoft.com/office/drawing/2014/main" val="3112326024"/>
                    </a:ext>
                  </a:extLst>
                </a:gridCol>
                <a:gridCol w="286811">
                  <a:extLst>
                    <a:ext uri="{9D8B030D-6E8A-4147-A177-3AD203B41FA5}">
                      <a16:colId xmlns:a16="http://schemas.microsoft.com/office/drawing/2014/main" val="2049826576"/>
                    </a:ext>
                  </a:extLst>
                </a:gridCol>
                <a:gridCol w="372079">
                  <a:extLst>
                    <a:ext uri="{9D8B030D-6E8A-4147-A177-3AD203B41FA5}">
                      <a16:colId xmlns:a16="http://schemas.microsoft.com/office/drawing/2014/main" val="1211859640"/>
                    </a:ext>
                  </a:extLst>
                </a:gridCol>
                <a:gridCol w="310066">
                  <a:extLst>
                    <a:ext uri="{9D8B030D-6E8A-4147-A177-3AD203B41FA5}">
                      <a16:colId xmlns:a16="http://schemas.microsoft.com/office/drawing/2014/main" val="3428994747"/>
                    </a:ext>
                  </a:extLst>
                </a:gridCol>
              </a:tblGrid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628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578973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2598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743017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597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475792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3461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26A76DA1-475C-A7ED-6AEB-60E4EB8171A6}"/>
                  </a:ext>
                </a:extLst>
              </p:cNvPr>
              <p:cNvSpPr/>
              <p:nvPr/>
            </p:nvSpPr>
            <p:spPr>
              <a:xfrm>
                <a:off x="2238241" y="5121616"/>
                <a:ext cx="908387" cy="53804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26A76DA1-475C-A7ED-6AEB-60E4EB8171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241" y="5121616"/>
                <a:ext cx="908387" cy="538046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screenshot of a math table&#10;&#10;Description automatically generated">
            <a:extLst>
              <a:ext uri="{FF2B5EF4-FFF2-40B4-BE49-F238E27FC236}">
                <a16:creationId xmlns:a16="http://schemas.microsoft.com/office/drawing/2014/main" id="{CACF6DC3-D36C-2A33-2FB0-35BC59EEE96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5535" y="5001054"/>
            <a:ext cx="2184787" cy="1136530"/>
          </a:xfrm>
          <a:prstGeom prst="rect">
            <a:avLst/>
          </a:prstGeom>
        </p:spPr>
      </p:pic>
      <p:pic>
        <p:nvPicPr>
          <p:cNvPr id="2" name="Picture 1" descr="A screenshot of a math table&#10;&#10;Description automatically generated">
            <a:extLst>
              <a:ext uri="{FF2B5EF4-FFF2-40B4-BE49-F238E27FC236}">
                <a16:creationId xmlns:a16="http://schemas.microsoft.com/office/drawing/2014/main" id="{3ACA410B-DBAB-1050-D6AE-BF0C9D1F48A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76749" y="1305124"/>
            <a:ext cx="2674675" cy="139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2233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7D4755-F88D-FCC9-2069-0470AC4C96FC}"/>
              </a:ext>
            </a:extLst>
          </p:cNvPr>
          <p:cNvSpPr/>
          <p:nvPr/>
        </p:nvSpPr>
        <p:spPr>
          <a:xfrm>
            <a:off x="0" y="172153"/>
            <a:ext cx="4486277" cy="59428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49150"/>
                      <a:gd name="connsiteY0" fmla="*/ 0 h 4818384"/>
                      <a:gd name="connsiteX1" fmla="*/ 625424 w 6949150"/>
                      <a:gd name="connsiteY1" fmla="*/ 0 h 4818384"/>
                      <a:gd name="connsiteX2" fmla="*/ 1389830 w 6949150"/>
                      <a:gd name="connsiteY2" fmla="*/ 0 h 4818384"/>
                      <a:gd name="connsiteX3" fmla="*/ 1945762 w 6949150"/>
                      <a:gd name="connsiteY3" fmla="*/ 0 h 4818384"/>
                      <a:gd name="connsiteX4" fmla="*/ 2640677 w 6949150"/>
                      <a:gd name="connsiteY4" fmla="*/ 0 h 4818384"/>
                      <a:gd name="connsiteX5" fmla="*/ 3405084 w 6949150"/>
                      <a:gd name="connsiteY5" fmla="*/ 0 h 4818384"/>
                      <a:gd name="connsiteX6" fmla="*/ 3891524 w 6949150"/>
                      <a:gd name="connsiteY6" fmla="*/ 0 h 4818384"/>
                      <a:gd name="connsiteX7" fmla="*/ 4377965 w 6949150"/>
                      <a:gd name="connsiteY7" fmla="*/ 0 h 4818384"/>
                      <a:gd name="connsiteX8" fmla="*/ 5211863 w 6949150"/>
                      <a:gd name="connsiteY8" fmla="*/ 0 h 4818384"/>
                      <a:gd name="connsiteX9" fmla="*/ 5906778 w 6949150"/>
                      <a:gd name="connsiteY9" fmla="*/ 0 h 4818384"/>
                      <a:gd name="connsiteX10" fmla="*/ 6949150 w 6949150"/>
                      <a:gd name="connsiteY10" fmla="*/ 0 h 4818384"/>
                      <a:gd name="connsiteX11" fmla="*/ 6949150 w 6949150"/>
                      <a:gd name="connsiteY11" fmla="*/ 688341 h 4818384"/>
                      <a:gd name="connsiteX12" fmla="*/ 6949150 w 6949150"/>
                      <a:gd name="connsiteY12" fmla="*/ 1424865 h 4818384"/>
                      <a:gd name="connsiteX13" fmla="*/ 6949150 w 6949150"/>
                      <a:gd name="connsiteY13" fmla="*/ 2016838 h 4818384"/>
                      <a:gd name="connsiteX14" fmla="*/ 6949150 w 6949150"/>
                      <a:gd name="connsiteY14" fmla="*/ 2705178 h 4818384"/>
                      <a:gd name="connsiteX15" fmla="*/ 6949150 w 6949150"/>
                      <a:gd name="connsiteY15" fmla="*/ 3248967 h 4818384"/>
                      <a:gd name="connsiteX16" fmla="*/ 6949150 w 6949150"/>
                      <a:gd name="connsiteY16" fmla="*/ 4033676 h 4818384"/>
                      <a:gd name="connsiteX17" fmla="*/ 6949150 w 6949150"/>
                      <a:gd name="connsiteY17" fmla="*/ 4818384 h 4818384"/>
                      <a:gd name="connsiteX18" fmla="*/ 6115252 w 6949150"/>
                      <a:gd name="connsiteY18" fmla="*/ 4818384 h 4818384"/>
                      <a:gd name="connsiteX19" fmla="*/ 5350846 w 6949150"/>
                      <a:gd name="connsiteY19" fmla="*/ 4818384 h 4818384"/>
                      <a:gd name="connsiteX20" fmla="*/ 4794914 w 6949150"/>
                      <a:gd name="connsiteY20" fmla="*/ 4818384 h 4818384"/>
                      <a:gd name="connsiteX21" fmla="*/ 3961016 w 6949150"/>
                      <a:gd name="connsiteY21" fmla="*/ 4818384 h 4818384"/>
                      <a:gd name="connsiteX22" fmla="*/ 3266101 w 6949150"/>
                      <a:gd name="connsiteY22" fmla="*/ 4818384 h 4818384"/>
                      <a:gd name="connsiteX23" fmla="*/ 2779660 w 6949150"/>
                      <a:gd name="connsiteY23" fmla="*/ 4818384 h 4818384"/>
                      <a:gd name="connsiteX24" fmla="*/ 2084745 w 6949150"/>
                      <a:gd name="connsiteY24" fmla="*/ 4818384 h 4818384"/>
                      <a:gd name="connsiteX25" fmla="*/ 1459321 w 6949150"/>
                      <a:gd name="connsiteY25" fmla="*/ 4818384 h 4818384"/>
                      <a:gd name="connsiteX26" fmla="*/ 833898 w 6949150"/>
                      <a:gd name="connsiteY26" fmla="*/ 4818384 h 4818384"/>
                      <a:gd name="connsiteX27" fmla="*/ 0 w 6949150"/>
                      <a:gd name="connsiteY27" fmla="*/ 4818384 h 4818384"/>
                      <a:gd name="connsiteX28" fmla="*/ 0 w 6949150"/>
                      <a:gd name="connsiteY28" fmla="*/ 4178227 h 4818384"/>
                      <a:gd name="connsiteX29" fmla="*/ 0 w 6949150"/>
                      <a:gd name="connsiteY29" fmla="*/ 3441703 h 4818384"/>
                      <a:gd name="connsiteX30" fmla="*/ 0 w 6949150"/>
                      <a:gd name="connsiteY30" fmla="*/ 2801546 h 4818384"/>
                      <a:gd name="connsiteX31" fmla="*/ 0 w 6949150"/>
                      <a:gd name="connsiteY31" fmla="*/ 2257757 h 4818384"/>
                      <a:gd name="connsiteX32" fmla="*/ 0 w 6949150"/>
                      <a:gd name="connsiteY32" fmla="*/ 1617600 h 4818384"/>
                      <a:gd name="connsiteX33" fmla="*/ 0 w 6949150"/>
                      <a:gd name="connsiteY33" fmla="*/ 881076 h 4818384"/>
                      <a:gd name="connsiteX34" fmla="*/ 0 w 6949150"/>
                      <a:gd name="connsiteY34" fmla="*/ 0 h 4818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949150" h="4818384" fill="none" extrusionOk="0">
                        <a:moveTo>
                          <a:pt x="0" y="0"/>
                        </a:moveTo>
                        <a:cubicBezTo>
                          <a:pt x="199453" y="27968"/>
                          <a:pt x="331957" y="-15931"/>
                          <a:pt x="625424" y="0"/>
                        </a:cubicBezTo>
                        <a:cubicBezTo>
                          <a:pt x="918891" y="15931"/>
                          <a:pt x="1038506" y="12699"/>
                          <a:pt x="1389830" y="0"/>
                        </a:cubicBezTo>
                        <a:cubicBezTo>
                          <a:pt x="1741154" y="-12699"/>
                          <a:pt x="1762000" y="-17208"/>
                          <a:pt x="1945762" y="0"/>
                        </a:cubicBezTo>
                        <a:cubicBezTo>
                          <a:pt x="2129524" y="17208"/>
                          <a:pt x="2453772" y="22823"/>
                          <a:pt x="2640677" y="0"/>
                        </a:cubicBezTo>
                        <a:cubicBezTo>
                          <a:pt x="2827583" y="-22823"/>
                          <a:pt x="3242652" y="-31152"/>
                          <a:pt x="3405084" y="0"/>
                        </a:cubicBezTo>
                        <a:cubicBezTo>
                          <a:pt x="3567516" y="31152"/>
                          <a:pt x="3697218" y="22391"/>
                          <a:pt x="3891524" y="0"/>
                        </a:cubicBezTo>
                        <a:cubicBezTo>
                          <a:pt x="4085830" y="-22391"/>
                          <a:pt x="4147311" y="-19629"/>
                          <a:pt x="4377965" y="0"/>
                        </a:cubicBezTo>
                        <a:cubicBezTo>
                          <a:pt x="4608619" y="19629"/>
                          <a:pt x="4801188" y="-26337"/>
                          <a:pt x="5211863" y="0"/>
                        </a:cubicBezTo>
                        <a:cubicBezTo>
                          <a:pt x="5622538" y="26337"/>
                          <a:pt x="5743011" y="-9254"/>
                          <a:pt x="5906778" y="0"/>
                        </a:cubicBezTo>
                        <a:cubicBezTo>
                          <a:pt x="6070546" y="9254"/>
                          <a:pt x="6641194" y="43359"/>
                          <a:pt x="6949150" y="0"/>
                        </a:cubicBezTo>
                        <a:cubicBezTo>
                          <a:pt x="6949183" y="320118"/>
                          <a:pt x="6972420" y="379113"/>
                          <a:pt x="6949150" y="688341"/>
                        </a:cubicBezTo>
                        <a:cubicBezTo>
                          <a:pt x="6925880" y="997569"/>
                          <a:pt x="6929620" y="1190441"/>
                          <a:pt x="6949150" y="1424865"/>
                        </a:cubicBezTo>
                        <a:cubicBezTo>
                          <a:pt x="6968680" y="1659289"/>
                          <a:pt x="6932270" y="1765655"/>
                          <a:pt x="6949150" y="2016838"/>
                        </a:cubicBezTo>
                        <a:cubicBezTo>
                          <a:pt x="6966030" y="2268021"/>
                          <a:pt x="6980942" y="2551450"/>
                          <a:pt x="6949150" y="2705178"/>
                        </a:cubicBezTo>
                        <a:cubicBezTo>
                          <a:pt x="6917358" y="2858906"/>
                          <a:pt x="6950794" y="3026774"/>
                          <a:pt x="6949150" y="3248967"/>
                        </a:cubicBezTo>
                        <a:cubicBezTo>
                          <a:pt x="6947506" y="3471160"/>
                          <a:pt x="6938533" y="3657900"/>
                          <a:pt x="6949150" y="4033676"/>
                        </a:cubicBezTo>
                        <a:cubicBezTo>
                          <a:pt x="6959767" y="4409452"/>
                          <a:pt x="6986141" y="4542315"/>
                          <a:pt x="6949150" y="4818384"/>
                        </a:cubicBezTo>
                        <a:cubicBezTo>
                          <a:pt x="6617309" y="4859611"/>
                          <a:pt x="6293522" y="4816506"/>
                          <a:pt x="6115252" y="4818384"/>
                        </a:cubicBezTo>
                        <a:cubicBezTo>
                          <a:pt x="5936982" y="4820262"/>
                          <a:pt x="5664078" y="4823527"/>
                          <a:pt x="5350846" y="4818384"/>
                        </a:cubicBezTo>
                        <a:cubicBezTo>
                          <a:pt x="5037614" y="4813241"/>
                          <a:pt x="5040058" y="4838462"/>
                          <a:pt x="4794914" y="4818384"/>
                        </a:cubicBezTo>
                        <a:cubicBezTo>
                          <a:pt x="4549770" y="4798306"/>
                          <a:pt x="4267003" y="4778725"/>
                          <a:pt x="3961016" y="4818384"/>
                        </a:cubicBezTo>
                        <a:cubicBezTo>
                          <a:pt x="3655029" y="4858043"/>
                          <a:pt x="3581121" y="4843625"/>
                          <a:pt x="3266101" y="4818384"/>
                        </a:cubicBezTo>
                        <a:cubicBezTo>
                          <a:pt x="2951082" y="4793143"/>
                          <a:pt x="2958204" y="4811321"/>
                          <a:pt x="2779660" y="4818384"/>
                        </a:cubicBezTo>
                        <a:cubicBezTo>
                          <a:pt x="2601116" y="4825447"/>
                          <a:pt x="2410108" y="4830485"/>
                          <a:pt x="2084745" y="4818384"/>
                        </a:cubicBezTo>
                        <a:cubicBezTo>
                          <a:pt x="1759383" y="4806283"/>
                          <a:pt x="1592447" y="4829536"/>
                          <a:pt x="1459321" y="4818384"/>
                        </a:cubicBezTo>
                        <a:cubicBezTo>
                          <a:pt x="1326195" y="4807232"/>
                          <a:pt x="961699" y="4831668"/>
                          <a:pt x="833898" y="4818384"/>
                        </a:cubicBezTo>
                        <a:cubicBezTo>
                          <a:pt x="706097" y="4805100"/>
                          <a:pt x="405567" y="4783198"/>
                          <a:pt x="0" y="4818384"/>
                        </a:cubicBezTo>
                        <a:cubicBezTo>
                          <a:pt x="19912" y="4646829"/>
                          <a:pt x="-5787" y="4461033"/>
                          <a:pt x="0" y="4178227"/>
                        </a:cubicBezTo>
                        <a:cubicBezTo>
                          <a:pt x="5787" y="3895421"/>
                          <a:pt x="-8170" y="3635904"/>
                          <a:pt x="0" y="3441703"/>
                        </a:cubicBezTo>
                        <a:cubicBezTo>
                          <a:pt x="8170" y="3247502"/>
                          <a:pt x="29553" y="3060983"/>
                          <a:pt x="0" y="2801546"/>
                        </a:cubicBezTo>
                        <a:cubicBezTo>
                          <a:pt x="-29553" y="2542109"/>
                          <a:pt x="-10963" y="2468313"/>
                          <a:pt x="0" y="2257757"/>
                        </a:cubicBezTo>
                        <a:cubicBezTo>
                          <a:pt x="10963" y="2047201"/>
                          <a:pt x="-3041" y="1911395"/>
                          <a:pt x="0" y="1617600"/>
                        </a:cubicBezTo>
                        <a:cubicBezTo>
                          <a:pt x="3041" y="1323805"/>
                          <a:pt x="-11315" y="1095814"/>
                          <a:pt x="0" y="881076"/>
                        </a:cubicBezTo>
                        <a:cubicBezTo>
                          <a:pt x="11315" y="666338"/>
                          <a:pt x="29315" y="207175"/>
                          <a:pt x="0" y="0"/>
                        </a:cubicBezTo>
                        <a:close/>
                      </a:path>
                      <a:path w="6949150" h="4818384" stroke="0" extrusionOk="0">
                        <a:moveTo>
                          <a:pt x="0" y="0"/>
                        </a:moveTo>
                        <a:cubicBezTo>
                          <a:pt x="146200" y="22868"/>
                          <a:pt x="365499" y="-28243"/>
                          <a:pt x="625424" y="0"/>
                        </a:cubicBezTo>
                        <a:cubicBezTo>
                          <a:pt x="885349" y="28243"/>
                          <a:pt x="983698" y="-477"/>
                          <a:pt x="1111864" y="0"/>
                        </a:cubicBezTo>
                        <a:cubicBezTo>
                          <a:pt x="1240030" y="477"/>
                          <a:pt x="1701706" y="36578"/>
                          <a:pt x="1945762" y="0"/>
                        </a:cubicBezTo>
                        <a:cubicBezTo>
                          <a:pt x="2189818" y="-36578"/>
                          <a:pt x="2398117" y="26334"/>
                          <a:pt x="2571186" y="0"/>
                        </a:cubicBezTo>
                        <a:cubicBezTo>
                          <a:pt x="2744255" y="-26334"/>
                          <a:pt x="3002758" y="18302"/>
                          <a:pt x="3196609" y="0"/>
                        </a:cubicBezTo>
                        <a:cubicBezTo>
                          <a:pt x="3390460" y="-18302"/>
                          <a:pt x="3698572" y="31177"/>
                          <a:pt x="4030507" y="0"/>
                        </a:cubicBezTo>
                        <a:cubicBezTo>
                          <a:pt x="4362442" y="-31177"/>
                          <a:pt x="4465277" y="22923"/>
                          <a:pt x="4586439" y="0"/>
                        </a:cubicBezTo>
                        <a:cubicBezTo>
                          <a:pt x="4707601" y="-22923"/>
                          <a:pt x="5198495" y="-38705"/>
                          <a:pt x="5420337" y="0"/>
                        </a:cubicBezTo>
                        <a:cubicBezTo>
                          <a:pt x="5642179" y="38705"/>
                          <a:pt x="5986868" y="-30977"/>
                          <a:pt x="6254235" y="0"/>
                        </a:cubicBezTo>
                        <a:cubicBezTo>
                          <a:pt x="6521602" y="30977"/>
                          <a:pt x="6769056" y="6956"/>
                          <a:pt x="6949150" y="0"/>
                        </a:cubicBezTo>
                        <a:cubicBezTo>
                          <a:pt x="6959426" y="164551"/>
                          <a:pt x="6921543" y="599167"/>
                          <a:pt x="6949150" y="784708"/>
                        </a:cubicBezTo>
                        <a:cubicBezTo>
                          <a:pt x="6976757" y="970249"/>
                          <a:pt x="6975765" y="1236385"/>
                          <a:pt x="6949150" y="1521233"/>
                        </a:cubicBezTo>
                        <a:cubicBezTo>
                          <a:pt x="6922535" y="1806082"/>
                          <a:pt x="6946650" y="1849215"/>
                          <a:pt x="6949150" y="2065022"/>
                        </a:cubicBezTo>
                        <a:cubicBezTo>
                          <a:pt x="6951650" y="2280829"/>
                          <a:pt x="6959006" y="2489256"/>
                          <a:pt x="6949150" y="2753362"/>
                        </a:cubicBezTo>
                        <a:cubicBezTo>
                          <a:pt x="6939294" y="3017468"/>
                          <a:pt x="6981475" y="3226890"/>
                          <a:pt x="6949150" y="3441703"/>
                        </a:cubicBezTo>
                        <a:cubicBezTo>
                          <a:pt x="6916825" y="3656516"/>
                          <a:pt x="6945646" y="3819636"/>
                          <a:pt x="6949150" y="4130043"/>
                        </a:cubicBezTo>
                        <a:cubicBezTo>
                          <a:pt x="6952654" y="4440450"/>
                          <a:pt x="6926241" y="4670275"/>
                          <a:pt x="6949150" y="4818384"/>
                        </a:cubicBezTo>
                        <a:cubicBezTo>
                          <a:pt x="6691040" y="4838361"/>
                          <a:pt x="6385136" y="4789243"/>
                          <a:pt x="6184744" y="4818384"/>
                        </a:cubicBezTo>
                        <a:cubicBezTo>
                          <a:pt x="5984352" y="4847525"/>
                          <a:pt x="5916473" y="4838406"/>
                          <a:pt x="5698303" y="4818384"/>
                        </a:cubicBezTo>
                        <a:cubicBezTo>
                          <a:pt x="5480133" y="4798362"/>
                          <a:pt x="5314856" y="4814191"/>
                          <a:pt x="5142371" y="4818384"/>
                        </a:cubicBezTo>
                        <a:cubicBezTo>
                          <a:pt x="4969886" y="4822577"/>
                          <a:pt x="4660294" y="4823722"/>
                          <a:pt x="4308473" y="4818384"/>
                        </a:cubicBezTo>
                        <a:cubicBezTo>
                          <a:pt x="3956652" y="4813046"/>
                          <a:pt x="3959459" y="4791660"/>
                          <a:pt x="3613558" y="4818384"/>
                        </a:cubicBezTo>
                        <a:cubicBezTo>
                          <a:pt x="3267658" y="4845108"/>
                          <a:pt x="3208829" y="4791710"/>
                          <a:pt x="3057626" y="4818384"/>
                        </a:cubicBezTo>
                        <a:cubicBezTo>
                          <a:pt x="2906423" y="4845058"/>
                          <a:pt x="2615361" y="4832209"/>
                          <a:pt x="2362711" y="4818384"/>
                        </a:cubicBezTo>
                        <a:cubicBezTo>
                          <a:pt x="2110062" y="4804559"/>
                          <a:pt x="2009281" y="4834034"/>
                          <a:pt x="1876271" y="4818384"/>
                        </a:cubicBezTo>
                        <a:cubicBezTo>
                          <a:pt x="1743261" y="4802734"/>
                          <a:pt x="1591957" y="4800660"/>
                          <a:pt x="1389830" y="4818384"/>
                        </a:cubicBezTo>
                        <a:cubicBezTo>
                          <a:pt x="1187703" y="4836108"/>
                          <a:pt x="954300" y="4852725"/>
                          <a:pt x="694915" y="4818384"/>
                        </a:cubicBezTo>
                        <a:cubicBezTo>
                          <a:pt x="435531" y="4784043"/>
                          <a:pt x="333677" y="4795989"/>
                          <a:pt x="0" y="4818384"/>
                        </a:cubicBezTo>
                        <a:cubicBezTo>
                          <a:pt x="-26012" y="4528465"/>
                          <a:pt x="-7968" y="4278957"/>
                          <a:pt x="0" y="4081860"/>
                        </a:cubicBezTo>
                        <a:cubicBezTo>
                          <a:pt x="7968" y="3884763"/>
                          <a:pt x="-2900" y="3737894"/>
                          <a:pt x="0" y="3441703"/>
                        </a:cubicBezTo>
                        <a:cubicBezTo>
                          <a:pt x="2900" y="3145512"/>
                          <a:pt x="-22489" y="3148881"/>
                          <a:pt x="0" y="2897914"/>
                        </a:cubicBezTo>
                        <a:cubicBezTo>
                          <a:pt x="22489" y="2646947"/>
                          <a:pt x="-35125" y="2462270"/>
                          <a:pt x="0" y="2161389"/>
                        </a:cubicBezTo>
                        <a:cubicBezTo>
                          <a:pt x="35125" y="1860508"/>
                          <a:pt x="-9974" y="1760704"/>
                          <a:pt x="0" y="1569417"/>
                        </a:cubicBezTo>
                        <a:cubicBezTo>
                          <a:pt x="9974" y="1378130"/>
                          <a:pt x="-36555" y="1042236"/>
                          <a:pt x="0" y="832892"/>
                        </a:cubicBezTo>
                        <a:cubicBezTo>
                          <a:pt x="36555" y="623548"/>
                          <a:pt x="-19396" y="2975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980933-7F52-8369-C4B3-56C33F0E2F75}"/>
              </a:ext>
            </a:extLst>
          </p:cNvPr>
          <p:cNvSpPr/>
          <p:nvPr/>
        </p:nvSpPr>
        <p:spPr>
          <a:xfrm>
            <a:off x="4757738" y="172153"/>
            <a:ext cx="4298582" cy="59428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49150"/>
                      <a:gd name="connsiteY0" fmla="*/ 0 h 4818384"/>
                      <a:gd name="connsiteX1" fmla="*/ 625424 w 6949150"/>
                      <a:gd name="connsiteY1" fmla="*/ 0 h 4818384"/>
                      <a:gd name="connsiteX2" fmla="*/ 1389830 w 6949150"/>
                      <a:gd name="connsiteY2" fmla="*/ 0 h 4818384"/>
                      <a:gd name="connsiteX3" fmla="*/ 1945762 w 6949150"/>
                      <a:gd name="connsiteY3" fmla="*/ 0 h 4818384"/>
                      <a:gd name="connsiteX4" fmla="*/ 2640677 w 6949150"/>
                      <a:gd name="connsiteY4" fmla="*/ 0 h 4818384"/>
                      <a:gd name="connsiteX5" fmla="*/ 3405084 w 6949150"/>
                      <a:gd name="connsiteY5" fmla="*/ 0 h 4818384"/>
                      <a:gd name="connsiteX6" fmla="*/ 3891524 w 6949150"/>
                      <a:gd name="connsiteY6" fmla="*/ 0 h 4818384"/>
                      <a:gd name="connsiteX7" fmla="*/ 4377965 w 6949150"/>
                      <a:gd name="connsiteY7" fmla="*/ 0 h 4818384"/>
                      <a:gd name="connsiteX8" fmla="*/ 5211863 w 6949150"/>
                      <a:gd name="connsiteY8" fmla="*/ 0 h 4818384"/>
                      <a:gd name="connsiteX9" fmla="*/ 5906778 w 6949150"/>
                      <a:gd name="connsiteY9" fmla="*/ 0 h 4818384"/>
                      <a:gd name="connsiteX10" fmla="*/ 6949150 w 6949150"/>
                      <a:gd name="connsiteY10" fmla="*/ 0 h 4818384"/>
                      <a:gd name="connsiteX11" fmla="*/ 6949150 w 6949150"/>
                      <a:gd name="connsiteY11" fmla="*/ 688341 h 4818384"/>
                      <a:gd name="connsiteX12" fmla="*/ 6949150 w 6949150"/>
                      <a:gd name="connsiteY12" fmla="*/ 1424865 h 4818384"/>
                      <a:gd name="connsiteX13" fmla="*/ 6949150 w 6949150"/>
                      <a:gd name="connsiteY13" fmla="*/ 2016838 h 4818384"/>
                      <a:gd name="connsiteX14" fmla="*/ 6949150 w 6949150"/>
                      <a:gd name="connsiteY14" fmla="*/ 2705178 h 4818384"/>
                      <a:gd name="connsiteX15" fmla="*/ 6949150 w 6949150"/>
                      <a:gd name="connsiteY15" fmla="*/ 3248967 h 4818384"/>
                      <a:gd name="connsiteX16" fmla="*/ 6949150 w 6949150"/>
                      <a:gd name="connsiteY16" fmla="*/ 4033676 h 4818384"/>
                      <a:gd name="connsiteX17" fmla="*/ 6949150 w 6949150"/>
                      <a:gd name="connsiteY17" fmla="*/ 4818384 h 4818384"/>
                      <a:gd name="connsiteX18" fmla="*/ 6115252 w 6949150"/>
                      <a:gd name="connsiteY18" fmla="*/ 4818384 h 4818384"/>
                      <a:gd name="connsiteX19" fmla="*/ 5350846 w 6949150"/>
                      <a:gd name="connsiteY19" fmla="*/ 4818384 h 4818384"/>
                      <a:gd name="connsiteX20" fmla="*/ 4794914 w 6949150"/>
                      <a:gd name="connsiteY20" fmla="*/ 4818384 h 4818384"/>
                      <a:gd name="connsiteX21" fmla="*/ 3961016 w 6949150"/>
                      <a:gd name="connsiteY21" fmla="*/ 4818384 h 4818384"/>
                      <a:gd name="connsiteX22" fmla="*/ 3266101 w 6949150"/>
                      <a:gd name="connsiteY22" fmla="*/ 4818384 h 4818384"/>
                      <a:gd name="connsiteX23" fmla="*/ 2779660 w 6949150"/>
                      <a:gd name="connsiteY23" fmla="*/ 4818384 h 4818384"/>
                      <a:gd name="connsiteX24" fmla="*/ 2084745 w 6949150"/>
                      <a:gd name="connsiteY24" fmla="*/ 4818384 h 4818384"/>
                      <a:gd name="connsiteX25" fmla="*/ 1459321 w 6949150"/>
                      <a:gd name="connsiteY25" fmla="*/ 4818384 h 4818384"/>
                      <a:gd name="connsiteX26" fmla="*/ 833898 w 6949150"/>
                      <a:gd name="connsiteY26" fmla="*/ 4818384 h 4818384"/>
                      <a:gd name="connsiteX27" fmla="*/ 0 w 6949150"/>
                      <a:gd name="connsiteY27" fmla="*/ 4818384 h 4818384"/>
                      <a:gd name="connsiteX28" fmla="*/ 0 w 6949150"/>
                      <a:gd name="connsiteY28" fmla="*/ 4178227 h 4818384"/>
                      <a:gd name="connsiteX29" fmla="*/ 0 w 6949150"/>
                      <a:gd name="connsiteY29" fmla="*/ 3441703 h 4818384"/>
                      <a:gd name="connsiteX30" fmla="*/ 0 w 6949150"/>
                      <a:gd name="connsiteY30" fmla="*/ 2801546 h 4818384"/>
                      <a:gd name="connsiteX31" fmla="*/ 0 w 6949150"/>
                      <a:gd name="connsiteY31" fmla="*/ 2257757 h 4818384"/>
                      <a:gd name="connsiteX32" fmla="*/ 0 w 6949150"/>
                      <a:gd name="connsiteY32" fmla="*/ 1617600 h 4818384"/>
                      <a:gd name="connsiteX33" fmla="*/ 0 w 6949150"/>
                      <a:gd name="connsiteY33" fmla="*/ 881076 h 4818384"/>
                      <a:gd name="connsiteX34" fmla="*/ 0 w 6949150"/>
                      <a:gd name="connsiteY34" fmla="*/ 0 h 4818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949150" h="4818384" fill="none" extrusionOk="0">
                        <a:moveTo>
                          <a:pt x="0" y="0"/>
                        </a:moveTo>
                        <a:cubicBezTo>
                          <a:pt x="199453" y="27968"/>
                          <a:pt x="331957" y="-15931"/>
                          <a:pt x="625424" y="0"/>
                        </a:cubicBezTo>
                        <a:cubicBezTo>
                          <a:pt x="918891" y="15931"/>
                          <a:pt x="1038506" y="12699"/>
                          <a:pt x="1389830" y="0"/>
                        </a:cubicBezTo>
                        <a:cubicBezTo>
                          <a:pt x="1741154" y="-12699"/>
                          <a:pt x="1762000" y="-17208"/>
                          <a:pt x="1945762" y="0"/>
                        </a:cubicBezTo>
                        <a:cubicBezTo>
                          <a:pt x="2129524" y="17208"/>
                          <a:pt x="2453772" y="22823"/>
                          <a:pt x="2640677" y="0"/>
                        </a:cubicBezTo>
                        <a:cubicBezTo>
                          <a:pt x="2827583" y="-22823"/>
                          <a:pt x="3242652" y="-31152"/>
                          <a:pt x="3405084" y="0"/>
                        </a:cubicBezTo>
                        <a:cubicBezTo>
                          <a:pt x="3567516" y="31152"/>
                          <a:pt x="3697218" y="22391"/>
                          <a:pt x="3891524" y="0"/>
                        </a:cubicBezTo>
                        <a:cubicBezTo>
                          <a:pt x="4085830" y="-22391"/>
                          <a:pt x="4147311" y="-19629"/>
                          <a:pt x="4377965" y="0"/>
                        </a:cubicBezTo>
                        <a:cubicBezTo>
                          <a:pt x="4608619" y="19629"/>
                          <a:pt x="4801188" y="-26337"/>
                          <a:pt x="5211863" y="0"/>
                        </a:cubicBezTo>
                        <a:cubicBezTo>
                          <a:pt x="5622538" y="26337"/>
                          <a:pt x="5743011" y="-9254"/>
                          <a:pt x="5906778" y="0"/>
                        </a:cubicBezTo>
                        <a:cubicBezTo>
                          <a:pt x="6070546" y="9254"/>
                          <a:pt x="6641194" y="43359"/>
                          <a:pt x="6949150" y="0"/>
                        </a:cubicBezTo>
                        <a:cubicBezTo>
                          <a:pt x="6949183" y="320118"/>
                          <a:pt x="6972420" y="379113"/>
                          <a:pt x="6949150" y="688341"/>
                        </a:cubicBezTo>
                        <a:cubicBezTo>
                          <a:pt x="6925880" y="997569"/>
                          <a:pt x="6929620" y="1190441"/>
                          <a:pt x="6949150" y="1424865"/>
                        </a:cubicBezTo>
                        <a:cubicBezTo>
                          <a:pt x="6968680" y="1659289"/>
                          <a:pt x="6932270" y="1765655"/>
                          <a:pt x="6949150" y="2016838"/>
                        </a:cubicBezTo>
                        <a:cubicBezTo>
                          <a:pt x="6966030" y="2268021"/>
                          <a:pt x="6980942" y="2551450"/>
                          <a:pt x="6949150" y="2705178"/>
                        </a:cubicBezTo>
                        <a:cubicBezTo>
                          <a:pt x="6917358" y="2858906"/>
                          <a:pt x="6950794" y="3026774"/>
                          <a:pt x="6949150" y="3248967"/>
                        </a:cubicBezTo>
                        <a:cubicBezTo>
                          <a:pt x="6947506" y="3471160"/>
                          <a:pt x="6938533" y="3657900"/>
                          <a:pt x="6949150" y="4033676"/>
                        </a:cubicBezTo>
                        <a:cubicBezTo>
                          <a:pt x="6959767" y="4409452"/>
                          <a:pt x="6986141" y="4542315"/>
                          <a:pt x="6949150" y="4818384"/>
                        </a:cubicBezTo>
                        <a:cubicBezTo>
                          <a:pt x="6617309" y="4859611"/>
                          <a:pt x="6293522" y="4816506"/>
                          <a:pt x="6115252" y="4818384"/>
                        </a:cubicBezTo>
                        <a:cubicBezTo>
                          <a:pt x="5936982" y="4820262"/>
                          <a:pt x="5664078" y="4823527"/>
                          <a:pt x="5350846" y="4818384"/>
                        </a:cubicBezTo>
                        <a:cubicBezTo>
                          <a:pt x="5037614" y="4813241"/>
                          <a:pt x="5040058" y="4838462"/>
                          <a:pt x="4794914" y="4818384"/>
                        </a:cubicBezTo>
                        <a:cubicBezTo>
                          <a:pt x="4549770" y="4798306"/>
                          <a:pt x="4267003" y="4778725"/>
                          <a:pt x="3961016" y="4818384"/>
                        </a:cubicBezTo>
                        <a:cubicBezTo>
                          <a:pt x="3655029" y="4858043"/>
                          <a:pt x="3581121" y="4843625"/>
                          <a:pt x="3266101" y="4818384"/>
                        </a:cubicBezTo>
                        <a:cubicBezTo>
                          <a:pt x="2951082" y="4793143"/>
                          <a:pt x="2958204" y="4811321"/>
                          <a:pt x="2779660" y="4818384"/>
                        </a:cubicBezTo>
                        <a:cubicBezTo>
                          <a:pt x="2601116" y="4825447"/>
                          <a:pt x="2410108" y="4830485"/>
                          <a:pt x="2084745" y="4818384"/>
                        </a:cubicBezTo>
                        <a:cubicBezTo>
                          <a:pt x="1759383" y="4806283"/>
                          <a:pt x="1592447" y="4829536"/>
                          <a:pt x="1459321" y="4818384"/>
                        </a:cubicBezTo>
                        <a:cubicBezTo>
                          <a:pt x="1326195" y="4807232"/>
                          <a:pt x="961699" y="4831668"/>
                          <a:pt x="833898" y="4818384"/>
                        </a:cubicBezTo>
                        <a:cubicBezTo>
                          <a:pt x="706097" y="4805100"/>
                          <a:pt x="405567" y="4783198"/>
                          <a:pt x="0" y="4818384"/>
                        </a:cubicBezTo>
                        <a:cubicBezTo>
                          <a:pt x="19912" y="4646829"/>
                          <a:pt x="-5787" y="4461033"/>
                          <a:pt x="0" y="4178227"/>
                        </a:cubicBezTo>
                        <a:cubicBezTo>
                          <a:pt x="5787" y="3895421"/>
                          <a:pt x="-8170" y="3635904"/>
                          <a:pt x="0" y="3441703"/>
                        </a:cubicBezTo>
                        <a:cubicBezTo>
                          <a:pt x="8170" y="3247502"/>
                          <a:pt x="29553" y="3060983"/>
                          <a:pt x="0" y="2801546"/>
                        </a:cubicBezTo>
                        <a:cubicBezTo>
                          <a:pt x="-29553" y="2542109"/>
                          <a:pt x="-10963" y="2468313"/>
                          <a:pt x="0" y="2257757"/>
                        </a:cubicBezTo>
                        <a:cubicBezTo>
                          <a:pt x="10963" y="2047201"/>
                          <a:pt x="-3041" y="1911395"/>
                          <a:pt x="0" y="1617600"/>
                        </a:cubicBezTo>
                        <a:cubicBezTo>
                          <a:pt x="3041" y="1323805"/>
                          <a:pt x="-11315" y="1095814"/>
                          <a:pt x="0" y="881076"/>
                        </a:cubicBezTo>
                        <a:cubicBezTo>
                          <a:pt x="11315" y="666338"/>
                          <a:pt x="29315" y="207175"/>
                          <a:pt x="0" y="0"/>
                        </a:cubicBezTo>
                        <a:close/>
                      </a:path>
                      <a:path w="6949150" h="4818384" stroke="0" extrusionOk="0">
                        <a:moveTo>
                          <a:pt x="0" y="0"/>
                        </a:moveTo>
                        <a:cubicBezTo>
                          <a:pt x="146200" y="22868"/>
                          <a:pt x="365499" y="-28243"/>
                          <a:pt x="625424" y="0"/>
                        </a:cubicBezTo>
                        <a:cubicBezTo>
                          <a:pt x="885349" y="28243"/>
                          <a:pt x="983698" y="-477"/>
                          <a:pt x="1111864" y="0"/>
                        </a:cubicBezTo>
                        <a:cubicBezTo>
                          <a:pt x="1240030" y="477"/>
                          <a:pt x="1701706" y="36578"/>
                          <a:pt x="1945762" y="0"/>
                        </a:cubicBezTo>
                        <a:cubicBezTo>
                          <a:pt x="2189818" y="-36578"/>
                          <a:pt x="2398117" y="26334"/>
                          <a:pt x="2571186" y="0"/>
                        </a:cubicBezTo>
                        <a:cubicBezTo>
                          <a:pt x="2744255" y="-26334"/>
                          <a:pt x="3002758" y="18302"/>
                          <a:pt x="3196609" y="0"/>
                        </a:cubicBezTo>
                        <a:cubicBezTo>
                          <a:pt x="3390460" y="-18302"/>
                          <a:pt x="3698572" y="31177"/>
                          <a:pt x="4030507" y="0"/>
                        </a:cubicBezTo>
                        <a:cubicBezTo>
                          <a:pt x="4362442" y="-31177"/>
                          <a:pt x="4465277" y="22923"/>
                          <a:pt x="4586439" y="0"/>
                        </a:cubicBezTo>
                        <a:cubicBezTo>
                          <a:pt x="4707601" y="-22923"/>
                          <a:pt x="5198495" y="-38705"/>
                          <a:pt x="5420337" y="0"/>
                        </a:cubicBezTo>
                        <a:cubicBezTo>
                          <a:pt x="5642179" y="38705"/>
                          <a:pt x="5986868" y="-30977"/>
                          <a:pt x="6254235" y="0"/>
                        </a:cubicBezTo>
                        <a:cubicBezTo>
                          <a:pt x="6521602" y="30977"/>
                          <a:pt x="6769056" y="6956"/>
                          <a:pt x="6949150" y="0"/>
                        </a:cubicBezTo>
                        <a:cubicBezTo>
                          <a:pt x="6959426" y="164551"/>
                          <a:pt x="6921543" y="599167"/>
                          <a:pt x="6949150" y="784708"/>
                        </a:cubicBezTo>
                        <a:cubicBezTo>
                          <a:pt x="6976757" y="970249"/>
                          <a:pt x="6975765" y="1236385"/>
                          <a:pt x="6949150" y="1521233"/>
                        </a:cubicBezTo>
                        <a:cubicBezTo>
                          <a:pt x="6922535" y="1806082"/>
                          <a:pt x="6946650" y="1849215"/>
                          <a:pt x="6949150" y="2065022"/>
                        </a:cubicBezTo>
                        <a:cubicBezTo>
                          <a:pt x="6951650" y="2280829"/>
                          <a:pt x="6959006" y="2489256"/>
                          <a:pt x="6949150" y="2753362"/>
                        </a:cubicBezTo>
                        <a:cubicBezTo>
                          <a:pt x="6939294" y="3017468"/>
                          <a:pt x="6981475" y="3226890"/>
                          <a:pt x="6949150" y="3441703"/>
                        </a:cubicBezTo>
                        <a:cubicBezTo>
                          <a:pt x="6916825" y="3656516"/>
                          <a:pt x="6945646" y="3819636"/>
                          <a:pt x="6949150" y="4130043"/>
                        </a:cubicBezTo>
                        <a:cubicBezTo>
                          <a:pt x="6952654" y="4440450"/>
                          <a:pt x="6926241" y="4670275"/>
                          <a:pt x="6949150" y="4818384"/>
                        </a:cubicBezTo>
                        <a:cubicBezTo>
                          <a:pt x="6691040" y="4838361"/>
                          <a:pt x="6385136" y="4789243"/>
                          <a:pt x="6184744" y="4818384"/>
                        </a:cubicBezTo>
                        <a:cubicBezTo>
                          <a:pt x="5984352" y="4847525"/>
                          <a:pt x="5916473" y="4838406"/>
                          <a:pt x="5698303" y="4818384"/>
                        </a:cubicBezTo>
                        <a:cubicBezTo>
                          <a:pt x="5480133" y="4798362"/>
                          <a:pt x="5314856" y="4814191"/>
                          <a:pt x="5142371" y="4818384"/>
                        </a:cubicBezTo>
                        <a:cubicBezTo>
                          <a:pt x="4969886" y="4822577"/>
                          <a:pt x="4660294" y="4823722"/>
                          <a:pt x="4308473" y="4818384"/>
                        </a:cubicBezTo>
                        <a:cubicBezTo>
                          <a:pt x="3956652" y="4813046"/>
                          <a:pt x="3959459" y="4791660"/>
                          <a:pt x="3613558" y="4818384"/>
                        </a:cubicBezTo>
                        <a:cubicBezTo>
                          <a:pt x="3267658" y="4845108"/>
                          <a:pt x="3208829" y="4791710"/>
                          <a:pt x="3057626" y="4818384"/>
                        </a:cubicBezTo>
                        <a:cubicBezTo>
                          <a:pt x="2906423" y="4845058"/>
                          <a:pt x="2615361" y="4832209"/>
                          <a:pt x="2362711" y="4818384"/>
                        </a:cubicBezTo>
                        <a:cubicBezTo>
                          <a:pt x="2110062" y="4804559"/>
                          <a:pt x="2009281" y="4834034"/>
                          <a:pt x="1876271" y="4818384"/>
                        </a:cubicBezTo>
                        <a:cubicBezTo>
                          <a:pt x="1743261" y="4802734"/>
                          <a:pt x="1591957" y="4800660"/>
                          <a:pt x="1389830" y="4818384"/>
                        </a:cubicBezTo>
                        <a:cubicBezTo>
                          <a:pt x="1187703" y="4836108"/>
                          <a:pt x="954300" y="4852725"/>
                          <a:pt x="694915" y="4818384"/>
                        </a:cubicBezTo>
                        <a:cubicBezTo>
                          <a:pt x="435531" y="4784043"/>
                          <a:pt x="333677" y="4795989"/>
                          <a:pt x="0" y="4818384"/>
                        </a:cubicBezTo>
                        <a:cubicBezTo>
                          <a:pt x="-26012" y="4528465"/>
                          <a:pt x="-7968" y="4278957"/>
                          <a:pt x="0" y="4081860"/>
                        </a:cubicBezTo>
                        <a:cubicBezTo>
                          <a:pt x="7968" y="3884763"/>
                          <a:pt x="-2900" y="3737894"/>
                          <a:pt x="0" y="3441703"/>
                        </a:cubicBezTo>
                        <a:cubicBezTo>
                          <a:pt x="2900" y="3145512"/>
                          <a:pt x="-22489" y="3148881"/>
                          <a:pt x="0" y="2897914"/>
                        </a:cubicBezTo>
                        <a:cubicBezTo>
                          <a:pt x="22489" y="2646947"/>
                          <a:pt x="-35125" y="2462270"/>
                          <a:pt x="0" y="2161389"/>
                        </a:cubicBezTo>
                        <a:cubicBezTo>
                          <a:pt x="35125" y="1860508"/>
                          <a:pt x="-9974" y="1760704"/>
                          <a:pt x="0" y="1569417"/>
                        </a:cubicBezTo>
                        <a:cubicBezTo>
                          <a:pt x="9974" y="1378130"/>
                          <a:pt x="-36555" y="1042236"/>
                          <a:pt x="0" y="832892"/>
                        </a:cubicBezTo>
                        <a:cubicBezTo>
                          <a:pt x="36555" y="623548"/>
                          <a:pt x="-19396" y="2975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screenshot of a calculator&#10;&#10;Description automatically generated">
            <a:extLst>
              <a:ext uri="{FF2B5EF4-FFF2-40B4-BE49-F238E27FC236}">
                <a16:creationId xmlns:a16="http://schemas.microsoft.com/office/drawing/2014/main" id="{29CA51FD-188F-307F-F254-259CBB52A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895" y="528638"/>
            <a:ext cx="3824548" cy="5157787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6E067D79-169E-A60B-3752-4DDAC34ED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31" y="371475"/>
            <a:ext cx="3972160" cy="5115367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59526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2A294-D8C1-DA22-A86E-C717F4D0B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DDD8BA7-CC95-D6AB-37D7-E991D20D5116}"/>
              </a:ext>
            </a:extLst>
          </p:cNvPr>
          <p:cNvSpPr/>
          <p:nvPr/>
        </p:nvSpPr>
        <p:spPr>
          <a:xfrm>
            <a:off x="93915" y="-14807"/>
            <a:ext cx="8830850" cy="7644559"/>
          </a:xfrm>
          <a:prstGeom prst="rect">
            <a:avLst/>
          </a:prstGeom>
          <a:solidFill>
            <a:schemeClr val="bg1">
              <a:lumMod val="75000"/>
            </a:schemeClr>
          </a:solidFill>
          <a:ln w="7620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949150"/>
                      <a:gd name="connsiteY0" fmla="*/ 0 h 4818384"/>
                      <a:gd name="connsiteX1" fmla="*/ 625424 w 6949150"/>
                      <a:gd name="connsiteY1" fmla="*/ 0 h 4818384"/>
                      <a:gd name="connsiteX2" fmla="*/ 1389830 w 6949150"/>
                      <a:gd name="connsiteY2" fmla="*/ 0 h 4818384"/>
                      <a:gd name="connsiteX3" fmla="*/ 1945762 w 6949150"/>
                      <a:gd name="connsiteY3" fmla="*/ 0 h 4818384"/>
                      <a:gd name="connsiteX4" fmla="*/ 2640677 w 6949150"/>
                      <a:gd name="connsiteY4" fmla="*/ 0 h 4818384"/>
                      <a:gd name="connsiteX5" fmla="*/ 3405084 w 6949150"/>
                      <a:gd name="connsiteY5" fmla="*/ 0 h 4818384"/>
                      <a:gd name="connsiteX6" fmla="*/ 3891524 w 6949150"/>
                      <a:gd name="connsiteY6" fmla="*/ 0 h 4818384"/>
                      <a:gd name="connsiteX7" fmla="*/ 4377965 w 6949150"/>
                      <a:gd name="connsiteY7" fmla="*/ 0 h 4818384"/>
                      <a:gd name="connsiteX8" fmla="*/ 5211863 w 6949150"/>
                      <a:gd name="connsiteY8" fmla="*/ 0 h 4818384"/>
                      <a:gd name="connsiteX9" fmla="*/ 5906778 w 6949150"/>
                      <a:gd name="connsiteY9" fmla="*/ 0 h 4818384"/>
                      <a:gd name="connsiteX10" fmla="*/ 6949150 w 6949150"/>
                      <a:gd name="connsiteY10" fmla="*/ 0 h 4818384"/>
                      <a:gd name="connsiteX11" fmla="*/ 6949150 w 6949150"/>
                      <a:gd name="connsiteY11" fmla="*/ 688341 h 4818384"/>
                      <a:gd name="connsiteX12" fmla="*/ 6949150 w 6949150"/>
                      <a:gd name="connsiteY12" fmla="*/ 1424865 h 4818384"/>
                      <a:gd name="connsiteX13" fmla="*/ 6949150 w 6949150"/>
                      <a:gd name="connsiteY13" fmla="*/ 2016838 h 4818384"/>
                      <a:gd name="connsiteX14" fmla="*/ 6949150 w 6949150"/>
                      <a:gd name="connsiteY14" fmla="*/ 2705178 h 4818384"/>
                      <a:gd name="connsiteX15" fmla="*/ 6949150 w 6949150"/>
                      <a:gd name="connsiteY15" fmla="*/ 3248967 h 4818384"/>
                      <a:gd name="connsiteX16" fmla="*/ 6949150 w 6949150"/>
                      <a:gd name="connsiteY16" fmla="*/ 4033676 h 4818384"/>
                      <a:gd name="connsiteX17" fmla="*/ 6949150 w 6949150"/>
                      <a:gd name="connsiteY17" fmla="*/ 4818384 h 4818384"/>
                      <a:gd name="connsiteX18" fmla="*/ 6115252 w 6949150"/>
                      <a:gd name="connsiteY18" fmla="*/ 4818384 h 4818384"/>
                      <a:gd name="connsiteX19" fmla="*/ 5350846 w 6949150"/>
                      <a:gd name="connsiteY19" fmla="*/ 4818384 h 4818384"/>
                      <a:gd name="connsiteX20" fmla="*/ 4794914 w 6949150"/>
                      <a:gd name="connsiteY20" fmla="*/ 4818384 h 4818384"/>
                      <a:gd name="connsiteX21" fmla="*/ 3961016 w 6949150"/>
                      <a:gd name="connsiteY21" fmla="*/ 4818384 h 4818384"/>
                      <a:gd name="connsiteX22" fmla="*/ 3266101 w 6949150"/>
                      <a:gd name="connsiteY22" fmla="*/ 4818384 h 4818384"/>
                      <a:gd name="connsiteX23" fmla="*/ 2779660 w 6949150"/>
                      <a:gd name="connsiteY23" fmla="*/ 4818384 h 4818384"/>
                      <a:gd name="connsiteX24" fmla="*/ 2084745 w 6949150"/>
                      <a:gd name="connsiteY24" fmla="*/ 4818384 h 4818384"/>
                      <a:gd name="connsiteX25" fmla="*/ 1459321 w 6949150"/>
                      <a:gd name="connsiteY25" fmla="*/ 4818384 h 4818384"/>
                      <a:gd name="connsiteX26" fmla="*/ 833898 w 6949150"/>
                      <a:gd name="connsiteY26" fmla="*/ 4818384 h 4818384"/>
                      <a:gd name="connsiteX27" fmla="*/ 0 w 6949150"/>
                      <a:gd name="connsiteY27" fmla="*/ 4818384 h 4818384"/>
                      <a:gd name="connsiteX28" fmla="*/ 0 w 6949150"/>
                      <a:gd name="connsiteY28" fmla="*/ 4178227 h 4818384"/>
                      <a:gd name="connsiteX29" fmla="*/ 0 w 6949150"/>
                      <a:gd name="connsiteY29" fmla="*/ 3441703 h 4818384"/>
                      <a:gd name="connsiteX30" fmla="*/ 0 w 6949150"/>
                      <a:gd name="connsiteY30" fmla="*/ 2801546 h 4818384"/>
                      <a:gd name="connsiteX31" fmla="*/ 0 w 6949150"/>
                      <a:gd name="connsiteY31" fmla="*/ 2257757 h 4818384"/>
                      <a:gd name="connsiteX32" fmla="*/ 0 w 6949150"/>
                      <a:gd name="connsiteY32" fmla="*/ 1617600 h 4818384"/>
                      <a:gd name="connsiteX33" fmla="*/ 0 w 6949150"/>
                      <a:gd name="connsiteY33" fmla="*/ 881076 h 4818384"/>
                      <a:gd name="connsiteX34" fmla="*/ 0 w 6949150"/>
                      <a:gd name="connsiteY34" fmla="*/ 0 h 4818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6949150" h="4818384" fill="none" extrusionOk="0">
                        <a:moveTo>
                          <a:pt x="0" y="0"/>
                        </a:moveTo>
                        <a:cubicBezTo>
                          <a:pt x="199453" y="27968"/>
                          <a:pt x="331957" y="-15931"/>
                          <a:pt x="625424" y="0"/>
                        </a:cubicBezTo>
                        <a:cubicBezTo>
                          <a:pt x="918891" y="15931"/>
                          <a:pt x="1038506" y="12699"/>
                          <a:pt x="1389830" y="0"/>
                        </a:cubicBezTo>
                        <a:cubicBezTo>
                          <a:pt x="1741154" y="-12699"/>
                          <a:pt x="1762000" y="-17208"/>
                          <a:pt x="1945762" y="0"/>
                        </a:cubicBezTo>
                        <a:cubicBezTo>
                          <a:pt x="2129524" y="17208"/>
                          <a:pt x="2453772" y="22823"/>
                          <a:pt x="2640677" y="0"/>
                        </a:cubicBezTo>
                        <a:cubicBezTo>
                          <a:pt x="2827583" y="-22823"/>
                          <a:pt x="3242652" y="-31152"/>
                          <a:pt x="3405084" y="0"/>
                        </a:cubicBezTo>
                        <a:cubicBezTo>
                          <a:pt x="3567516" y="31152"/>
                          <a:pt x="3697218" y="22391"/>
                          <a:pt x="3891524" y="0"/>
                        </a:cubicBezTo>
                        <a:cubicBezTo>
                          <a:pt x="4085830" y="-22391"/>
                          <a:pt x="4147311" y="-19629"/>
                          <a:pt x="4377965" y="0"/>
                        </a:cubicBezTo>
                        <a:cubicBezTo>
                          <a:pt x="4608619" y="19629"/>
                          <a:pt x="4801188" y="-26337"/>
                          <a:pt x="5211863" y="0"/>
                        </a:cubicBezTo>
                        <a:cubicBezTo>
                          <a:pt x="5622538" y="26337"/>
                          <a:pt x="5743011" y="-9254"/>
                          <a:pt x="5906778" y="0"/>
                        </a:cubicBezTo>
                        <a:cubicBezTo>
                          <a:pt x="6070546" y="9254"/>
                          <a:pt x="6641194" y="43359"/>
                          <a:pt x="6949150" y="0"/>
                        </a:cubicBezTo>
                        <a:cubicBezTo>
                          <a:pt x="6949183" y="320118"/>
                          <a:pt x="6972420" y="379113"/>
                          <a:pt x="6949150" y="688341"/>
                        </a:cubicBezTo>
                        <a:cubicBezTo>
                          <a:pt x="6925880" y="997569"/>
                          <a:pt x="6929620" y="1190441"/>
                          <a:pt x="6949150" y="1424865"/>
                        </a:cubicBezTo>
                        <a:cubicBezTo>
                          <a:pt x="6968680" y="1659289"/>
                          <a:pt x="6932270" y="1765655"/>
                          <a:pt x="6949150" y="2016838"/>
                        </a:cubicBezTo>
                        <a:cubicBezTo>
                          <a:pt x="6966030" y="2268021"/>
                          <a:pt x="6980942" y="2551450"/>
                          <a:pt x="6949150" y="2705178"/>
                        </a:cubicBezTo>
                        <a:cubicBezTo>
                          <a:pt x="6917358" y="2858906"/>
                          <a:pt x="6950794" y="3026774"/>
                          <a:pt x="6949150" y="3248967"/>
                        </a:cubicBezTo>
                        <a:cubicBezTo>
                          <a:pt x="6947506" y="3471160"/>
                          <a:pt x="6938533" y="3657900"/>
                          <a:pt x="6949150" y="4033676"/>
                        </a:cubicBezTo>
                        <a:cubicBezTo>
                          <a:pt x="6959767" y="4409452"/>
                          <a:pt x="6986141" y="4542315"/>
                          <a:pt x="6949150" y="4818384"/>
                        </a:cubicBezTo>
                        <a:cubicBezTo>
                          <a:pt x="6617309" y="4859611"/>
                          <a:pt x="6293522" y="4816506"/>
                          <a:pt x="6115252" y="4818384"/>
                        </a:cubicBezTo>
                        <a:cubicBezTo>
                          <a:pt x="5936982" y="4820262"/>
                          <a:pt x="5664078" y="4823527"/>
                          <a:pt x="5350846" y="4818384"/>
                        </a:cubicBezTo>
                        <a:cubicBezTo>
                          <a:pt x="5037614" y="4813241"/>
                          <a:pt x="5040058" y="4838462"/>
                          <a:pt x="4794914" y="4818384"/>
                        </a:cubicBezTo>
                        <a:cubicBezTo>
                          <a:pt x="4549770" y="4798306"/>
                          <a:pt x="4267003" y="4778725"/>
                          <a:pt x="3961016" y="4818384"/>
                        </a:cubicBezTo>
                        <a:cubicBezTo>
                          <a:pt x="3655029" y="4858043"/>
                          <a:pt x="3581121" y="4843625"/>
                          <a:pt x="3266101" y="4818384"/>
                        </a:cubicBezTo>
                        <a:cubicBezTo>
                          <a:pt x="2951082" y="4793143"/>
                          <a:pt x="2958204" y="4811321"/>
                          <a:pt x="2779660" y="4818384"/>
                        </a:cubicBezTo>
                        <a:cubicBezTo>
                          <a:pt x="2601116" y="4825447"/>
                          <a:pt x="2410108" y="4830485"/>
                          <a:pt x="2084745" y="4818384"/>
                        </a:cubicBezTo>
                        <a:cubicBezTo>
                          <a:pt x="1759383" y="4806283"/>
                          <a:pt x="1592447" y="4829536"/>
                          <a:pt x="1459321" y="4818384"/>
                        </a:cubicBezTo>
                        <a:cubicBezTo>
                          <a:pt x="1326195" y="4807232"/>
                          <a:pt x="961699" y="4831668"/>
                          <a:pt x="833898" y="4818384"/>
                        </a:cubicBezTo>
                        <a:cubicBezTo>
                          <a:pt x="706097" y="4805100"/>
                          <a:pt x="405567" y="4783198"/>
                          <a:pt x="0" y="4818384"/>
                        </a:cubicBezTo>
                        <a:cubicBezTo>
                          <a:pt x="19912" y="4646829"/>
                          <a:pt x="-5787" y="4461033"/>
                          <a:pt x="0" y="4178227"/>
                        </a:cubicBezTo>
                        <a:cubicBezTo>
                          <a:pt x="5787" y="3895421"/>
                          <a:pt x="-8170" y="3635904"/>
                          <a:pt x="0" y="3441703"/>
                        </a:cubicBezTo>
                        <a:cubicBezTo>
                          <a:pt x="8170" y="3247502"/>
                          <a:pt x="29553" y="3060983"/>
                          <a:pt x="0" y="2801546"/>
                        </a:cubicBezTo>
                        <a:cubicBezTo>
                          <a:pt x="-29553" y="2542109"/>
                          <a:pt x="-10963" y="2468313"/>
                          <a:pt x="0" y="2257757"/>
                        </a:cubicBezTo>
                        <a:cubicBezTo>
                          <a:pt x="10963" y="2047201"/>
                          <a:pt x="-3041" y="1911395"/>
                          <a:pt x="0" y="1617600"/>
                        </a:cubicBezTo>
                        <a:cubicBezTo>
                          <a:pt x="3041" y="1323805"/>
                          <a:pt x="-11315" y="1095814"/>
                          <a:pt x="0" y="881076"/>
                        </a:cubicBezTo>
                        <a:cubicBezTo>
                          <a:pt x="11315" y="666338"/>
                          <a:pt x="29315" y="207175"/>
                          <a:pt x="0" y="0"/>
                        </a:cubicBezTo>
                        <a:close/>
                      </a:path>
                      <a:path w="6949150" h="4818384" stroke="0" extrusionOk="0">
                        <a:moveTo>
                          <a:pt x="0" y="0"/>
                        </a:moveTo>
                        <a:cubicBezTo>
                          <a:pt x="146200" y="22868"/>
                          <a:pt x="365499" y="-28243"/>
                          <a:pt x="625424" y="0"/>
                        </a:cubicBezTo>
                        <a:cubicBezTo>
                          <a:pt x="885349" y="28243"/>
                          <a:pt x="983698" y="-477"/>
                          <a:pt x="1111864" y="0"/>
                        </a:cubicBezTo>
                        <a:cubicBezTo>
                          <a:pt x="1240030" y="477"/>
                          <a:pt x="1701706" y="36578"/>
                          <a:pt x="1945762" y="0"/>
                        </a:cubicBezTo>
                        <a:cubicBezTo>
                          <a:pt x="2189818" y="-36578"/>
                          <a:pt x="2398117" y="26334"/>
                          <a:pt x="2571186" y="0"/>
                        </a:cubicBezTo>
                        <a:cubicBezTo>
                          <a:pt x="2744255" y="-26334"/>
                          <a:pt x="3002758" y="18302"/>
                          <a:pt x="3196609" y="0"/>
                        </a:cubicBezTo>
                        <a:cubicBezTo>
                          <a:pt x="3390460" y="-18302"/>
                          <a:pt x="3698572" y="31177"/>
                          <a:pt x="4030507" y="0"/>
                        </a:cubicBezTo>
                        <a:cubicBezTo>
                          <a:pt x="4362442" y="-31177"/>
                          <a:pt x="4465277" y="22923"/>
                          <a:pt x="4586439" y="0"/>
                        </a:cubicBezTo>
                        <a:cubicBezTo>
                          <a:pt x="4707601" y="-22923"/>
                          <a:pt x="5198495" y="-38705"/>
                          <a:pt x="5420337" y="0"/>
                        </a:cubicBezTo>
                        <a:cubicBezTo>
                          <a:pt x="5642179" y="38705"/>
                          <a:pt x="5986868" y="-30977"/>
                          <a:pt x="6254235" y="0"/>
                        </a:cubicBezTo>
                        <a:cubicBezTo>
                          <a:pt x="6521602" y="30977"/>
                          <a:pt x="6769056" y="6956"/>
                          <a:pt x="6949150" y="0"/>
                        </a:cubicBezTo>
                        <a:cubicBezTo>
                          <a:pt x="6959426" y="164551"/>
                          <a:pt x="6921543" y="599167"/>
                          <a:pt x="6949150" y="784708"/>
                        </a:cubicBezTo>
                        <a:cubicBezTo>
                          <a:pt x="6976757" y="970249"/>
                          <a:pt x="6975765" y="1236385"/>
                          <a:pt x="6949150" y="1521233"/>
                        </a:cubicBezTo>
                        <a:cubicBezTo>
                          <a:pt x="6922535" y="1806082"/>
                          <a:pt x="6946650" y="1849215"/>
                          <a:pt x="6949150" y="2065022"/>
                        </a:cubicBezTo>
                        <a:cubicBezTo>
                          <a:pt x="6951650" y="2280829"/>
                          <a:pt x="6959006" y="2489256"/>
                          <a:pt x="6949150" y="2753362"/>
                        </a:cubicBezTo>
                        <a:cubicBezTo>
                          <a:pt x="6939294" y="3017468"/>
                          <a:pt x="6981475" y="3226890"/>
                          <a:pt x="6949150" y="3441703"/>
                        </a:cubicBezTo>
                        <a:cubicBezTo>
                          <a:pt x="6916825" y="3656516"/>
                          <a:pt x="6945646" y="3819636"/>
                          <a:pt x="6949150" y="4130043"/>
                        </a:cubicBezTo>
                        <a:cubicBezTo>
                          <a:pt x="6952654" y="4440450"/>
                          <a:pt x="6926241" y="4670275"/>
                          <a:pt x="6949150" y="4818384"/>
                        </a:cubicBezTo>
                        <a:cubicBezTo>
                          <a:pt x="6691040" y="4838361"/>
                          <a:pt x="6385136" y="4789243"/>
                          <a:pt x="6184744" y="4818384"/>
                        </a:cubicBezTo>
                        <a:cubicBezTo>
                          <a:pt x="5984352" y="4847525"/>
                          <a:pt x="5916473" y="4838406"/>
                          <a:pt x="5698303" y="4818384"/>
                        </a:cubicBezTo>
                        <a:cubicBezTo>
                          <a:pt x="5480133" y="4798362"/>
                          <a:pt x="5314856" y="4814191"/>
                          <a:pt x="5142371" y="4818384"/>
                        </a:cubicBezTo>
                        <a:cubicBezTo>
                          <a:pt x="4969886" y="4822577"/>
                          <a:pt x="4660294" y="4823722"/>
                          <a:pt x="4308473" y="4818384"/>
                        </a:cubicBezTo>
                        <a:cubicBezTo>
                          <a:pt x="3956652" y="4813046"/>
                          <a:pt x="3959459" y="4791660"/>
                          <a:pt x="3613558" y="4818384"/>
                        </a:cubicBezTo>
                        <a:cubicBezTo>
                          <a:pt x="3267658" y="4845108"/>
                          <a:pt x="3208829" y="4791710"/>
                          <a:pt x="3057626" y="4818384"/>
                        </a:cubicBezTo>
                        <a:cubicBezTo>
                          <a:pt x="2906423" y="4845058"/>
                          <a:pt x="2615361" y="4832209"/>
                          <a:pt x="2362711" y="4818384"/>
                        </a:cubicBezTo>
                        <a:cubicBezTo>
                          <a:pt x="2110062" y="4804559"/>
                          <a:pt x="2009281" y="4834034"/>
                          <a:pt x="1876271" y="4818384"/>
                        </a:cubicBezTo>
                        <a:cubicBezTo>
                          <a:pt x="1743261" y="4802734"/>
                          <a:pt x="1591957" y="4800660"/>
                          <a:pt x="1389830" y="4818384"/>
                        </a:cubicBezTo>
                        <a:cubicBezTo>
                          <a:pt x="1187703" y="4836108"/>
                          <a:pt x="954300" y="4852725"/>
                          <a:pt x="694915" y="4818384"/>
                        </a:cubicBezTo>
                        <a:cubicBezTo>
                          <a:pt x="435531" y="4784043"/>
                          <a:pt x="333677" y="4795989"/>
                          <a:pt x="0" y="4818384"/>
                        </a:cubicBezTo>
                        <a:cubicBezTo>
                          <a:pt x="-26012" y="4528465"/>
                          <a:pt x="-7968" y="4278957"/>
                          <a:pt x="0" y="4081860"/>
                        </a:cubicBezTo>
                        <a:cubicBezTo>
                          <a:pt x="7968" y="3884763"/>
                          <a:pt x="-2900" y="3737894"/>
                          <a:pt x="0" y="3441703"/>
                        </a:cubicBezTo>
                        <a:cubicBezTo>
                          <a:pt x="2900" y="3145512"/>
                          <a:pt x="-22489" y="3148881"/>
                          <a:pt x="0" y="2897914"/>
                        </a:cubicBezTo>
                        <a:cubicBezTo>
                          <a:pt x="22489" y="2646947"/>
                          <a:pt x="-35125" y="2462270"/>
                          <a:pt x="0" y="2161389"/>
                        </a:cubicBezTo>
                        <a:cubicBezTo>
                          <a:pt x="35125" y="1860508"/>
                          <a:pt x="-9974" y="1760704"/>
                          <a:pt x="0" y="1569417"/>
                        </a:cubicBezTo>
                        <a:cubicBezTo>
                          <a:pt x="9974" y="1378130"/>
                          <a:pt x="-36555" y="1042236"/>
                          <a:pt x="0" y="832892"/>
                        </a:cubicBezTo>
                        <a:cubicBezTo>
                          <a:pt x="36555" y="623548"/>
                          <a:pt x="-19396" y="29753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glow rad="101600">
              <a:schemeClr val="tx1">
                <a:lumMod val="65000"/>
                <a:lumOff val="35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899600B-804B-B9A5-6146-5013A660EF11}"/>
              </a:ext>
            </a:extLst>
          </p:cNvPr>
          <p:cNvSpPr/>
          <p:nvPr/>
        </p:nvSpPr>
        <p:spPr>
          <a:xfrm>
            <a:off x="4585345" y="103996"/>
            <a:ext cx="1891730" cy="118461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FBCE04D-5DA7-20B2-FE0F-F05A79F50054}"/>
              </a:ext>
            </a:extLst>
          </p:cNvPr>
          <p:cNvGrpSpPr/>
          <p:nvPr/>
        </p:nvGrpSpPr>
        <p:grpSpPr>
          <a:xfrm>
            <a:off x="2834578" y="2739322"/>
            <a:ext cx="3353814" cy="1184612"/>
            <a:chOff x="2660962" y="2348866"/>
            <a:chExt cx="3778627" cy="1154361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A9E7650-FBCB-1D2D-7BED-74AB2205F343}"/>
                </a:ext>
              </a:extLst>
            </p:cNvPr>
            <p:cNvCxnSpPr>
              <a:cxnSpLocks/>
            </p:cNvCxnSpPr>
            <p:nvPr/>
          </p:nvCxnSpPr>
          <p:spPr>
            <a:xfrm>
              <a:off x="4547859" y="2720295"/>
              <a:ext cx="1891730" cy="782932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76795A8-995B-0B8B-E666-92DAB26C4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0962" y="2720295"/>
              <a:ext cx="1886897" cy="708705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42916FC-36C5-FAFC-7249-5033DC30A985}"/>
                </a:ext>
              </a:extLst>
            </p:cNvPr>
            <p:cNvSpPr/>
            <p:nvPr/>
          </p:nvSpPr>
          <p:spPr>
            <a:xfrm>
              <a:off x="3119149" y="2902590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71FECA3-C78F-5640-327D-83CAF73E26EB}"/>
                </a:ext>
              </a:extLst>
            </p:cNvPr>
            <p:cNvSpPr/>
            <p:nvPr/>
          </p:nvSpPr>
          <p:spPr>
            <a:xfrm>
              <a:off x="5360569" y="3007746"/>
              <a:ext cx="699370" cy="21031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13919E3-9151-12D1-69B3-4ACDB7554D63}"/>
                </a:ext>
              </a:extLst>
            </p:cNvPr>
            <p:cNvGrpSpPr/>
            <p:nvPr/>
          </p:nvGrpSpPr>
          <p:grpSpPr>
            <a:xfrm>
              <a:off x="3604410" y="2348866"/>
              <a:ext cx="2033641" cy="604204"/>
              <a:chOff x="3818519" y="1128874"/>
              <a:chExt cx="2033641" cy="60420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5B715CE0-2A27-F4E2-A542-4900202605B3}"/>
                      </a:ext>
                    </a:extLst>
                  </p:cNvPr>
                  <p:cNvSpPr/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 &lt;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12" name="Rounded Rectangle 11">
                    <a:extLst>
                      <a:ext uri="{FF2B5EF4-FFF2-40B4-BE49-F238E27FC236}">
                        <a16:creationId xmlns:a16="http://schemas.microsoft.com/office/drawing/2014/main" id="{5B715CE0-2A27-F4E2-A542-4900202605B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8519" y="1128874"/>
                    <a:ext cx="2033641" cy="604204"/>
                  </a:xfrm>
                  <a:prstGeom prst="round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  <a:effectLst>
                    <a:glow rad="101600">
                      <a:schemeClr val="tx1">
                        <a:lumMod val="65000"/>
                        <a:lumOff val="35000"/>
                        <a:alpha val="60000"/>
                      </a:schemeClr>
                    </a:glo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1C8FDBAC-3298-F904-98A6-559FA16638FC}"/>
                      </a:ext>
                    </a:extLst>
                  </p:cNvPr>
                  <p:cNvSpPr txBox="1"/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2">
                                      <a:lumMod val="1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1C8FDBAC-3298-F904-98A6-559FA16638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38445" y="1169366"/>
                    <a:ext cx="609414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1F4C269-BE4E-0702-4FF0-23B31B8E61B0}"/>
                  </a:ext>
                </a:extLst>
              </p:cNvPr>
              <p:cNvSpPr txBox="1"/>
              <p:nvPr/>
            </p:nvSpPr>
            <p:spPr>
              <a:xfrm>
                <a:off x="5100839" y="1217548"/>
                <a:ext cx="609414" cy="449875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42</a:t>
                </a:r>
              </a:p>
            </p:txBody>
          </p:sp>
        </p:grp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7F31C5F7-5327-6C79-5E7E-C9FDB994CD19}"/>
              </a:ext>
            </a:extLst>
          </p:cNvPr>
          <p:cNvSpPr/>
          <p:nvPr/>
        </p:nvSpPr>
        <p:spPr>
          <a:xfrm>
            <a:off x="2580362" y="105880"/>
            <a:ext cx="1995909" cy="11846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9C6247-89DB-7B64-C2BD-12336CDD3877}"/>
              </a:ext>
            </a:extLst>
          </p:cNvPr>
          <p:cNvSpPr/>
          <p:nvPr/>
        </p:nvSpPr>
        <p:spPr>
          <a:xfrm>
            <a:off x="1742227" y="3870187"/>
            <a:ext cx="1995910" cy="13559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EE22D67-2EE5-2898-A5C9-373FB696EABB}"/>
              </a:ext>
            </a:extLst>
          </p:cNvPr>
          <p:cNvSpPr/>
          <p:nvPr/>
        </p:nvSpPr>
        <p:spPr>
          <a:xfrm>
            <a:off x="5509637" y="3870187"/>
            <a:ext cx="2353517" cy="115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542C589-480F-253B-44B0-5D2036BDDA89}"/>
              </a:ext>
            </a:extLst>
          </p:cNvPr>
          <p:cNvGrpSpPr/>
          <p:nvPr/>
        </p:nvGrpSpPr>
        <p:grpSpPr>
          <a:xfrm>
            <a:off x="4819454" y="6559083"/>
            <a:ext cx="3315241" cy="776114"/>
            <a:chOff x="2250597" y="5033158"/>
            <a:chExt cx="4693582" cy="17616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ounded Rectangle 57">
                  <a:extLst>
                    <a:ext uri="{FF2B5EF4-FFF2-40B4-BE49-F238E27FC236}">
                      <a16:creationId xmlns:a16="http://schemas.microsoft.com/office/drawing/2014/main" id="{005B0FA9-6A35-9D75-A60F-6A8F3121EEBD}"/>
                    </a:ext>
                  </a:extLst>
                </p:cNvPr>
                <p:cNvSpPr/>
                <p:nvPr/>
              </p:nvSpPr>
              <p:spPr>
                <a:xfrm>
                  <a:off x="3373497" y="6037503"/>
                  <a:ext cx="1398739" cy="757257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8" name="Rounded Rectangle 57">
                  <a:extLst>
                    <a:ext uri="{FF2B5EF4-FFF2-40B4-BE49-F238E27FC236}">
                      <a16:creationId xmlns:a16="http://schemas.microsoft.com/office/drawing/2014/main" id="{005B0FA9-6A35-9D75-A60F-6A8F3121EE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3497" y="6037503"/>
                  <a:ext cx="1398739" cy="757257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63500">
                    <a:schemeClr val="tx1">
                      <a:lumMod val="65000"/>
                      <a:lumOff val="35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ounded Rectangle 58">
                  <a:extLst>
                    <a:ext uri="{FF2B5EF4-FFF2-40B4-BE49-F238E27FC236}">
                      <a16:creationId xmlns:a16="http://schemas.microsoft.com/office/drawing/2014/main" id="{61022BD2-15FA-4D2E-94EF-6CC1585C1545}"/>
                    </a:ext>
                  </a:extLst>
                </p:cNvPr>
                <p:cNvSpPr/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Rounded Rectangle 58">
                  <a:extLst>
                    <a:ext uri="{FF2B5EF4-FFF2-40B4-BE49-F238E27FC236}">
                      <a16:creationId xmlns:a16="http://schemas.microsoft.com/office/drawing/2014/main" id="{61022BD2-15FA-4D2E-94EF-6CC1585C15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7787" y="6037505"/>
                  <a:ext cx="1398739" cy="604204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6527EB90-8B9A-9493-37B8-C0AF6B0431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58044" y="5033158"/>
              <a:ext cx="1007024" cy="1015828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544F62B4-DD42-BC98-2F8D-D12C22CE8685}"/>
                </a:ext>
              </a:extLst>
            </p:cNvPr>
            <p:cNvCxnSpPr>
              <a:cxnSpLocks/>
              <a:endCxn id="59" idx="0"/>
            </p:cNvCxnSpPr>
            <p:nvPr/>
          </p:nvCxnSpPr>
          <p:spPr>
            <a:xfrm>
              <a:off x="4965068" y="5033158"/>
              <a:ext cx="972089" cy="1004347"/>
            </a:xfrm>
            <a:prstGeom prst="straightConnector1">
              <a:avLst/>
            </a:prstGeom>
            <a:ln w="38100">
              <a:tailEnd type="triangle"/>
            </a:ln>
            <a:effectLst>
              <a:glow rad="63500">
                <a:schemeClr val="accent3">
                  <a:satMod val="175000"/>
                  <a:alpha val="40000"/>
                </a:schemeClr>
              </a:glow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D0675C3-EEA0-9DB2-F7CE-4D576AB6BBFB}"/>
                </a:ext>
              </a:extLst>
            </p:cNvPr>
            <p:cNvSpPr/>
            <p:nvPr/>
          </p:nvSpPr>
          <p:spPr>
            <a:xfrm>
              <a:off x="2250597" y="5480675"/>
              <a:ext cx="2387222" cy="124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YES</a:t>
              </a:r>
              <a:endParaRPr lang="en-US" dirty="0">
                <a:ln w="0"/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5C16F9F-553B-AB78-4E0D-16968934D3FA}"/>
                </a:ext>
              </a:extLst>
            </p:cNvPr>
            <p:cNvSpPr/>
            <p:nvPr/>
          </p:nvSpPr>
          <p:spPr>
            <a:xfrm>
              <a:off x="5254766" y="5443910"/>
              <a:ext cx="1689413" cy="1608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NO</a:t>
              </a:r>
              <a:endParaRPr 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4465837-1D51-69E7-ABF6-3D8482979DFC}"/>
              </a:ext>
            </a:extLst>
          </p:cNvPr>
          <p:cNvGrpSpPr/>
          <p:nvPr/>
        </p:nvGrpSpPr>
        <p:grpSpPr>
          <a:xfrm>
            <a:off x="6078146" y="6112934"/>
            <a:ext cx="1216498" cy="419218"/>
            <a:chOff x="1907556" y="3113837"/>
            <a:chExt cx="1989963" cy="6576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Rounded Rectangle 64">
                  <a:extLst>
                    <a:ext uri="{FF2B5EF4-FFF2-40B4-BE49-F238E27FC236}">
                      <a16:creationId xmlns:a16="http://schemas.microsoft.com/office/drawing/2014/main" id="{741BA69E-6AAF-0DD5-10B2-48CE0E3434B6}"/>
                    </a:ext>
                  </a:extLst>
                </p:cNvPr>
                <p:cNvSpPr/>
                <p:nvPr/>
              </p:nvSpPr>
              <p:spPr>
                <a:xfrm>
                  <a:off x="1907556" y="3113837"/>
                  <a:ext cx="1989963" cy="657697"/>
                </a:xfrm>
                <a:prstGeom prst="round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 &lt;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65" name="Rounded Rectangle 64">
                  <a:extLst>
                    <a:ext uri="{FF2B5EF4-FFF2-40B4-BE49-F238E27FC236}">
                      <a16:creationId xmlns:a16="http://schemas.microsoft.com/office/drawing/2014/main" id="{741BA69E-6AAF-0DD5-10B2-48CE0E3434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7556" y="3113837"/>
                  <a:ext cx="1989963" cy="657697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65000"/>
                      <a:lumOff val="35000"/>
                      <a:alpha val="6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AB02B1BA-172F-BB96-2C61-99537DC38411}"/>
                    </a:ext>
                  </a:extLst>
                </p:cNvPr>
                <p:cNvSpPr txBox="1"/>
                <p:nvPr/>
              </p:nvSpPr>
              <p:spPr>
                <a:xfrm>
                  <a:off x="2090710" y="3181075"/>
                  <a:ext cx="609414" cy="48286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AB02B1BA-172F-BB96-2C61-99537DC384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0710" y="3181075"/>
                  <a:ext cx="609414" cy="48286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0FD67710-2B24-252E-896C-64EA32BEAB0A}"/>
                    </a:ext>
                  </a:extLst>
                </p:cNvPr>
                <p:cNvSpPr txBox="1"/>
                <p:nvPr/>
              </p:nvSpPr>
              <p:spPr>
                <a:xfrm>
                  <a:off x="3190481" y="3226406"/>
                  <a:ext cx="609414" cy="447450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528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0FD67710-2B24-252E-896C-64EA32BEA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0481" y="3226406"/>
                  <a:ext cx="609414" cy="447450"/>
                </a:xfrm>
                <a:prstGeom prst="rect">
                  <a:avLst/>
                </a:prstGeom>
                <a:blipFill>
                  <a:blip r:embed="rId8"/>
                  <a:stretch>
                    <a:fillRect r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5BAF988B-D657-A6FD-670E-64DBB1F960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4578" y="172152"/>
            <a:ext cx="3137344" cy="1048300"/>
          </a:xfrm>
          <a:prstGeom prst="rect">
            <a:avLst/>
          </a:prstGeom>
        </p:spPr>
      </p:pic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208CDE0A-0B66-7ECD-D08B-AC1F28789437}"/>
              </a:ext>
            </a:extLst>
          </p:cNvPr>
          <p:cNvGraphicFramePr>
            <a:graphicFrameLocks noGrp="1"/>
          </p:cNvGraphicFramePr>
          <p:nvPr/>
        </p:nvGraphicFramePr>
        <p:xfrm>
          <a:off x="5937713" y="3949381"/>
          <a:ext cx="1582152" cy="1026795"/>
        </p:xfrm>
        <a:graphic>
          <a:graphicData uri="http://schemas.openxmlformats.org/drawingml/2006/table">
            <a:tbl>
              <a:tblPr/>
              <a:tblGrid>
                <a:gridCol w="263692">
                  <a:extLst>
                    <a:ext uri="{9D8B030D-6E8A-4147-A177-3AD203B41FA5}">
                      <a16:colId xmlns:a16="http://schemas.microsoft.com/office/drawing/2014/main" val="4017208414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2514218000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4010742793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1318833208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3675222567"/>
                    </a:ext>
                  </a:extLst>
                </a:gridCol>
                <a:gridCol w="263692">
                  <a:extLst>
                    <a:ext uri="{9D8B030D-6E8A-4147-A177-3AD203B41FA5}">
                      <a16:colId xmlns:a16="http://schemas.microsoft.com/office/drawing/2014/main" val="46497937"/>
                    </a:ext>
                  </a:extLst>
                </a:gridCol>
              </a:tblGrid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103927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79023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965341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379096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668007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761720"/>
                  </a:ext>
                </a:extLst>
              </a:tr>
              <a:tr h="1305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CC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099787"/>
                  </a:ext>
                </a:extLst>
              </a:tr>
            </a:tbl>
          </a:graphicData>
        </a:graphic>
      </p:graphicFrame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4177D87C-2923-A563-2A37-660CDA02EDEA}"/>
              </a:ext>
            </a:extLst>
          </p:cNvPr>
          <p:cNvGraphicFramePr>
            <a:graphicFrameLocks noGrp="1"/>
          </p:cNvGraphicFramePr>
          <p:nvPr/>
        </p:nvGraphicFramePr>
        <p:xfrm>
          <a:off x="2154366" y="4034739"/>
          <a:ext cx="1265456" cy="1026795"/>
        </p:xfrm>
        <a:graphic>
          <a:graphicData uri="http://schemas.openxmlformats.org/drawingml/2006/table">
            <a:tbl>
              <a:tblPr/>
              <a:tblGrid>
                <a:gridCol w="296500">
                  <a:extLst>
                    <a:ext uri="{9D8B030D-6E8A-4147-A177-3AD203B41FA5}">
                      <a16:colId xmlns:a16="http://schemas.microsoft.com/office/drawing/2014/main" val="3112326024"/>
                    </a:ext>
                  </a:extLst>
                </a:gridCol>
                <a:gridCol w="286811">
                  <a:extLst>
                    <a:ext uri="{9D8B030D-6E8A-4147-A177-3AD203B41FA5}">
                      <a16:colId xmlns:a16="http://schemas.microsoft.com/office/drawing/2014/main" val="2049826576"/>
                    </a:ext>
                  </a:extLst>
                </a:gridCol>
                <a:gridCol w="372079">
                  <a:extLst>
                    <a:ext uri="{9D8B030D-6E8A-4147-A177-3AD203B41FA5}">
                      <a16:colId xmlns:a16="http://schemas.microsoft.com/office/drawing/2014/main" val="1211859640"/>
                    </a:ext>
                  </a:extLst>
                </a:gridCol>
                <a:gridCol w="310066">
                  <a:extLst>
                    <a:ext uri="{9D8B030D-6E8A-4147-A177-3AD203B41FA5}">
                      <a16:colId xmlns:a16="http://schemas.microsoft.com/office/drawing/2014/main" val="3428994747"/>
                    </a:ext>
                  </a:extLst>
                </a:gridCol>
              </a:tblGrid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=2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i=3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628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E2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578973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2598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743017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59796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475792"/>
                  </a:ext>
                </a:extLst>
              </a:tr>
              <a:tr h="80128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3461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72F26A0B-8B44-E874-0DA7-B351FBBB7FBF}"/>
                  </a:ext>
                </a:extLst>
              </p:cNvPr>
              <p:cNvSpPr/>
              <p:nvPr/>
            </p:nvSpPr>
            <p:spPr>
              <a:xfrm>
                <a:off x="2238241" y="5121616"/>
                <a:ext cx="908387" cy="53804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72F26A0B-8B44-E874-0DA7-B351FBBB7F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241" y="5121616"/>
                <a:ext cx="908387" cy="538046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63500">
                  <a:schemeClr val="tx1">
                    <a:lumMod val="65000"/>
                    <a:lumOff val="3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screenshot of a math table&#10;&#10;Description automatically generated">
            <a:extLst>
              <a:ext uri="{FF2B5EF4-FFF2-40B4-BE49-F238E27FC236}">
                <a16:creationId xmlns:a16="http://schemas.microsoft.com/office/drawing/2014/main" id="{4EC49931-1A1F-4ACC-D923-B09F72BBFD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25535" y="5001054"/>
            <a:ext cx="2184787" cy="1136530"/>
          </a:xfrm>
          <a:prstGeom prst="rect">
            <a:avLst/>
          </a:prstGeom>
        </p:spPr>
      </p:pic>
      <p:pic>
        <p:nvPicPr>
          <p:cNvPr id="2" name="Picture 1" descr="A screenshot of a math table&#10;&#10;Description automatically generated">
            <a:extLst>
              <a:ext uri="{FF2B5EF4-FFF2-40B4-BE49-F238E27FC236}">
                <a16:creationId xmlns:a16="http://schemas.microsoft.com/office/drawing/2014/main" id="{9278480A-D133-2546-8676-8B6CAF2590E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76749" y="1305124"/>
            <a:ext cx="2674675" cy="139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0550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78">
            <a:extLst>
              <a:ext uri="{FF2B5EF4-FFF2-40B4-BE49-F238E27FC236}">
                <a16:creationId xmlns:a16="http://schemas.microsoft.com/office/drawing/2014/main" id="{17831F2A-0D5C-E090-367C-F314AF289CDE}"/>
              </a:ext>
            </a:extLst>
          </p:cNvPr>
          <p:cNvSpPr/>
          <p:nvPr/>
        </p:nvSpPr>
        <p:spPr>
          <a:xfrm>
            <a:off x="5013184" y="-3161"/>
            <a:ext cx="2006984" cy="673410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85000"/>
                <a:lumOff val="1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A28FF5A6-3570-792A-A38A-81CA85F9D1AC}"/>
              </a:ext>
            </a:extLst>
          </p:cNvPr>
          <p:cNvSpPr/>
          <p:nvPr/>
        </p:nvSpPr>
        <p:spPr>
          <a:xfrm>
            <a:off x="2612577" y="-3161"/>
            <a:ext cx="1884384" cy="673410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85000"/>
                <a:lumOff val="1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FF69C5CA-8127-B772-4B2B-8F482FF88413}"/>
              </a:ext>
            </a:extLst>
          </p:cNvPr>
          <p:cNvSpPr/>
          <p:nvPr/>
        </p:nvSpPr>
        <p:spPr>
          <a:xfrm>
            <a:off x="507268" y="16301"/>
            <a:ext cx="1990847" cy="67341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85000"/>
                <a:lumOff val="1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04E027E-78B8-77BB-3FB2-AA21E68813B5}"/>
              </a:ext>
            </a:extLst>
          </p:cNvPr>
          <p:cNvGrpSpPr/>
          <p:nvPr/>
        </p:nvGrpSpPr>
        <p:grpSpPr>
          <a:xfrm>
            <a:off x="100584" y="795528"/>
            <a:ext cx="8975403" cy="1773935"/>
            <a:chOff x="100584" y="795528"/>
            <a:chExt cx="8975403" cy="1773935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D3C0F97-7E70-6011-78F0-A72114B84594}"/>
                </a:ext>
              </a:extLst>
            </p:cNvPr>
            <p:cNvSpPr/>
            <p:nvPr/>
          </p:nvSpPr>
          <p:spPr>
            <a:xfrm>
              <a:off x="100584" y="795528"/>
              <a:ext cx="8975403" cy="1773935"/>
            </a:xfrm>
            <a:prstGeom prst="rect">
              <a:avLst/>
            </a:prstGeom>
            <a:solidFill>
              <a:srgbClr val="FFFF00">
                <a:alpha val="35000"/>
              </a:srgbClr>
            </a:solidFill>
            <a:ln w="3175">
              <a:solidFill>
                <a:srgbClr val="FFFF00"/>
              </a:solidFill>
            </a:ln>
            <a:effectLst>
              <a:glow rad="2514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3E04B51-DEB9-0AE0-9760-C2A03912A751}"/>
                </a:ext>
              </a:extLst>
            </p:cNvPr>
            <p:cNvGrpSpPr/>
            <p:nvPr/>
          </p:nvGrpSpPr>
          <p:grpSpPr>
            <a:xfrm>
              <a:off x="7077456" y="908429"/>
              <a:ext cx="1906696" cy="1526519"/>
              <a:chOff x="7077456" y="908429"/>
              <a:chExt cx="1906696" cy="1526519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7DC146E5-4279-4C39-A3A7-8B097A7F2252}"/>
                  </a:ext>
                </a:extLst>
              </p:cNvPr>
              <p:cNvSpPr/>
              <p:nvPr/>
            </p:nvSpPr>
            <p:spPr>
              <a:xfrm>
                <a:off x="7077456" y="908429"/>
                <a:ext cx="1906696" cy="1526519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50800">
                <a:solidFill>
                  <a:schemeClr val="bg1"/>
                </a:solidFill>
              </a:ln>
              <a:effectLst>
                <a:glow rad="101600">
                  <a:schemeClr val="tx1">
                    <a:lumMod val="95000"/>
                    <a:lumOff val="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3033CAFF-E238-A390-2504-AD8BD8BDDF50}"/>
                      </a:ext>
                    </a:extLst>
                  </p:cNvPr>
                  <p:cNvSpPr/>
                  <p:nvPr/>
                </p:nvSpPr>
                <p:spPr>
                  <a:xfrm>
                    <a:off x="7246313" y="983070"/>
                    <a:ext cx="1597028" cy="60879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sz="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sz="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𝕀</m:t>
                                  </m:r>
                                  <m:d>
                                    <m:dPr>
                                      <m:ctrlPr>
                                        <a:rPr lang="en-US" sz="9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9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9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≠</m:t>
                                      </m:r>
                                      <m:sSub>
                                        <m:sSubPr>
                                          <m:ctrlP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9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9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9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en-US" sz="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nary>
                            </m:den>
                          </m:f>
                        </m:oMath>
                      </m:oMathPara>
                    </a14:m>
                    <a:endParaRPr lang="en-US" sz="9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3033CAFF-E238-A390-2504-AD8BD8BDDF5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46313" y="983070"/>
                    <a:ext cx="1597028" cy="60879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0000" b="-36000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A8FF834E-21DC-E4B1-C07A-71C4C63F1AE3}"/>
                      </a:ext>
                    </a:extLst>
                  </p:cNvPr>
                  <p:cNvSpPr/>
                  <p:nvPr/>
                </p:nvSpPr>
                <p:spPr>
                  <a:xfrm>
                    <a:off x="7371924" y="1759141"/>
                    <a:ext cx="1353517" cy="4882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1− </m:t>
                                          </m:r>
                                          <m: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1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A8FF834E-21DC-E4B1-C07A-71C4C63F1AE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71924" y="1759141"/>
                    <a:ext cx="1353517" cy="48829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6FC2E89-6F2C-ADD5-FCE9-213620BF7B1F}"/>
                </a:ext>
              </a:extLst>
            </p:cNvPr>
            <p:cNvGrpSpPr/>
            <p:nvPr/>
          </p:nvGrpSpPr>
          <p:grpSpPr>
            <a:xfrm>
              <a:off x="657589" y="1043675"/>
              <a:ext cx="1738139" cy="1239352"/>
              <a:chOff x="770946" y="1034531"/>
              <a:chExt cx="1738139" cy="1239352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338DC6B-5CED-9F24-F7DE-36125B60777A}"/>
                  </a:ext>
                </a:extLst>
              </p:cNvPr>
              <p:cNvGrpSpPr/>
              <p:nvPr/>
            </p:nvGrpSpPr>
            <p:grpSpPr>
              <a:xfrm>
                <a:off x="770946" y="1034531"/>
                <a:ext cx="1738139" cy="1239352"/>
                <a:chOff x="219153" y="687689"/>
                <a:chExt cx="1738139" cy="1239352"/>
              </a:xfrm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C3057BE-BB20-B5DB-89C6-AD79A9DB6DBA}"/>
                    </a:ext>
                  </a:extLst>
                </p:cNvPr>
                <p:cNvSpPr/>
                <p:nvPr/>
              </p:nvSpPr>
              <p:spPr>
                <a:xfrm>
                  <a:off x="219153" y="687689"/>
                  <a:ext cx="1738139" cy="1239352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5">
                        <a:lumMod val="5000"/>
                        <a:lumOff val="9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5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n w="25400"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7B601F83-AA77-07AD-D19C-DC6F35E0F070}"/>
                    </a:ext>
                  </a:extLst>
                </p:cNvPr>
                <p:cNvGrpSpPr/>
                <p:nvPr/>
              </p:nvGrpSpPr>
              <p:grpSpPr>
                <a:xfrm>
                  <a:off x="301123" y="1420237"/>
                  <a:ext cx="1499715" cy="434503"/>
                  <a:chOff x="1643919" y="1992086"/>
                  <a:chExt cx="1821350" cy="979715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" name="Rectangle 3">
                        <a:extLst>
                          <a:ext uri="{FF2B5EF4-FFF2-40B4-BE49-F238E27FC236}">
                            <a16:creationId xmlns:a16="http://schemas.microsoft.com/office/drawing/2014/main" id="{F20BE812-D702-3CC2-6F1A-C1FA0914DA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43919" y="1992086"/>
                        <a:ext cx="656540" cy="97971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75000"/>
                            <a:lumOff val="25000"/>
                            <a:alpha val="40000"/>
                          </a:schemeClr>
                        </a:glow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8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4" name="Rectangle 3">
                        <a:extLst>
                          <a:ext uri="{FF2B5EF4-FFF2-40B4-BE49-F238E27FC236}">
                            <a16:creationId xmlns:a16="http://schemas.microsoft.com/office/drawing/2014/main" id="{F20BE812-D702-3CC2-6F1A-C1FA0914DA4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43919" y="1992086"/>
                        <a:ext cx="656540" cy="979715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75000"/>
                            <a:lumOff val="25000"/>
                            <a:alpha val="40000"/>
                          </a:schemeClr>
                        </a:glow>
                      </a:effectLst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" name="Rectangle 4">
                        <a:extLst>
                          <a:ext uri="{FF2B5EF4-FFF2-40B4-BE49-F238E27FC236}">
                            <a16:creationId xmlns:a16="http://schemas.microsoft.com/office/drawing/2014/main" id="{D8C61966-8EF3-6A61-D5DF-8014A9199A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64977" y="1992088"/>
                        <a:ext cx="1100292" cy="97971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85000"/>
                            <a:lumOff val="15000"/>
                            <a:alpha val="40000"/>
                          </a:schemeClr>
                        </a:glow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9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𝕀</m:t>
                              </m:r>
                              <m:d>
                                <m:dPr>
                                  <m:ctrlPr>
                                    <a:rPr lang="en-US" sz="9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oMath>
                          </m:oMathPara>
                        </a14:m>
                        <a:endParaRPr lang="en-US" sz="9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" name="Rectangle 4">
                        <a:extLst>
                          <a:ext uri="{FF2B5EF4-FFF2-40B4-BE49-F238E27FC236}">
                            <a16:creationId xmlns:a16="http://schemas.microsoft.com/office/drawing/2014/main" id="{D8C61966-8EF3-6A61-D5DF-8014A9199AD2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364977" y="1992088"/>
                        <a:ext cx="1100292" cy="979713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85000"/>
                            <a:lumOff val="15000"/>
                            <a:alpha val="40000"/>
                          </a:schemeClr>
                        </a:glow>
                      </a:effectLst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65F1D52C-701D-97CB-6953-F85A93645709}"/>
                      </a:ext>
                    </a:extLst>
                  </p:cNvPr>
                  <p:cNvSpPr/>
                  <p:nvPr/>
                </p:nvSpPr>
                <p:spPr>
                  <a:xfrm>
                    <a:off x="906040" y="1085982"/>
                    <a:ext cx="1446590" cy="60879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en-US" sz="1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65F1D52C-701D-97CB-6953-F85A9364570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6040" y="1085982"/>
                    <a:ext cx="1446590" cy="60879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3EC16D48-0C9D-65AA-4E08-3BCBC8AF6DEB}"/>
                </a:ext>
              </a:extLst>
            </p:cNvPr>
            <p:cNvGrpSpPr/>
            <p:nvPr/>
          </p:nvGrpSpPr>
          <p:grpSpPr>
            <a:xfrm>
              <a:off x="2622640" y="1043675"/>
              <a:ext cx="1725880" cy="1239352"/>
              <a:chOff x="2735997" y="1034531"/>
              <a:chExt cx="1725880" cy="1239352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1B70F8AD-C49F-E0B2-BC71-7FB133CC7D77}"/>
                  </a:ext>
                </a:extLst>
              </p:cNvPr>
              <p:cNvGrpSpPr/>
              <p:nvPr/>
            </p:nvGrpSpPr>
            <p:grpSpPr>
              <a:xfrm>
                <a:off x="2735997" y="1034531"/>
                <a:ext cx="1725880" cy="1239352"/>
                <a:chOff x="219154" y="687689"/>
                <a:chExt cx="1725880" cy="1239352"/>
              </a:xfrm>
              <a:solidFill>
                <a:schemeClr val="accent6">
                  <a:lumMod val="40000"/>
                  <a:lumOff val="60000"/>
                </a:schemeClr>
              </a:solidFill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1C706941-22B3-64CE-B7B7-7D09BBB74A39}"/>
                    </a:ext>
                  </a:extLst>
                </p:cNvPr>
                <p:cNvSpPr/>
                <p:nvPr/>
              </p:nvSpPr>
              <p:spPr>
                <a:xfrm>
                  <a:off x="219154" y="687689"/>
                  <a:ext cx="1725880" cy="1239352"/>
                </a:xfrm>
                <a:prstGeom prst="rect">
                  <a:avLst/>
                </a:prstGeom>
                <a:grpFill/>
                <a:ln w="25400"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181E2160-2DF0-DBFD-3AD2-C62E6112ADBC}"/>
                    </a:ext>
                  </a:extLst>
                </p:cNvPr>
                <p:cNvGrpSpPr/>
                <p:nvPr/>
              </p:nvGrpSpPr>
              <p:grpSpPr>
                <a:xfrm>
                  <a:off x="301123" y="1420237"/>
                  <a:ext cx="1483343" cy="434503"/>
                  <a:chOff x="1643919" y="1992086"/>
                  <a:chExt cx="1801466" cy="979715"/>
                </a:xfrm>
                <a:grpFill/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" name="Rectangle 33">
                        <a:extLst>
                          <a:ext uri="{FF2B5EF4-FFF2-40B4-BE49-F238E27FC236}">
                            <a16:creationId xmlns:a16="http://schemas.microsoft.com/office/drawing/2014/main" id="{1FC99BE1-165B-DEC0-DCFF-4ADF192178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43919" y="1992086"/>
                        <a:ext cx="627536" cy="979715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75000"/>
                            <a:lumOff val="25000"/>
                            <a:alpha val="40000"/>
                          </a:schemeClr>
                        </a:glow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en-US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4" name="Rectangle 33">
                        <a:extLst>
                          <a:ext uri="{FF2B5EF4-FFF2-40B4-BE49-F238E27FC236}">
                            <a16:creationId xmlns:a16="http://schemas.microsoft.com/office/drawing/2014/main" id="{1FC99BE1-165B-DEC0-DCFF-4ADF19217800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43919" y="1992086"/>
                        <a:ext cx="627536" cy="979715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75000"/>
                            <a:lumOff val="25000"/>
                            <a:alpha val="40000"/>
                          </a:schemeClr>
                        </a:glow>
                      </a:effectLst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5" name="Rectangle 34">
                        <a:extLst>
                          <a:ext uri="{FF2B5EF4-FFF2-40B4-BE49-F238E27FC236}">
                            <a16:creationId xmlns:a16="http://schemas.microsoft.com/office/drawing/2014/main" id="{3ABDFB69-C553-A1F1-E68B-B8DD89CA0D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35971" y="1992088"/>
                        <a:ext cx="1109414" cy="979713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85000"/>
                            <a:lumOff val="15000"/>
                            <a:alpha val="40000"/>
                          </a:schemeClr>
                        </a:glow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9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𝕀</m:t>
                              </m:r>
                              <m:d>
                                <m:dPr>
                                  <m:ctrlPr>
                                    <a:rPr lang="en-US" sz="9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oMath>
                          </m:oMathPara>
                        </a14:m>
                        <a:endParaRPr lang="en-US" sz="9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5" name="Rectangle 34">
                        <a:extLst>
                          <a:ext uri="{FF2B5EF4-FFF2-40B4-BE49-F238E27FC236}">
                            <a16:creationId xmlns:a16="http://schemas.microsoft.com/office/drawing/2014/main" id="{3ABDFB69-C553-A1F1-E68B-B8DD89CA0D3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335971" y="1992088"/>
                        <a:ext cx="1109414" cy="979713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85000"/>
                            <a:lumOff val="15000"/>
                            <a:alpha val="40000"/>
                          </a:schemeClr>
                        </a:glow>
                      </a:effectLst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0CE7F7B0-79A2-1549-1458-131224F1FB0C}"/>
                      </a:ext>
                    </a:extLst>
                  </p:cNvPr>
                  <p:cNvSpPr/>
                  <p:nvPr/>
                </p:nvSpPr>
                <p:spPr>
                  <a:xfrm>
                    <a:off x="2902634" y="1085981"/>
                    <a:ext cx="1407819" cy="60879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en-US" sz="1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0CE7F7B0-79A2-1549-1458-131224F1FB0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2634" y="1085981"/>
                    <a:ext cx="1407819" cy="60879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09EF074-9278-0F13-6497-0F6887C2135A}"/>
                </a:ext>
              </a:extLst>
            </p:cNvPr>
            <p:cNvGrpSpPr/>
            <p:nvPr/>
          </p:nvGrpSpPr>
          <p:grpSpPr>
            <a:xfrm>
              <a:off x="5178847" y="1043675"/>
              <a:ext cx="1725880" cy="1239352"/>
              <a:chOff x="5710425" y="1034531"/>
              <a:chExt cx="1725880" cy="1239352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5FCA5CF3-826A-8104-8138-47CC8B1D9F45}"/>
                  </a:ext>
                </a:extLst>
              </p:cNvPr>
              <p:cNvGrpSpPr/>
              <p:nvPr/>
            </p:nvGrpSpPr>
            <p:grpSpPr>
              <a:xfrm>
                <a:off x="5710425" y="1034531"/>
                <a:ext cx="1725880" cy="1239352"/>
                <a:chOff x="219154" y="687689"/>
                <a:chExt cx="1725880" cy="1239352"/>
              </a:xfrm>
              <a:solidFill>
                <a:schemeClr val="accent4">
                  <a:lumMod val="40000"/>
                  <a:lumOff val="60000"/>
                </a:schemeClr>
              </a:solidFill>
            </p:grpSpPr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6DC0598-A935-32B5-E056-41E635FDE2AD}"/>
                    </a:ext>
                  </a:extLst>
                </p:cNvPr>
                <p:cNvSpPr/>
                <p:nvPr/>
              </p:nvSpPr>
              <p:spPr>
                <a:xfrm>
                  <a:off x="219154" y="687689"/>
                  <a:ext cx="1725880" cy="123935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25400"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A089B5B6-3932-2F46-1D1C-727CDBD63775}"/>
                    </a:ext>
                  </a:extLst>
                </p:cNvPr>
                <p:cNvGrpSpPr/>
                <p:nvPr/>
              </p:nvGrpSpPr>
              <p:grpSpPr>
                <a:xfrm>
                  <a:off x="301123" y="1420237"/>
                  <a:ext cx="1578897" cy="434503"/>
                  <a:chOff x="1643919" y="1992086"/>
                  <a:chExt cx="1917511" cy="979715"/>
                </a:xfrm>
                <a:grpFill/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1" name="Rectangle 40">
                        <a:extLst>
                          <a:ext uri="{FF2B5EF4-FFF2-40B4-BE49-F238E27FC236}">
                            <a16:creationId xmlns:a16="http://schemas.microsoft.com/office/drawing/2014/main" id="{63EA3AAC-FD45-198E-EFB7-7942DA807F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43919" y="1992086"/>
                        <a:ext cx="616709" cy="979715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75000"/>
                            <a:lumOff val="25000"/>
                            <a:alpha val="40000"/>
                          </a:schemeClr>
                        </a:glow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en-US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1" name="Rectangle 40">
                        <a:extLst>
                          <a:ext uri="{FF2B5EF4-FFF2-40B4-BE49-F238E27FC236}">
                            <a16:creationId xmlns:a16="http://schemas.microsoft.com/office/drawing/2014/main" id="{63EA3AAC-FD45-198E-EFB7-7942DA807FD7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43919" y="1992086"/>
                        <a:ext cx="616709" cy="979715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75000"/>
                            <a:lumOff val="25000"/>
                            <a:alpha val="40000"/>
                          </a:schemeClr>
                        </a:glow>
                      </a:effectLst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2" name="Rectangle 41">
                        <a:extLst>
                          <a:ext uri="{FF2B5EF4-FFF2-40B4-BE49-F238E27FC236}">
                            <a16:creationId xmlns:a16="http://schemas.microsoft.com/office/drawing/2014/main" id="{47D2DA28-3A27-C4CB-E501-3E08C1E1D7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37970" y="1992088"/>
                        <a:ext cx="1223460" cy="979713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85000"/>
                            <a:lumOff val="15000"/>
                            <a:alpha val="40000"/>
                          </a:schemeClr>
                        </a:glow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9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𝕀</m:t>
                              </m:r>
                              <m:d>
                                <m:dPr>
                                  <m:ctrlPr>
                                    <a:rPr lang="en-US" sz="9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oMath>
                          </m:oMathPara>
                        </a14:m>
                        <a:endParaRPr lang="en-US" sz="9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2" name="Rectangle 41">
                        <a:extLst>
                          <a:ext uri="{FF2B5EF4-FFF2-40B4-BE49-F238E27FC236}">
                            <a16:creationId xmlns:a16="http://schemas.microsoft.com/office/drawing/2014/main" id="{47D2DA28-3A27-C4CB-E501-3E08C1E1D7D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337970" y="1992088"/>
                        <a:ext cx="1223460" cy="979713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85000"/>
                            <a:lumOff val="15000"/>
                            <a:alpha val="40000"/>
                          </a:schemeClr>
                        </a:glow>
                      </a:effectLst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806F8740-0700-8D37-38CB-C86C496C6570}"/>
                      </a:ext>
                    </a:extLst>
                  </p:cNvPr>
                  <p:cNvSpPr/>
                  <p:nvPr/>
                </p:nvSpPr>
                <p:spPr>
                  <a:xfrm>
                    <a:off x="5774235" y="1085980"/>
                    <a:ext cx="1560480" cy="60879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en-US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en-US" sz="1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806F8740-0700-8D37-38CB-C86C496C657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74235" y="1085980"/>
                    <a:ext cx="1560480" cy="60879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F48ED45-408C-23E8-D510-90017C3A1C00}"/>
                    </a:ext>
                  </a:extLst>
                </p:cNvPr>
                <p:cNvSpPr/>
                <p:nvPr/>
              </p:nvSpPr>
              <p:spPr>
                <a:xfrm>
                  <a:off x="147973" y="1527857"/>
                  <a:ext cx="359295" cy="360202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85000"/>
                      <a:lumOff val="15000"/>
                      <a:alpha val="40000"/>
                    </a:schemeClr>
                  </a:glow>
                </a:effectLst>
                <a:scene3d>
                  <a:camera prst="orthographicFront"/>
                  <a:lightRig rig="threePt" dir="t"/>
                </a:scene3d>
                <a:sp3d>
                  <a:bevelT h="31750" prst="riblet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en-US" sz="9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FF48ED45-408C-23E8-D510-90017C3A1C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973" y="1527857"/>
                  <a:ext cx="359295" cy="36020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85000"/>
                      <a:lumOff val="15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B0967B3-535E-CDF0-3F71-F07258D11206}"/>
              </a:ext>
            </a:extLst>
          </p:cNvPr>
          <p:cNvGrpSpPr/>
          <p:nvPr/>
        </p:nvGrpSpPr>
        <p:grpSpPr>
          <a:xfrm>
            <a:off x="100584" y="2709054"/>
            <a:ext cx="8975403" cy="1773935"/>
            <a:chOff x="100584" y="795528"/>
            <a:chExt cx="8975403" cy="1773935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AC1F605F-EEFC-7DC1-957C-3E7B268F3E55}"/>
                </a:ext>
              </a:extLst>
            </p:cNvPr>
            <p:cNvSpPr/>
            <p:nvPr/>
          </p:nvSpPr>
          <p:spPr>
            <a:xfrm>
              <a:off x="100584" y="795528"/>
              <a:ext cx="8975403" cy="1773935"/>
            </a:xfrm>
            <a:prstGeom prst="rect">
              <a:avLst/>
            </a:prstGeom>
            <a:solidFill>
              <a:srgbClr val="B1B1FF">
                <a:alpha val="58039"/>
              </a:srgbClr>
            </a:solidFill>
            <a:ln w="3175">
              <a:solidFill>
                <a:srgbClr val="FFFF00"/>
              </a:solidFill>
            </a:ln>
            <a:effectLst>
              <a:glow rad="139700">
                <a:schemeClr val="tx1">
                  <a:lumMod val="85000"/>
                  <a:lumOff val="1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661BF26-F07A-D9D4-645A-53483F3165A6}"/>
                </a:ext>
              </a:extLst>
            </p:cNvPr>
            <p:cNvGrpSpPr/>
            <p:nvPr/>
          </p:nvGrpSpPr>
          <p:grpSpPr>
            <a:xfrm>
              <a:off x="7077456" y="908429"/>
              <a:ext cx="1906696" cy="1526519"/>
              <a:chOff x="7077456" y="908429"/>
              <a:chExt cx="1906696" cy="1526519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4F00DC08-6BDE-7C87-3B14-9DDA709756E5}"/>
                  </a:ext>
                </a:extLst>
              </p:cNvPr>
              <p:cNvSpPr/>
              <p:nvPr/>
            </p:nvSpPr>
            <p:spPr>
              <a:xfrm>
                <a:off x="7077456" y="908429"/>
                <a:ext cx="1906696" cy="1526519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50800">
                <a:solidFill>
                  <a:schemeClr val="bg1"/>
                </a:solidFill>
              </a:ln>
              <a:effectLst>
                <a:glow rad="101600">
                  <a:schemeClr val="tx1">
                    <a:lumMod val="95000"/>
                    <a:lumOff val="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3" name="Rectangle 142">
                    <a:extLst>
                      <a:ext uri="{FF2B5EF4-FFF2-40B4-BE49-F238E27FC236}">
                        <a16:creationId xmlns:a16="http://schemas.microsoft.com/office/drawing/2014/main" id="{DE014D2C-4F90-259C-55E6-8808FF1EC995}"/>
                      </a:ext>
                    </a:extLst>
                  </p:cNvPr>
                  <p:cNvSpPr/>
                  <p:nvPr/>
                </p:nvSpPr>
                <p:spPr>
                  <a:xfrm>
                    <a:off x="7246313" y="983070"/>
                    <a:ext cx="1597028" cy="60879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sz="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sz="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𝕀</m:t>
                                  </m:r>
                                  <m:d>
                                    <m:dPr>
                                      <m:ctrlPr>
                                        <a:rPr lang="en-US" sz="9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9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9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≠</m:t>
                                      </m:r>
                                      <m:sSub>
                                        <m:sSubPr>
                                          <m:ctrlP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9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9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9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9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en-US" sz="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nary>
                            </m:den>
                          </m:f>
                        </m:oMath>
                      </m:oMathPara>
                    </a14:m>
                    <a:endParaRPr lang="en-US" sz="9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3" name="Rectangle 142">
                    <a:extLst>
                      <a:ext uri="{FF2B5EF4-FFF2-40B4-BE49-F238E27FC236}">
                        <a16:creationId xmlns:a16="http://schemas.microsoft.com/office/drawing/2014/main" id="{DE014D2C-4F90-259C-55E6-8808FF1EC99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46313" y="983070"/>
                    <a:ext cx="1597028" cy="608795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t="-12000" b="-34000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Rectangle 143">
                    <a:extLst>
                      <a:ext uri="{FF2B5EF4-FFF2-40B4-BE49-F238E27FC236}">
                        <a16:creationId xmlns:a16="http://schemas.microsoft.com/office/drawing/2014/main" id="{6A4C91C0-4BDD-21DC-A1A9-C3C192921AF6}"/>
                      </a:ext>
                    </a:extLst>
                  </p:cNvPr>
                  <p:cNvSpPr/>
                  <p:nvPr/>
                </p:nvSpPr>
                <p:spPr>
                  <a:xfrm>
                    <a:off x="7371924" y="1759141"/>
                    <a:ext cx="1353517" cy="4882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1− </m:t>
                                          </m:r>
                                          <m: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1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4" name="Rectangle 143">
                    <a:extLst>
                      <a:ext uri="{FF2B5EF4-FFF2-40B4-BE49-F238E27FC236}">
                        <a16:creationId xmlns:a16="http://schemas.microsoft.com/office/drawing/2014/main" id="{6A4C91C0-4BDD-21DC-A1A9-C3C192921AF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71924" y="1759141"/>
                    <a:ext cx="1353517" cy="48829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202BE933-389B-C899-F24E-ACD7875EDA6C}"/>
                </a:ext>
              </a:extLst>
            </p:cNvPr>
            <p:cNvGrpSpPr/>
            <p:nvPr/>
          </p:nvGrpSpPr>
          <p:grpSpPr>
            <a:xfrm>
              <a:off x="657589" y="1043675"/>
              <a:ext cx="1738139" cy="1239352"/>
              <a:chOff x="770946" y="1034531"/>
              <a:chExt cx="1738139" cy="1239352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B5222FCE-0A98-D547-81B7-C5DC1E911C5D}"/>
                  </a:ext>
                </a:extLst>
              </p:cNvPr>
              <p:cNvGrpSpPr/>
              <p:nvPr/>
            </p:nvGrpSpPr>
            <p:grpSpPr>
              <a:xfrm>
                <a:off x="770946" y="1034531"/>
                <a:ext cx="1738139" cy="1239352"/>
                <a:chOff x="219153" y="687689"/>
                <a:chExt cx="1738139" cy="1239352"/>
              </a:xfrm>
            </p:grpSpPr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02CE65DB-F234-244D-A622-49AD12C81B65}"/>
                    </a:ext>
                  </a:extLst>
                </p:cNvPr>
                <p:cNvSpPr/>
                <p:nvPr/>
              </p:nvSpPr>
              <p:spPr>
                <a:xfrm>
                  <a:off x="219153" y="687689"/>
                  <a:ext cx="1738139" cy="1239352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5">
                        <a:lumMod val="5000"/>
                        <a:lumOff val="9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5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n w="25400"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E6957A7A-CBD3-A378-F50F-9CFD108F94DD}"/>
                    </a:ext>
                  </a:extLst>
                </p:cNvPr>
                <p:cNvGrpSpPr/>
                <p:nvPr/>
              </p:nvGrpSpPr>
              <p:grpSpPr>
                <a:xfrm>
                  <a:off x="301123" y="1420237"/>
                  <a:ext cx="1499715" cy="434503"/>
                  <a:chOff x="1643919" y="1992086"/>
                  <a:chExt cx="1821350" cy="979715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0" name="Rectangle 139">
                        <a:extLst>
                          <a:ext uri="{FF2B5EF4-FFF2-40B4-BE49-F238E27FC236}">
                            <a16:creationId xmlns:a16="http://schemas.microsoft.com/office/drawing/2014/main" id="{FEC54A5E-BE03-A41C-878F-FF30009B37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43919" y="1992086"/>
                        <a:ext cx="656540" cy="97971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75000"/>
                            <a:lumOff val="25000"/>
                            <a:alpha val="40000"/>
                          </a:schemeClr>
                        </a:glow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8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140" name="Rectangle 139">
                        <a:extLst>
                          <a:ext uri="{FF2B5EF4-FFF2-40B4-BE49-F238E27FC236}">
                            <a16:creationId xmlns:a16="http://schemas.microsoft.com/office/drawing/2014/main" id="{FEC54A5E-BE03-A41C-878F-FF30009B37CB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43919" y="1992086"/>
                        <a:ext cx="656540" cy="979715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/>
                        </a:stretch>
                      </a:blip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75000"/>
                            <a:lumOff val="25000"/>
                            <a:alpha val="40000"/>
                          </a:schemeClr>
                        </a:glow>
                      </a:effectLst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1" name="Rectangle 140">
                        <a:extLst>
                          <a:ext uri="{FF2B5EF4-FFF2-40B4-BE49-F238E27FC236}">
                            <a16:creationId xmlns:a16="http://schemas.microsoft.com/office/drawing/2014/main" id="{383194E3-311D-084D-C389-490D477226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64977" y="1992088"/>
                        <a:ext cx="1100292" cy="97971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85000"/>
                            <a:lumOff val="15000"/>
                            <a:alpha val="40000"/>
                          </a:schemeClr>
                        </a:glow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9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𝕀</m:t>
                              </m:r>
                              <m:d>
                                <m:dPr>
                                  <m:ctrlPr>
                                    <a:rPr lang="en-US" sz="9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oMath>
                          </m:oMathPara>
                        </a14:m>
                        <a:endParaRPr lang="en-US" sz="9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41" name="Rectangle 140">
                        <a:extLst>
                          <a:ext uri="{FF2B5EF4-FFF2-40B4-BE49-F238E27FC236}">
                            <a16:creationId xmlns:a16="http://schemas.microsoft.com/office/drawing/2014/main" id="{383194E3-311D-084D-C389-490D4772269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364977" y="1992088"/>
                        <a:ext cx="1100292" cy="979713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/>
                        </a:stretch>
                      </a:blip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85000"/>
                            <a:lumOff val="15000"/>
                            <a:alpha val="40000"/>
                          </a:schemeClr>
                        </a:glow>
                      </a:effectLst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7" name="Rectangle 136">
                    <a:extLst>
                      <a:ext uri="{FF2B5EF4-FFF2-40B4-BE49-F238E27FC236}">
                        <a16:creationId xmlns:a16="http://schemas.microsoft.com/office/drawing/2014/main" id="{437687A9-7F78-3BD6-597A-24002B1E6A00}"/>
                      </a:ext>
                    </a:extLst>
                  </p:cNvPr>
                  <p:cNvSpPr/>
                  <p:nvPr/>
                </p:nvSpPr>
                <p:spPr>
                  <a:xfrm>
                    <a:off x="770947" y="1085982"/>
                    <a:ext cx="1725880" cy="60879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bSup>
                          <m:r>
                            <a:rPr lang="en-US" sz="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"/>
                              <m:ctrlP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en-US" sz="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.                          </m:t>
                                          </m:r>
                                          <m: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𝑖𝑓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6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Odds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60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𝜀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e>
                                          <m: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𝑖𝑓</m:t>
                                          </m:r>
                                          <m: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600" i="1" dirty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600" i="1" dirty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600" i="1" dirty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mr>
                                    </m:m>
                                    <m:r>
                                      <a:rPr lang="en-US" sz="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sz="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7" name="Rectangle 136">
                    <a:extLst>
                      <a:ext uri="{FF2B5EF4-FFF2-40B4-BE49-F238E27FC236}">
                        <a16:creationId xmlns:a16="http://schemas.microsoft.com/office/drawing/2014/main" id="{437687A9-7F78-3BD6-597A-24002B1E6A0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0947" y="1085982"/>
                    <a:ext cx="1725880" cy="608795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10870" t="-82000" b="-128000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FAF85F13-407E-D50F-1CF5-82F8FFC04747}"/>
                </a:ext>
              </a:extLst>
            </p:cNvPr>
            <p:cNvGrpSpPr/>
            <p:nvPr/>
          </p:nvGrpSpPr>
          <p:grpSpPr>
            <a:xfrm>
              <a:off x="2622640" y="1043675"/>
              <a:ext cx="1735308" cy="1239352"/>
              <a:chOff x="2735997" y="1034531"/>
              <a:chExt cx="1735308" cy="1239352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819429EE-B229-D1EC-C16F-971E79BD9B81}"/>
                  </a:ext>
                </a:extLst>
              </p:cNvPr>
              <p:cNvGrpSpPr/>
              <p:nvPr/>
            </p:nvGrpSpPr>
            <p:grpSpPr>
              <a:xfrm>
                <a:off x="2735997" y="1034531"/>
                <a:ext cx="1725880" cy="1239352"/>
                <a:chOff x="219154" y="687689"/>
                <a:chExt cx="1725880" cy="1239352"/>
              </a:xfrm>
              <a:solidFill>
                <a:schemeClr val="accent6">
                  <a:lumMod val="40000"/>
                  <a:lumOff val="60000"/>
                </a:schemeClr>
              </a:solidFill>
            </p:grpSpPr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B5AD07B1-F4C3-549A-758A-9FF345C8F550}"/>
                    </a:ext>
                  </a:extLst>
                </p:cNvPr>
                <p:cNvSpPr/>
                <p:nvPr/>
              </p:nvSpPr>
              <p:spPr>
                <a:xfrm>
                  <a:off x="219154" y="687689"/>
                  <a:ext cx="1725880" cy="1239352"/>
                </a:xfrm>
                <a:prstGeom prst="rect">
                  <a:avLst/>
                </a:prstGeom>
                <a:grpFill/>
                <a:ln w="25400"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3" name="Group 132">
                  <a:extLst>
                    <a:ext uri="{FF2B5EF4-FFF2-40B4-BE49-F238E27FC236}">
                      <a16:creationId xmlns:a16="http://schemas.microsoft.com/office/drawing/2014/main" id="{2F5D6EA7-801D-2F32-270C-70FE0F37E5A0}"/>
                    </a:ext>
                  </a:extLst>
                </p:cNvPr>
                <p:cNvGrpSpPr/>
                <p:nvPr/>
              </p:nvGrpSpPr>
              <p:grpSpPr>
                <a:xfrm>
                  <a:off x="301123" y="1420237"/>
                  <a:ext cx="1483343" cy="434503"/>
                  <a:chOff x="1643919" y="1992086"/>
                  <a:chExt cx="1801466" cy="979715"/>
                </a:xfrm>
                <a:grpFill/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4" name="Rectangle 133">
                        <a:extLst>
                          <a:ext uri="{FF2B5EF4-FFF2-40B4-BE49-F238E27FC236}">
                            <a16:creationId xmlns:a16="http://schemas.microsoft.com/office/drawing/2014/main" id="{9D6829ED-89E5-3F3D-F98B-146A2EBEF2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43919" y="1992086"/>
                        <a:ext cx="627536" cy="979715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75000"/>
                            <a:lumOff val="25000"/>
                            <a:alpha val="40000"/>
                          </a:schemeClr>
                        </a:glow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en-US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34" name="Rectangle 133">
                        <a:extLst>
                          <a:ext uri="{FF2B5EF4-FFF2-40B4-BE49-F238E27FC236}">
                            <a16:creationId xmlns:a16="http://schemas.microsoft.com/office/drawing/2014/main" id="{9D6829ED-89E5-3F3D-F98B-146A2EBEF2C5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643919" y="1992086"/>
                        <a:ext cx="627536" cy="979715"/>
                      </a:xfrm>
                      <a:prstGeom prst="rect">
                        <a:avLst/>
                      </a:prstGeom>
                      <a:blipFill>
                        <a:blip r:embed="rId20"/>
                        <a:stretch>
                          <a:fillRect/>
                        </a:stretch>
                      </a:blip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75000"/>
                            <a:lumOff val="25000"/>
                            <a:alpha val="40000"/>
                          </a:schemeClr>
                        </a:glow>
                      </a:effectLst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35" name="Rectangle 134">
                        <a:extLst>
                          <a:ext uri="{FF2B5EF4-FFF2-40B4-BE49-F238E27FC236}">
                            <a16:creationId xmlns:a16="http://schemas.microsoft.com/office/drawing/2014/main" id="{8D6E4686-9309-0D96-29EA-A6F8F5783A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35971" y="1992088"/>
                        <a:ext cx="1109414" cy="979713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85000"/>
                            <a:lumOff val="15000"/>
                            <a:alpha val="40000"/>
                          </a:schemeClr>
                        </a:glow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9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𝕀</m:t>
                              </m:r>
                              <m:d>
                                <m:dPr>
                                  <m:ctrlPr>
                                    <a:rPr lang="en-US" sz="9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oMath>
                          </m:oMathPara>
                        </a14:m>
                        <a:endParaRPr lang="en-US" sz="9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35" name="Rectangle 134">
                        <a:extLst>
                          <a:ext uri="{FF2B5EF4-FFF2-40B4-BE49-F238E27FC236}">
                            <a16:creationId xmlns:a16="http://schemas.microsoft.com/office/drawing/2014/main" id="{8D6E4686-9309-0D96-29EA-A6F8F5783A5C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335971" y="1992088"/>
                        <a:ext cx="1109414" cy="979713"/>
                      </a:xfrm>
                      <a:prstGeom prst="rect">
                        <a:avLst/>
                      </a:prstGeom>
                      <a:blipFill>
                        <a:blip r:embed="rId21"/>
                        <a:stretch>
                          <a:fillRect/>
                        </a:stretch>
                      </a:blip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85000"/>
                            <a:lumOff val="15000"/>
                            <a:alpha val="40000"/>
                          </a:schemeClr>
                        </a:glow>
                      </a:effectLst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Rectangle 130">
                    <a:extLst>
                      <a:ext uri="{FF2B5EF4-FFF2-40B4-BE49-F238E27FC236}">
                        <a16:creationId xmlns:a16="http://schemas.microsoft.com/office/drawing/2014/main" id="{FF6C19CD-C0C9-0781-DE4D-7E4AF478C8B3}"/>
                      </a:ext>
                    </a:extLst>
                  </p:cNvPr>
                  <p:cNvSpPr/>
                  <p:nvPr/>
                </p:nvSpPr>
                <p:spPr>
                  <a:xfrm>
                    <a:off x="2745424" y="1085981"/>
                    <a:ext cx="1725881" cy="60879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bSup>
                          <m:r>
                            <a:rPr lang="en-US" sz="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"/>
                              <m:ctrlP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en-US" sz="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.                          </m:t>
                                          </m:r>
                                          <m: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𝑖𝑓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6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6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Odds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60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𝜀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e>
                                          <m: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𝑖𝑓</m:t>
                                          </m:r>
                                          <m: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600" i="1" dirty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600" i="1" dirty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600" b="0" i="1" dirty="0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mr>
                                    </m:m>
                                    <m:r>
                                      <a:rPr lang="en-US" sz="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sz="600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US" sz="11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1" name="Rectangle 130">
                    <a:extLst>
                      <a:ext uri="{FF2B5EF4-FFF2-40B4-BE49-F238E27FC236}">
                        <a16:creationId xmlns:a16="http://schemas.microsoft.com/office/drawing/2014/main" id="{FF6C19CD-C0C9-0781-DE4D-7E4AF478C8B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45424" y="1085981"/>
                    <a:ext cx="1725881" cy="608795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10870" t="-96000" b="-116000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5C224C9-E00B-01DA-4861-F69F422708F4}"/>
                </a:ext>
              </a:extLst>
            </p:cNvPr>
            <p:cNvGrpSpPr/>
            <p:nvPr/>
          </p:nvGrpSpPr>
          <p:grpSpPr>
            <a:xfrm>
              <a:off x="5124664" y="1043675"/>
              <a:ext cx="1780063" cy="1239352"/>
              <a:chOff x="164971" y="687689"/>
              <a:chExt cx="1780063" cy="1239352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1BECEECF-03E0-15D7-C19C-1FEF6B8C0E42}"/>
                  </a:ext>
                </a:extLst>
              </p:cNvPr>
              <p:cNvSpPr/>
              <p:nvPr/>
            </p:nvSpPr>
            <p:spPr>
              <a:xfrm>
                <a:off x="164971" y="687689"/>
                <a:ext cx="1780063" cy="123935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101600">
                  <a:schemeClr val="tx1">
                    <a:lumMod val="75000"/>
                    <a:lumOff val="2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F41907EB-E7DF-53AF-18A4-0F3B1230AB05}"/>
                  </a:ext>
                </a:extLst>
              </p:cNvPr>
              <p:cNvGrpSpPr/>
              <p:nvPr/>
            </p:nvGrpSpPr>
            <p:grpSpPr>
              <a:xfrm>
                <a:off x="301123" y="1420237"/>
                <a:ext cx="1578897" cy="434503"/>
                <a:chOff x="1643919" y="1992086"/>
                <a:chExt cx="1917511" cy="979715"/>
              </a:xfrm>
              <a:grpFill/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8" name="Rectangle 127">
                      <a:extLst>
                        <a:ext uri="{FF2B5EF4-FFF2-40B4-BE49-F238E27FC236}">
                          <a16:creationId xmlns:a16="http://schemas.microsoft.com/office/drawing/2014/main" id="{50196E7D-AD77-53A3-FE52-CC047CDC23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43919" y="1992086"/>
                      <a:ext cx="616709" cy="979715"/>
                    </a:xfrm>
                    <a:prstGeom prst="rect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  <a:ln>
                      <a:solidFill>
                        <a:schemeClr val="bg1"/>
                      </a:solidFill>
                    </a:ln>
                    <a:effectLst>
                      <a:glow rad="101600">
                        <a:schemeClr val="tx1">
                          <a:lumMod val="75000"/>
                          <a:lumOff val="25000"/>
                          <a:alpha val="40000"/>
                        </a:schemeClr>
                      </a:glo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  <m:sup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28" name="Rectangle 127">
                      <a:extLst>
                        <a:ext uri="{FF2B5EF4-FFF2-40B4-BE49-F238E27FC236}">
                          <a16:creationId xmlns:a16="http://schemas.microsoft.com/office/drawing/2014/main" id="{50196E7D-AD77-53A3-FE52-CC047CDC23B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43919" y="1992086"/>
                      <a:ext cx="616709" cy="979715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  <a:ln>
                      <a:solidFill>
                        <a:schemeClr val="bg1"/>
                      </a:solidFill>
                    </a:ln>
                    <a:effectLst>
                      <a:glow rad="101600">
                        <a:schemeClr val="tx1">
                          <a:lumMod val="75000"/>
                          <a:lumOff val="25000"/>
                          <a:alpha val="40000"/>
                        </a:schemeClr>
                      </a:glo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9" name="Rectangle 128">
                      <a:extLst>
                        <a:ext uri="{FF2B5EF4-FFF2-40B4-BE49-F238E27FC236}">
                          <a16:creationId xmlns:a16="http://schemas.microsoft.com/office/drawing/2014/main" id="{E57496A1-943F-CA46-BBD3-E4C84D4D7C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37970" y="1992088"/>
                      <a:ext cx="1223460" cy="979713"/>
                    </a:xfrm>
                    <a:prstGeom prst="rect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solidFill>
                        <a:schemeClr val="bg1"/>
                      </a:solidFill>
                    </a:ln>
                    <a:effectLst>
                      <a:glow rad="101600">
                        <a:schemeClr val="tx1">
                          <a:lumMod val="85000"/>
                          <a:lumOff val="15000"/>
                          <a:alpha val="40000"/>
                        </a:schemeClr>
                      </a:glo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9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𝕀</m:t>
                            </m:r>
                            <m:d>
                              <m:dPr>
                                <m:ctrlPr>
                                  <a:rPr lang="en-US" sz="9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  <m:r>
                                  <a:rPr lang="en-US" sz="9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9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  <m:r>
                                  <a:rPr lang="en-US" sz="9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oMath>
                        </m:oMathPara>
                      </a14:m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29" name="Rectangle 128">
                      <a:extLst>
                        <a:ext uri="{FF2B5EF4-FFF2-40B4-BE49-F238E27FC236}">
                          <a16:creationId xmlns:a16="http://schemas.microsoft.com/office/drawing/2014/main" id="{E57496A1-943F-CA46-BBD3-E4C84D4D7CE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37970" y="1992088"/>
                      <a:ext cx="1223460" cy="979713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/>
                      </a:stretch>
                    </a:blipFill>
                    <a:ln>
                      <a:solidFill>
                        <a:schemeClr val="bg1"/>
                      </a:solidFill>
                    </a:ln>
                    <a:effectLst>
                      <a:glow rad="101600">
                        <a:schemeClr val="tx1">
                          <a:lumMod val="85000"/>
                          <a:lumOff val="15000"/>
                          <a:alpha val="40000"/>
                        </a:schemeClr>
                      </a:glo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69257D99-4E4F-4C3E-296D-F09543FFA6CF}"/>
                    </a:ext>
                  </a:extLst>
                </p:cNvPr>
                <p:cNvSpPr/>
                <p:nvPr/>
              </p:nvSpPr>
              <p:spPr>
                <a:xfrm>
                  <a:off x="147973" y="1527857"/>
                  <a:ext cx="359295" cy="360202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85000"/>
                      <a:lumOff val="15000"/>
                      <a:alpha val="40000"/>
                    </a:schemeClr>
                  </a:glow>
                </a:effectLst>
                <a:scene3d>
                  <a:camera prst="orthographicFront"/>
                  <a:lightRig rig="threePt" dir="t"/>
                </a:scene3d>
                <a:sp3d>
                  <a:bevelT h="31750" prst="riblet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en-US" sz="14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69257D99-4E4F-4C3E-296D-F09543FFA6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973" y="1527857"/>
                  <a:ext cx="359295" cy="36020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85000"/>
                      <a:lumOff val="15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D4EABBF9-FEC4-193B-31FA-86C4280A3062}"/>
                  </a:ext>
                </a:extLst>
              </p:cNvPr>
              <p:cNvSpPr/>
              <p:nvPr/>
            </p:nvSpPr>
            <p:spPr>
              <a:xfrm>
                <a:off x="5185224" y="2934295"/>
                <a:ext cx="1725881" cy="6087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sz="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"/>
                          <m:ctrlPr>
                            <a:rPr lang="en-US" sz="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sz="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                          </m:t>
                                      </m:r>
                                      <m:r>
                                        <a:rPr lang="en-US" sz="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𝑖𝑓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6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  <m:r>
                                        <a:rPr lang="en-US" sz="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6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  <m:r>
                                        <a:rPr lang="en-US" sz="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m:rPr>
                                          <m:sty m:val="p"/>
                                        </m:rPr>
                                        <a:rPr lang="en-US" sz="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Odds</m:t>
                                      </m:r>
                                      <m:d>
                                        <m:dPr>
                                          <m:ctrlP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6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e>
                                      <m:r>
                                        <a:rPr lang="en-US" sz="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𝑖𝑓</m:t>
                                      </m:r>
                                      <m:r>
                                        <a:rPr lang="en-US" sz="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6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  <m:r>
                                        <a:rPr lang="en-US" sz="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≠</m:t>
                                      </m:r>
                                      <m:sSub>
                                        <m:sSubPr>
                                          <m:ctrlP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mr>
                                </m:m>
                                <m:r>
                                  <a:rPr lang="en-US" sz="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600" dirty="0">
                  <a:solidFill>
                    <a:schemeClr val="tx1"/>
                  </a:solidFill>
                </a:endParaRPr>
              </a:p>
              <a:p>
                <a:pPr algn="ctr"/>
                <a:endParaRPr 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D4EABBF9-FEC4-193B-31FA-86C4280A30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224" y="2934295"/>
                <a:ext cx="1725881" cy="608795"/>
              </a:xfrm>
              <a:prstGeom prst="rect">
                <a:avLst/>
              </a:prstGeom>
              <a:blipFill>
                <a:blip r:embed="rId26"/>
                <a:stretch>
                  <a:fillRect l="-12409" t="-96000" b="-11600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C6F5BAA4-1D5B-212B-7C27-66D5205F263D}"/>
              </a:ext>
            </a:extLst>
          </p:cNvPr>
          <p:cNvGrpSpPr/>
          <p:nvPr/>
        </p:nvGrpSpPr>
        <p:grpSpPr>
          <a:xfrm>
            <a:off x="84298" y="4976474"/>
            <a:ext cx="8975403" cy="1773935"/>
            <a:chOff x="100584" y="795528"/>
            <a:chExt cx="8975403" cy="1773935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C4C2694A-CB64-7374-5AD0-620AC70EF526}"/>
                </a:ext>
              </a:extLst>
            </p:cNvPr>
            <p:cNvSpPr/>
            <p:nvPr/>
          </p:nvSpPr>
          <p:spPr>
            <a:xfrm>
              <a:off x="100584" y="795528"/>
              <a:ext cx="8975403" cy="1773935"/>
            </a:xfrm>
            <a:prstGeom prst="rect">
              <a:avLst/>
            </a:prstGeom>
            <a:solidFill>
              <a:srgbClr val="AFABAB">
                <a:alpha val="61176"/>
              </a:srgbClr>
            </a:solidFill>
            <a:ln w="3175">
              <a:solidFill>
                <a:srgbClr val="FFFF00"/>
              </a:solidFill>
            </a:ln>
            <a:effectLst>
              <a:glow rad="101599">
                <a:schemeClr val="tx1">
                  <a:lumMod val="85000"/>
                  <a:lumOff val="15000"/>
                  <a:alpha val="55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B50204CF-A658-77C5-DBA0-155EAC7879D1}"/>
                </a:ext>
              </a:extLst>
            </p:cNvPr>
            <p:cNvGrpSpPr/>
            <p:nvPr/>
          </p:nvGrpSpPr>
          <p:grpSpPr>
            <a:xfrm>
              <a:off x="7131566" y="908429"/>
              <a:ext cx="1852586" cy="1526519"/>
              <a:chOff x="7131566" y="908429"/>
              <a:chExt cx="1852586" cy="1526519"/>
            </a:xfrm>
          </p:grpSpPr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A12485F7-1ED9-2571-C6EB-33F81B43DC33}"/>
                  </a:ext>
                </a:extLst>
              </p:cNvPr>
              <p:cNvSpPr/>
              <p:nvPr/>
            </p:nvSpPr>
            <p:spPr>
              <a:xfrm>
                <a:off x="7131566" y="908429"/>
                <a:ext cx="1852586" cy="1526519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 w="50800">
                <a:solidFill>
                  <a:schemeClr val="bg1"/>
                </a:solidFill>
              </a:ln>
              <a:effectLst>
                <a:glow rad="101600">
                  <a:schemeClr val="tx1">
                    <a:lumMod val="95000"/>
                    <a:lumOff val="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" name="Rectangle 170">
                    <a:extLst>
                      <a:ext uri="{FF2B5EF4-FFF2-40B4-BE49-F238E27FC236}">
                        <a16:creationId xmlns:a16="http://schemas.microsoft.com/office/drawing/2014/main" id="{92D36B4D-7AD4-1434-2BB2-E9A7ED3F7F7B}"/>
                      </a:ext>
                    </a:extLst>
                  </p:cNvPr>
                  <p:cNvSpPr/>
                  <p:nvPr/>
                </p:nvSpPr>
                <p:spPr>
                  <a:xfrm>
                    <a:off x="7197843" y="983070"/>
                    <a:ext cx="1661784" cy="60879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en-US" sz="9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sz="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  <m:r>
                                    <a:rPr lang="en-US" sz="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𝕀</m:t>
                                  </m:r>
                                  <m:d>
                                    <m:dPr>
                                      <m:ctrlPr>
                                        <a:rPr lang="en-US" sz="9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9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9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≠</m:t>
                                      </m:r>
                                      <m:sSub>
                                        <m:sSubPr>
                                          <m:ctrlP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9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sub>
                                      </m:sSub>
                                      <m:r>
                                        <a:rPr lang="en-US" sz="9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9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9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9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en-US" sz="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9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9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en-US" sz="9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nary>
                            </m:den>
                          </m:f>
                        </m:oMath>
                      </m:oMathPara>
                    </a14:m>
                    <a:endParaRPr lang="en-US" sz="9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1" name="Rectangle 170">
                    <a:extLst>
                      <a:ext uri="{FF2B5EF4-FFF2-40B4-BE49-F238E27FC236}">
                        <a16:creationId xmlns:a16="http://schemas.microsoft.com/office/drawing/2014/main" id="{92D36B4D-7AD4-1434-2BB2-E9A7ED3F7F7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97843" y="983070"/>
                    <a:ext cx="1661784" cy="608795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t="-12000" b="-34000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2" name="Rectangle 171">
                    <a:extLst>
                      <a:ext uri="{FF2B5EF4-FFF2-40B4-BE49-F238E27FC236}">
                        <a16:creationId xmlns:a16="http://schemas.microsoft.com/office/drawing/2014/main" id="{EEE239AA-6F01-1F0F-B7C0-CC11A59A3F4C}"/>
                      </a:ext>
                    </a:extLst>
                  </p:cNvPr>
                  <p:cNvSpPr/>
                  <p:nvPr/>
                </p:nvSpPr>
                <p:spPr>
                  <a:xfrm>
                    <a:off x="7262600" y="1759141"/>
                    <a:ext cx="1462842" cy="48829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11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1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1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1− </m:t>
                                          </m:r>
                                          <m: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1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11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11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2" name="Rectangle 171">
                    <a:extLst>
                      <a:ext uri="{FF2B5EF4-FFF2-40B4-BE49-F238E27FC236}">
                        <a16:creationId xmlns:a16="http://schemas.microsoft.com/office/drawing/2014/main" id="{EEE239AA-6F01-1F0F-B7C0-CC11A59A3F4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62600" y="1759141"/>
                    <a:ext cx="1462842" cy="488291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6B8C994D-949B-4AB7-A00C-468FDDA09592}"/>
                </a:ext>
              </a:extLst>
            </p:cNvPr>
            <p:cNvGrpSpPr/>
            <p:nvPr/>
          </p:nvGrpSpPr>
          <p:grpSpPr>
            <a:xfrm>
              <a:off x="532468" y="1043675"/>
              <a:ext cx="1999411" cy="1239352"/>
              <a:chOff x="645825" y="1034531"/>
              <a:chExt cx="1999411" cy="1239352"/>
            </a:xfrm>
          </p:grpSpPr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FE2B5536-5444-6182-815A-FCC79BDAD7A8}"/>
                  </a:ext>
                </a:extLst>
              </p:cNvPr>
              <p:cNvGrpSpPr/>
              <p:nvPr/>
            </p:nvGrpSpPr>
            <p:grpSpPr>
              <a:xfrm>
                <a:off x="645825" y="1034531"/>
                <a:ext cx="1999411" cy="1239352"/>
                <a:chOff x="94032" y="687689"/>
                <a:chExt cx="1999411" cy="1239352"/>
              </a:xfrm>
            </p:grpSpPr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66D540E9-3666-84B9-1E0D-0425B99411C1}"/>
                    </a:ext>
                  </a:extLst>
                </p:cNvPr>
                <p:cNvSpPr/>
                <p:nvPr/>
              </p:nvSpPr>
              <p:spPr>
                <a:xfrm>
                  <a:off x="94032" y="687689"/>
                  <a:ext cx="1999411" cy="1239352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5">
                        <a:lumMod val="5000"/>
                        <a:lumOff val="95000"/>
                      </a:schemeClr>
                    </a:gs>
                    <a:gs pos="74000">
                      <a:schemeClr val="accent5">
                        <a:lumMod val="45000"/>
                        <a:lumOff val="55000"/>
                      </a:schemeClr>
                    </a:gs>
                    <a:gs pos="83000">
                      <a:schemeClr val="accent5">
                        <a:lumMod val="45000"/>
                        <a:lumOff val="55000"/>
                      </a:schemeClr>
                    </a:gs>
                    <a:gs pos="100000">
                      <a:schemeClr val="accent5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n w="25400"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7" name="Group 166">
                  <a:extLst>
                    <a:ext uri="{FF2B5EF4-FFF2-40B4-BE49-F238E27FC236}">
                      <a16:creationId xmlns:a16="http://schemas.microsoft.com/office/drawing/2014/main" id="{EFF3930F-00D0-D141-31DA-3DF45423DCD1}"/>
                    </a:ext>
                  </a:extLst>
                </p:cNvPr>
                <p:cNvGrpSpPr/>
                <p:nvPr/>
              </p:nvGrpSpPr>
              <p:grpSpPr>
                <a:xfrm>
                  <a:off x="368485" y="1425873"/>
                  <a:ext cx="1567662" cy="438678"/>
                  <a:chOff x="1725728" y="2004794"/>
                  <a:chExt cx="1903869" cy="989129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8" name="Rectangle 167">
                        <a:extLst>
                          <a:ext uri="{FF2B5EF4-FFF2-40B4-BE49-F238E27FC236}">
                            <a16:creationId xmlns:a16="http://schemas.microsoft.com/office/drawing/2014/main" id="{33D6B4E5-823A-4E3A-A5B4-AFB29CAD5E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25728" y="2014208"/>
                        <a:ext cx="656541" cy="97971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75000"/>
                            <a:lumOff val="25000"/>
                            <a:alpha val="40000"/>
                          </a:schemeClr>
                        </a:glow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800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US" sz="1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168" name="Rectangle 167">
                        <a:extLst>
                          <a:ext uri="{FF2B5EF4-FFF2-40B4-BE49-F238E27FC236}">
                            <a16:creationId xmlns:a16="http://schemas.microsoft.com/office/drawing/2014/main" id="{33D6B4E5-823A-4E3A-A5B4-AFB29CAD5E5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25728" y="2014208"/>
                        <a:ext cx="656541" cy="979715"/>
                      </a:xfrm>
                      <a:prstGeom prst="rect">
                        <a:avLst/>
                      </a:prstGeom>
                      <a:blipFill>
                        <a:blip r:embed="rId29"/>
                        <a:stretch>
                          <a:fillRect/>
                        </a:stretch>
                      </a:blip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75000"/>
                            <a:lumOff val="25000"/>
                            <a:alpha val="40000"/>
                          </a:schemeClr>
                        </a:glow>
                      </a:effectLst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9" name="Rectangle 168">
                        <a:extLst>
                          <a:ext uri="{FF2B5EF4-FFF2-40B4-BE49-F238E27FC236}">
                            <a16:creationId xmlns:a16="http://schemas.microsoft.com/office/drawing/2014/main" id="{999A9F95-20F9-8CA6-496A-9053B58E92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529305" y="2004794"/>
                        <a:ext cx="1100292" cy="97971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85000"/>
                            <a:lumOff val="15000"/>
                            <a:alpha val="40000"/>
                          </a:schemeClr>
                        </a:glow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9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𝕀</m:t>
                              </m:r>
                              <m:d>
                                <m:dPr>
                                  <m:ctrlPr>
                                    <a:rPr lang="en-US" sz="9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oMath>
                          </m:oMathPara>
                        </a14:m>
                        <a:endParaRPr lang="en-US" sz="9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9" name="Rectangle 168">
                        <a:extLst>
                          <a:ext uri="{FF2B5EF4-FFF2-40B4-BE49-F238E27FC236}">
                            <a16:creationId xmlns:a16="http://schemas.microsoft.com/office/drawing/2014/main" id="{999A9F95-20F9-8CA6-496A-9053B58E9266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529305" y="2004794"/>
                        <a:ext cx="1100292" cy="979713"/>
                      </a:xfrm>
                      <a:prstGeom prst="rect">
                        <a:avLst/>
                      </a:prstGeom>
                      <a:blipFill>
                        <a:blip r:embed="rId30"/>
                        <a:stretch>
                          <a:fillRect t="-3774" b="-22642"/>
                        </a:stretch>
                      </a:blip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85000"/>
                            <a:lumOff val="15000"/>
                            <a:alpha val="40000"/>
                          </a:schemeClr>
                        </a:glow>
                      </a:effectLst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5" name="Rectangle 164">
                    <a:extLst>
                      <a:ext uri="{FF2B5EF4-FFF2-40B4-BE49-F238E27FC236}">
                        <a16:creationId xmlns:a16="http://schemas.microsoft.com/office/drawing/2014/main" id="{54F58A09-12FB-47CA-4EB6-742E97CFCE08}"/>
                      </a:ext>
                    </a:extLst>
                  </p:cNvPr>
                  <p:cNvSpPr/>
                  <p:nvPr/>
                </p:nvSpPr>
                <p:spPr>
                  <a:xfrm>
                    <a:off x="664245" y="1097829"/>
                    <a:ext cx="1965646" cy="47217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"/>
                              <m:ctrlP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6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  <m:r>
                                                    <a:rPr lang="en-US" sz="6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en-US" sz="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.                          </m:t>
                                          </m:r>
                                          <m: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𝑖𝑓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  <m:r>
                                                <a:rPr lang="en-US" sz="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6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6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  <m:r>
                                                    <a:rPr lang="en-US" sz="6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6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Odds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60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𝜀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6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  <m:r>
                                                    <a:rPr lang="en-US" sz="6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e>
                                          <m: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𝑖𝑓</m:t>
                                          </m:r>
                                          <m: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  <m:r>
                                                <a:rPr lang="en-US" sz="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600" i="1" dirty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600" i="1" dirty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600" i="1" dirty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mr>
                                    </m:m>
                                    <m:r>
                                      <a:rPr lang="en-US" sz="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sz="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5" name="Rectangle 164">
                    <a:extLst>
                      <a:ext uri="{FF2B5EF4-FFF2-40B4-BE49-F238E27FC236}">
                        <a16:creationId xmlns:a16="http://schemas.microsoft.com/office/drawing/2014/main" id="{54F58A09-12FB-47CA-4EB6-742E97CFCE0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4245" y="1097829"/>
                    <a:ext cx="1965646" cy="472178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10191" t="-115000" b="-172500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FBDA56C0-5040-A2E8-188E-D46EE4114F65}"/>
                </a:ext>
              </a:extLst>
            </p:cNvPr>
            <p:cNvGrpSpPr/>
            <p:nvPr/>
          </p:nvGrpSpPr>
          <p:grpSpPr>
            <a:xfrm>
              <a:off x="2622640" y="1043675"/>
              <a:ext cx="1965646" cy="1239352"/>
              <a:chOff x="2735997" y="1034531"/>
              <a:chExt cx="1965646" cy="1239352"/>
            </a:xfrm>
          </p:grpSpPr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4C119414-4236-9C39-B101-3FEB8DB71C53}"/>
                  </a:ext>
                </a:extLst>
              </p:cNvPr>
              <p:cNvGrpSpPr/>
              <p:nvPr/>
            </p:nvGrpSpPr>
            <p:grpSpPr>
              <a:xfrm>
                <a:off x="2735997" y="1034531"/>
                <a:ext cx="1965646" cy="1239352"/>
                <a:chOff x="219154" y="687689"/>
                <a:chExt cx="1965646" cy="1239352"/>
              </a:xfrm>
              <a:solidFill>
                <a:schemeClr val="accent6">
                  <a:lumMod val="40000"/>
                  <a:lumOff val="60000"/>
                </a:schemeClr>
              </a:solidFill>
            </p:grpSpPr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3BFDFE92-7A0A-327F-A576-CCF72461732F}"/>
                    </a:ext>
                  </a:extLst>
                </p:cNvPr>
                <p:cNvSpPr/>
                <p:nvPr/>
              </p:nvSpPr>
              <p:spPr>
                <a:xfrm>
                  <a:off x="219154" y="687689"/>
                  <a:ext cx="1965646" cy="1239352"/>
                </a:xfrm>
                <a:prstGeom prst="rect">
                  <a:avLst/>
                </a:prstGeom>
                <a:grpFill/>
                <a:ln w="25400"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75000"/>
                      <a:lumOff val="2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AE7F188D-DB9A-AEF9-5B04-9DC93032BF47}"/>
                    </a:ext>
                  </a:extLst>
                </p:cNvPr>
                <p:cNvGrpSpPr/>
                <p:nvPr/>
              </p:nvGrpSpPr>
              <p:grpSpPr>
                <a:xfrm>
                  <a:off x="370532" y="1420237"/>
                  <a:ext cx="1570622" cy="440138"/>
                  <a:chOff x="1728214" y="1992086"/>
                  <a:chExt cx="1907463" cy="992421"/>
                </a:xfrm>
                <a:grpFill/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2" name="Rectangle 161">
                        <a:extLst>
                          <a:ext uri="{FF2B5EF4-FFF2-40B4-BE49-F238E27FC236}">
                            <a16:creationId xmlns:a16="http://schemas.microsoft.com/office/drawing/2014/main" id="{3B9757FD-F167-6B0F-40C0-ECAE560069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28214" y="1992086"/>
                        <a:ext cx="627536" cy="979715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75000"/>
                            <a:lumOff val="25000"/>
                            <a:alpha val="40000"/>
                          </a:schemeClr>
                        </a:glow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US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en-US" i="1" dirty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2" name="Rectangle 161">
                        <a:extLst>
                          <a:ext uri="{FF2B5EF4-FFF2-40B4-BE49-F238E27FC236}">
                            <a16:creationId xmlns:a16="http://schemas.microsoft.com/office/drawing/2014/main" id="{3B9757FD-F167-6B0F-40C0-ECAE560069F4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728214" y="1992086"/>
                        <a:ext cx="627536" cy="979715"/>
                      </a:xfrm>
                      <a:prstGeom prst="rect">
                        <a:avLst/>
                      </a:prstGeom>
                      <a:blipFill>
                        <a:blip r:embed="rId32"/>
                        <a:stretch>
                          <a:fillRect/>
                        </a:stretch>
                      </a:blip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75000"/>
                            <a:lumOff val="25000"/>
                            <a:alpha val="40000"/>
                          </a:schemeClr>
                        </a:glow>
                      </a:effectLst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63" name="Rectangle 162">
                        <a:extLst>
                          <a:ext uri="{FF2B5EF4-FFF2-40B4-BE49-F238E27FC236}">
                            <a16:creationId xmlns:a16="http://schemas.microsoft.com/office/drawing/2014/main" id="{21D3E4E7-4BBC-09BC-F987-15C8FCB6632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526263" y="2004794"/>
                        <a:ext cx="1109414" cy="979713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85000"/>
                            <a:lumOff val="15000"/>
                            <a:alpha val="40000"/>
                          </a:schemeClr>
                        </a:glow>
                      </a:effectLst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9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𝕀</m:t>
                              </m:r>
                              <m:d>
                                <m:dPr>
                                  <m:ctrlPr>
                                    <a:rPr lang="en-US" sz="9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≠</m:t>
                                  </m:r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9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9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oMath>
                          </m:oMathPara>
                        </a14:m>
                        <a:endParaRPr lang="en-US" sz="9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63" name="Rectangle 162">
                        <a:extLst>
                          <a:ext uri="{FF2B5EF4-FFF2-40B4-BE49-F238E27FC236}">
                            <a16:creationId xmlns:a16="http://schemas.microsoft.com/office/drawing/2014/main" id="{21D3E4E7-4BBC-09BC-F987-15C8FCB6632B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526263" y="2004794"/>
                        <a:ext cx="1109414" cy="979713"/>
                      </a:xfrm>
                      <a:prstGeom prst="rect">
                        <a:avLst/>
                      </a:prstGeom>
                      <a:blipFill>
                        <a:blip r:embed="rId33"/>
                        <a:stretch>
                          <a:fillRect t="-3774" b="-22642"/>
                        </a:stretch>
                      </a:blipFill>
                      <a:ln>
                        <a:solidFill>
                          <a:schemeClr val="bg1"/>
                        </a:solidFill>
                      </a:ln>
                      <a:effectLst>
                        <a:glow rad="101600">
                          <a:schemeClr val="tx1">
                            <a:lumMod val="85000"/>
                            <a:lumOff val="15000"/>
                            <a:alpha val="40000"/>
                          </a:schemeClr>
                        </a:glow>
                      </a:effectLst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Rectangle 158">
                    <a:extLst>
                      <a:ext uri="{FF2B5EF4-FFF2-40B4-BE49-F238E27FC236}">
                        <a16:creationId xmlns:a16="http://schemas.microsoft.com/office/drawing/2014/main" id="{B43E5087-A392-DA1A-A30D-523EE7110E6E}"/>
                      </a:ext>
                    </a:extLst>
                  </p:cNvPr>
                  <p:cNvSpPr/>
                  <p:nvPr/>
                </p:nvSpPr>
                <p:spPr>
                  <a:xfrm>
                    <a:off x="2750278" y="1068594"/>
                    <a:ext cx="1932555" cy="43450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"/>
                              <m:ctrlPr>
                                <a:rPr lang="en-US" sz="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6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  <m:r>
                                                    <a:rPr lang="en-US" sz="6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</m:e>
                                        <m:e>
                                          <m:r>
                                            <a:rPr lang="en-US" sz="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.                          </m:t>
                                          </m:r>
                                          <m: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𝑖𝑓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  <m:r>
                                                <a:rPr lang="en-US" sz="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6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6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sz="6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  <m:r>
                                                    <a:rPr lang="en-US" sz="6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6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Odds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60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𝜀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600" i="1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e>
                                          <m: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𝑖𝑓</m:t>
                                          </m:r>
                                          <m: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≠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  <m:r>
                                                <a:rPr lang="en-US" sz="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600" i="1" dirty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600" i="1" dirty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600" b="0" i="1" dirty="0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mr>
                                    </m:m>
                                    <m:r>
                                      <a:rPr lang="en-US" sz="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lang="en-US" sz="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59" name="Rectangle 158">
                    <a:extLst>
                      <a:ext uri="{FF2B5EF4-FFF2-40B4-BE49-F238E27FC236}">
                        <a16:creationId xmlns:a16="http://schemas.microsoft.com/office/drawing/2014/main" id="{B43E5087-A392-DA1A-A30D-523EE7110E6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0278" y="1068594"/>
                    <a:ext cx="1932555" cy="434503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l="-8387" t="-133333" b="-197222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3042CC8E-503F-9A8C-2AD3-8D2FAAFB90AC}"/>
                </a:ext>
              </a:extLst>
            </p:cNvPr>
            <p:cNvGrpSpPr/>
            <p:nvPr/>
          </p:nvGrpSpPr>
          <p:grpSpPr>
            <a:xfrm>
              <a:off x="5097695" y="1043675"/>
              <a:ext cx="1965646" cy="1239352"/>
              <a:chOff x="138002" y="687689"/>
              <a:chExt cx="1965646" cy="1239352"/>
            </a:xfrm>
            <a:solidFill>
              <a:schemeClr val="accent4">
                <a:lumMod val="40000"/>
                <a:lumOff val="60000"/>
              </a:schemeClr>
            </a:solidFill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F19E2B81-EE54-191A-8946-D685A9FD1150}"/>
                  </a:ext>
                </a:extLst>
              </p:cNvPr>
              <p:cNvSpPr/>
              <p:nvPr/>
            </p:nvSpPr>
            <p:spPr>
              <a:xfrm>
                <a:off x="138002" y="687689"/>
                <a:ext cx="1965646" cy="123935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>
                <a:solidFill>
                  <a:schemeClr val="bg1"/>
                </a:solidFill>
              </a:ln>
              <a:effectLst>
                <a:glow rad="101600">
                  <a:schemeClr val="tx1">
                    <a:lumMod val="75000"/>
                    <a:lumOff val="2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AF8CD68E-9E74-D0B7-E0C3-5E2018D9BE13}"/>
                  </a:ext>
                </a:extLst>
              </p:cNvPr>
              <p:cNvGrpSpPr/>
              <p:nvPr/>
            </p:nvGrpSpPr>
            <p:grpSpPr>
              <a:xfrm>
                <a:off x="301123" y="1420237"/>
                <a:ext cx="1642890" cy="440138"/>
                <a:chOff x="1643919" y="1992086"/>
                <a:chExt cx="1995228" cy="992421"/>
              </a:xfrm>
              <a:grpFill/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6" name="Rectangle 155">
                      <a:extLst>
                        <a:ext uri="{FF2B5EF4-FFF2-40B4-BE49-F238E27FC236}">
                          <a16:creationId xmlns:a16="http://schemas.microsoft.com/office/drawing/2014/main" id="{C8B7997D-B4BE-E0FC-EF7C-8A79DAB169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43919" y="1992086"/>
                      <a:ext cx="636488" cy="979715"/>
                    </a:xfrm>
                    <a:prstGeom prst="rect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  <a:ln>
                      <a:solidFill>
                        <a:schemeClr val="bg1"/>
                      </a:solidFill>
                    </a:ln>
                    <a:effectLst>
                      <a:glow rad="101600">
                        <a:schemeClr val="tx1">
                          <a:lumMod val="75000"/>
                          <a:lumOff val="25000"/>
                          <a:alpha val="40000"/>
                        </a:schemeClr>
                      </a:glo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US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  <m:sup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rgbClr val="FFFF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bSup>
                          </m:oMath>
                        </m:oMathPara>
                      </a14:m>
                      <a:endPara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56" name="Rectangle 155">
                      <a:extLst>
                        <a:ext uri="{FF2B5EF4-FFF2-40B4-BE49-F238E27FC236}">
                          <a16:creationId xmlns:a16="http://schemas.microsoft.com/office/drawing/2014/main" id="{C8B7997D-B4BE-E0FC-EF7C-8A79DAB1693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43919" y="1992086"/>
                      <a:ext cx="636488" cy="979715"/>
                    </a:xfrm>
                    <a:prstGeom prst="rect">
                      <a:avLst/>
                    </a:prstGeom>
                    <a:blipFill>
                      <a:blip r:embed="rId35"/>
                      <a:stretch>
                        <a:fillRect/>
                      </a:stretch>
                    </a:blipFill>
                    <a:ln>
                      <a:solidFill>
                        <a:schemeClr val="bg1"/>
                      </a:solidFill>
                    </a:ln>
                    <a:effectLst>
                      <a:glow rad="101600">
                        <a:schemeClr val="tx1">
                          <a:lumMod val="75000"/>
                          <a:lumOff val="25000"/>
                          <a:alpha val="40000"/>
                        </a:schemeClr>
                      </a:glo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7" name="Rectangle 156">
                      <a:extLst>
                        <a:ext uri="{FF2B5EF4-FFF2-40B4-BE49-F238E27FC236}">
                          <a16:creationId xmlns:a16="http://schemas.microsoft.com/office/drawing/2014/main" id="{AE0CD1A7-6E9F-7491-9A8D-E58D33786F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15687" y="2004794"/>
                      <a:ext cx="1223460" cy="979713"/>
                    </a:xfrm>
                    <a:prstGeom prst="rect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>
                      <a:solidFill>
                        <a:schemeClr val="bg1"/>
                      </a:solidFill>
                    </a:ln>
                    <a:effectLst>
                      <a:glow rad="101600">
                        <a:schemeClr val="tx1">
                          <a:lumMod val="85000"/>
                          <a:lumOff val="15000"/>
                          <a:alpha val="40000"/>
                        </a:schemeClr>
                      </a:glow>
                    </a:effectLst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9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𝕀</m:t>
                            </m:r>
                            <m:d>
                              <m:dPr>
                                <m:ctrlPr>
                                  <a:rPr lang="en-US" sz="9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  <m:r>
                                  <a:rPr lang="en-US" sz="9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sub>
                                </m:sSub>
                                <m:r>
                                  <a:rPr lang="en-US" sz="9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9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  <m:r>
                                  <a:rPr lang="en-US" sz="9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oMath>
                        </m:oMathPara>
                      </a14:m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57" name="Rectangle 156">
                      <a:extLst>
                        <a:ext uri="{FF2B5EF4-FFF2-40B4-BE49-F238E27FC236}">
                          <a16:creationId xmlns:a16="http://schemas.microsoft.com/office/drawing/2014/main" id="{AE0CD1A7-6E9F-7491-9A8D-E58D33786FC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415687" y="2004794"/>
                      <a:ext cx="1223460" cy="979713"/>
                    </a:xfrm>
                    <a:prstGeom prst="rect">
                      <a:avLst/>
                    </a:prstGeom>
                    <a:blipFill>
                      <a:blip r:embed="rId36"/>
                      <a:stretch>
                        <a:fillRect/>
                      </a:stretch>
                    </a:blipFill>
                    <a:ln>
                      <a:solidFill>
                        <a:schemeClr val="bg1"/>
                      </a:solidFill>
                    </a:ln>
                    <a:effectLst>
                      <a:glow rad="101600">
                        <a:schemeClr val="tx1">
                          <a:lumMod val="85000"/>
                          <a:lumOff val="15000"/>
                          <a:alpha val="40000"/>
                        </a:schemeClr>
                      </a:glo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A5B4D7D7-5095-5E8A-533C-DDAA7B6B861B}"/>
                    </a:ext>
                  </a:extLst>
                </p:cNvPr>
                <p:cNvSpPr/>
                <p:nvPr/>
              </p:nvSpPr>
              <p:spPr>
                <a:xfrm>
                  <a:off x="127769" y="1527857"/>
                  <a:ext cx="359295" cy="360202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85000"/>
                      <a:lumOff val="15000"/>
                      <a:alpha val="40000"/>
                    </a:schemeClr>
                  </a:glow>
                </a:effectLst>
                <a:scene3d>
                  <a:camera prst="orthographicFront"/>
                  <a:lightRig rig="threePt" dir="t"/>
                </a:scene3d>
                <a:sp3d>
                  <a:bevelT h="31750" prst="riblet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b="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400" b="0" i="1" dirty="0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r>
                          <a:rPr lang="en-US" sz="1400" b="0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 lang="en-US" sz="14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A5B4D7D7-5095-5E8A-533C-DDAA7B6B861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769" y="1527857"/>
                  <a:ext cx="359295" cy="36020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  <a:effectLst>
                  <a:glow rad="101600">
                    <a:schemeClr val="tx1">
                      <a:lumMod val="85000"/>
                      <a:lumOff val="15000"/>
                      <a:alpha val="40000"/>
                    </a:schemeClr>
                  </a:glo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1D61A59D-816E-68AC-71C7-58825BFBB695}"/>
                  </a:ext>
                </a:extLst>
              </p:cNvPr>
              <p:cNvSpPr/>
              <p:nvPr/>
            </p:nvSpPr>
            <p:spPr>
              <a:xfrm>
                <a:off x="5099513" y="5258684"/>
                <a:ext cx="1947541" cy="49084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r>
                            <a:rPr lang="en-US" sz="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"/>
                          <m:ctrlPr>
                            <a:rPr lang="en-US" sz="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6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  <m:r>
                                                <a:rPr lang="en-US" sz="6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sz="6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                          </m:t>
                                      </m:r>
                                      <m:r>
                                        <a:rPr lang="en-US" sz="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𝑖𝑓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6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  <m:r>
                                        <a:rPr lang="en-US" sz="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6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  <m:r>
                                            <a:rPr lang="en-US" sz="6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en-US" sz="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6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  <m:r>
                                        <a:rPr lang="en-US" sz="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sz="6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6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𝑀</m:t>
                                              </m:r>
                                              <m:r>
                                                <a:rPr lang="en-US" sz="6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−1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m:rPr>
                                          <m:sty m:val="p"/>
                                        </m:rPr>
                                        <a:rPr lang="en-US" sz="6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Odds</m:t>
                                      </m:r>
                                      <m:d>
                                        <m:dPr>
                                          <m:ctrlPr>
                                            <a:rPr lang="en-US" sz="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60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e>
                                      <m:r>
                                        <a:rPr lang="en-US" sz="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𝑖𝑓</m:t>
                                      </m:r>
                                      <m:r>
                                        <a:rPr lang="en-US" sz="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6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sub>
                                      </m:sSub>
                                      <m:r>
                                        <a:rPr lang="en-US" sz="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≠</m:t>
                                      </m:r>
                                      <m:sSub>
                                        <m:sSubPr>
                                          <m:ctrlP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sz="6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  <m:r>
                                            <a:rPr lang="en-US" sz="6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600" i="1" dirty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600" b="0" i="1" dirty="0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mr>
                                </m:m>
                                <m:r>
                                  <a:rPr lang="en-US" sz="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1D61A59D-816E-68AC-71C7-58825BFBB6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513" y="5258684"/>
                <a:ext cx="1947541" cy="490842"/>
              </a:xfrm>
              <a:prstGeom prst="rect">
                <a:avLst/>
              </a:prstGeom>
              <a:blipFill>
                <a:blip r:embed="rId38"/>
                <a:stretch>
                  <a:fillRect l="-9677" t="-112195" b="-16829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Down Arrow 173">
                <a:extLst>
                  <a:ext uri="{FF2B5EF4-FFF2-40B4-BE49-F238E27FC236}">
                    <a16:creationId xmlns:a16="http://schemas.microsoft.com/office/drawing/2014/main" id="{A7DE5251-E185-4E83-CE98-71BD3329B8B9}"/>
                  </a:ext>
                </a:extLst>
              </p:cNvPr>
              <p:cNvSpPr/>
              <p:nvPr/>
            </p:nvSpPr>
            <p:spPr>
              <a:xfrm>
                <a:off x="1015989" y="138974"/>
                <a:ext cx="1028281" cy="806169"/>
              </a:xfrm>
              <a:prstGeom prst="downArrow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85000"/>
                    <a:lumOff val="15000"/>
                    <a:alpha val="40000"/>
                  </a:schemeClr>
                </a:glow>
              </a:effectLst>
              <a:scene3d>
                <a:camera prst="orthographicFront"/>
                <a:lightRig rig="threePt" dir="t"/>
              </a:scene3d>
              <a:sp3d>
                <a:bevelT h="31750" prst="riblet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11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9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4" name="Down Arrow 173">
                <a:extLst>
                  <a:ext uri="{FF2B5EF4-FFF2-40B4-BE49-F238E27FC236}">
                    <a16:creationId xmlns:a16="http://schemas.microsoft.com/office/drawing/2014/main" id="{A7DE5251-E185-4E83-CE98-71BD3329B8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89" y="138974"/>
                <a:ext cx="1028281" cy="806169"/>
              </a:xfrm>
              <a:prstGeom prst="downArrow">
                <a:avLst/>
              </a:prstGeom>
              <a:blipFill>
                <a:blip r:embed="rId39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85000"/>
                    <a:lumOff val="1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Down Arrow 174">
                <a:extLst>
                  <a:ext uri="{FF2B5EF4-FFF2-40B4-BE49-F238E27FC236}">
                    <a16:creationId xmlns:a16="http://schemas.microsoft.com/office/drawing/2014/main" id="{767CFF34-96C1-7881-390C-392B7C88E4A3}"/>
                  </a:ext>
                </a:extLst>
              </p:cNvPr>
              <p:cNvSpPr/>
              <p:nvPr/>
            </p:nvSpPr>
            <p:spPr>
              <a:xfrm>
                <a:off x="3079927" y="78293"/>
                <a:ext cx="1028281" cy="806169"/>
              </a:xfrm>
              <a:prstGeom prst="downArrow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85000"/>
                    <a:lumOff val="15000"/>
                    <a:alpha val="40000"/>
                  </a:schemeClr>
                </a:glow>
              </a:effectLst>
              <a:scene3d>
                <a:camera prst="orthographicFront"/>
                <a:lightRig rig="threePt" dir="t"/>
              </a:scene3d>
              <a:sp3d>
                <a:bevelT h="31750" prst="riblet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11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1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5" name="Down Arrow 174">
                <a:extLst>
                  <a:ext uri="{FF2B5EF4-FFF2-40B4-BE49-F238E27FC236}">
                    <a16:creationId xmlns:a16="http://schemas.microsoft.com/office/drawing/2014/main" id="{767CFF34-96C1-7881-390C-392B7C88E4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927" y="78293"/>
                <a:ext cx="1028281" cy="806169"/>
              </a:xfrm>
              <a:prstGeom prst="downArrow">
                <a:avLst/>
              </a:prstGeom>
              <a:blipFill>
                <a:blip r:embed="rId40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85000"/>
                    <a:lumOff val="1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Down Arrow 175">
                <a:extLst>
                  <a:ext uri="{FF2B5EF4-FFF2-40B4-BE49-F238E27FC236}">
                    <a16:creationId xmlns:a16="http://schemas.microsoft.com/office/drawing/2014/main" id="{065F2998-3974-839D-BF60-E50F3DA5E0BB}"/>
                  </a:ext>
                </a:extLst>
              </p:cNvPr>
              <p:cNvSpPr/>
              <p:nvPr/>
            </p:nvSpPr>
            <p:spPr>
              <a:xfrm>
                <a:off x="5539852" y="166094"/>
                <a:ext cx="1028281" cy="806169"/>
              </a:xfrm>
              <a:prstGeom prst="downArrow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85000"/>
                    <a:lumOff val="15000"/>
                    <a:alpha val="40000"/>
                  </a:schemeClr>
                </a:glow>
              </a:effectLst>
              <a:scene3d>
                <a:camera prst="orthographicFront"/>
                <a:lightRig rig="threePt" dir="t"/>
              </a:scene3d>
              <a:sp3d>
                <a:bevelT h="31750" prst="riblet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105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5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105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6" name="Down Arrow 175">
                <a:extLst>
                  <a:ext uri="{FF2B5EF4-FFF2-40B4-BE49-F238E27FC236}">
                    <a16:creationId xmlns:a16="http://schemas.microsoft.com/office/drawing/2014/main" id="{065F2998-3974-839D-BF60-E50F3DA5E0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9852" y="166094"/>
                <a:ext cx="1028281" cy="806169"/>
              </a:xfrm>
              <a:prstGeom prst="downArrow">
                <a:avLst/>
              </a:prstGeom>
              <a:blipFill>
                <a:blip r:embed="rId41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85000"/>
                    <a:lumOff val="1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Rectangle 179">
            <a:extLst>
              <a:ext uri="{FF2B5EF4-FFF2-40B4-BE49-F238E27FC236}">
                <a16:creationId xmlns:a16="http://schemas.microsoft.com/office/drawing/2014/main" id="{BA1E7966-3940-6378-603F-B09E073CB029}"/>
              </a:ext>
            </a:extLst>
          </p:cNvPr>
          <p:cNvSpPr/>
          <p:nvPr/>
        </p:nvSpPr>
        <p:spPr>
          <a:xfrm>
            <a:off x="4401643" y="1182276"/>
            <a:ext cx="679766" cy="691162"/>
          </a:xfrm>
          <a:prstGeom prst="rect">
            <a:avLst/>
          </a:prstGeom>
          <a:noFill/>
          <a:ln>
            <a:noFill/>
          </a:ln>
          <a:effectLst>
            <a:glow rad="101600">
              <a:schemeClr val="tx1">
                <a:lumMod val="85000"/>
                <a:lumOff val="1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h="3175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i="1" dirty="0">
                <a:solidFill>
                  <a:schemeClr val="tx1"/>
                </a:solidFill>
                <a:latin typeface="Cambria Math" panose="02040503050406030204" pitchFamily="18" charset="0"/>
              </a:rPr>
              <a:t>…</a:t>
            </a:r>
            <a:endParaRPr lang="en-US" sz="9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55BC55D4-CA35-E497-CA79-3331507BD1CE}"/>
              </a:ext>
            </a:extLst>
          </p:cNvPr>
          <p:cNvSpPr/>
          <p:nvPr/>
        </p:nvSpPr>
        <p:spPr>
          <a:xfrm>
            <a:off x="4367375" y="3062948"/>
            <a:ext cx="679766" cy="691162"/>
          </a:xfrm>
          <a:prstGeom prst="rect">
            <a:avLst/>
          </a:prstGeom>
          <a:noFill/>
          <a:ln>
            <a:noFill/>
          </a:ln>
          <a:effectLst>
            <a:glow rad="101600">
              <a:schemeClr val="tx1">
                <a:lumMod val="85000"/>
                <a:lumOff val="1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h="3175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i="1" dirty="0">
                <a:solidFill>
                  <a:schemeClr val="tx1"/>
                </a:solidFill>
                <a:latin typeface="Cambria Math" panose="02040503050406030204" pitchFamily="18" charset="0"/>
              </a:rPr>
              <a:t>…</a:t>
            </a:r>
            <a:endParaRPr lang="en-US" sz="9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8B97CC1B-CB22-5481-895C-45D0BDB91181}"/>
              </a:ext>
            </a:extLst>
          </p:cNvPr>
          <p:cNvSpPr/>
          <p:nvPr/>
        </p:nvSpPr>
        <p:spPr>
          <a:xfrm>
            <a:off x="4426166" y="5330143"/>
            <a:ext cx="679766" cy="691162"/>
          </a:xfrm>
          <a:prstGeom prst="rect">
            <a:avLst/>
          </a:prstGeom>
          <a:noFill/>
          <a:ln>
            <a:noFill/>
          </a:ln>
          <a:effectLst>
            <a:glow rad="101600">
              <a:schemeClr val="tx1">
                <a:lumMod val="85000"/>
                <a:lumOff val="1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h="3175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i="1" dirty="0">
                <a:solidFill>
                  <a:schemeClr val="tx1"/>
                </a:solidFill>
                <a:latin typeface="Cambria Math" panose="02040503050406030204" pitchFamily="18" charset="0"/>
              </a:rPr>
              <a:t>…</a:t>
            </a:r>
            <a:endParaRPr lang="en-US" sz="9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D9EE9FA8-A171-6C2A-FF90-8A28AD8F309A}"/>
              </a:ext>
            </a:extLst>
          </p:cNvPr>
          <p:cNvSpPr/>
          <p:nvPr/>
        </p:nvSpPr>
        <p:spPr>
          <a:xfrm rot="5400000">
            <a:off x="1444511" y="4287484"/>
            <a:ext cx="561067" cy="676029"/>
          </a:xfrm>
          <a:prstGeom prst="rect">
            <a:avLst/>
          </a:prstGeom>
          <a:noFill/>
          <a:ln>
            <a:noFill/>
          </a:ln>
          <a:effectLst>
            <a:glow rad="101600">
              <a:schemeClr val="tx1">
                <a:lumMod val="85000"/>
                <a:lumOff val="1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h="3175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i="1" dirty="0">
                <a:solidFill>
                  <a:schemeClr val="tx1"/>
                </a:solidFill>
                <a:latin typeface="Cambria Math" panose="02040503050406030204" pitchFamily="18" charset="0"/>
              </a:rPr>
              <a:t>…</a:t>
            </a:r>
            <a:endParaRPr lang="en-US" sz="9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378560F4-DA14-199F-1697-5A6920AEC404}"/>
              </a:ext>
            </a:extLst>
          </p:cNvPr>
          <p:cNvSpPr/>
          <p:nvPr/>
        </p:nvSpPr>
        <p:spPr>
          <a:xfrm rot="5400000">
            <a:off x="3489660" y="4381256"/>
            <a:ext cx="561067" cy="676029"/>
          </a:xfrm>
          <a:prstGeom prst="rect">
            <a:avLst/>
          </a:prstGeom>
          <a:noFill/>
          <a:ln>
            <a:noFill/>
          </a:ln>
          <a:effectLst>
            <a:glow rad="101600">
              <a:schemeClr val="tx1">
                <a:lumMod val="85000"/>
                <a:lumOff val="1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h="3175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i="1" dirty="0">
                <a:solidFill>
                  <a:schemeClr val="tx1"/>
                </a:solidFill>
                <a:latin typeface="Cambria Math" panose="02040503050406030204" pitchFamily="18" charset="0"/>
              </a:rPr>
              <a:t>…</a:t>
            </a:r>
            <a:endParaRPr lang="en-US" sz="9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87E08561-F72C-41A7-3A5A-380B06BD638A}"/>
              </a:ext>
            </a:extLst>
          </p:cNvPr>
          <p:cNvSpPr/>
          <p:nvPr/>
        </p:nvSpPr>
        <p:spPr>
          <a:xfrm rot="5400000">
            <a:off x="4766607" y="4361455"/>
            <a:ext cx="561067" cy="676029"/>
          </a:xfrm>
          <a:prstGeom prst="rect">
            <a:avLst/>
          </a:prstGeom>
          <a:noFill/>
          <a:ln>
            <a:noFill/>
          </a:ln>
          <a:effectLst>
            <a:glow rad="101600">
              <a:schemeClr val="tx1">
                <a:lumMod val="85000"/>
                <a:lumOff val="1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h="3175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i="1" dirty="0">
                <a:solidFill>
                  <a:schemeClr val="tx1"/>
                </a:solidFill>
                <a:latin typeface="Cambria Math" panose="02040503050406030204" pitchFamily="18" charset="0"/>
              </a:rPr>
              <a:t>…</a:t>
            </a:r>
            <a:endParaRPr lang="en-US" sz="9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271F12B5-4F3E-FA20-D51D-82DD400561C6}"/>
              </a:ext>
            </a:extLst>
          </p:cNvPr>
          <p:cNvSpPr/>
          <p:nvPr/>
        </p:nvSpPr>
        <p:spPr>
          <a:xfrm rot="5400000">
            <a:off x="6184589" y="4343584"/>
            <a:ext cx="561067" cy="676029"/>
          </a:xfrm>
          <a:prstGeom prst="rect">
            <a:avLst/>
          </a:prstGeom>
          <a:noFill/>
          <a:ln>
            <a:noFill/>
          </a:ln>
          <a:effectLst>
            <a:glow rad="101600">
              <a:schemeClr val="tx1">
                <a:lumMod val="85000"/>
                <a:lumOff val="1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h="3175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i="1" dirty="0">
                <a:solidFill>
                  <a:schemeClr val="tx1"/>
                </a:solidFill>
                <a:latin typeface="Cambria Math" panose="02040503050406030204" pitchFamily="18" charset="0"/>
              </a:rPr>
              <a:t>…</a:t>
            </a:r>
            <a:endParaRPr lang="en-US" sz="9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647FD4CB-829B-EC9A-8C98-2B29F28BF973}"/>
              </a:ext>
            </a:extLst>
          </p:cNvPr>
          <p:cNvSpPr/>
          <p:nvPr/>
        </p:nvSpPr>
        <p:spPr>
          <a:xfrm rot="5400000">
            <a:off x="7974542" y="4356496"/>
            <a:ext cx="561067" cy="676029"/>
          </a:xfrm>
          <a:prstGeom prst="rect">
            <a:avLst/>
          </a:prstGeom>
          <a:noFill/>
          <a:ln>
            <a:noFill/>
          </a:ln>
          <a:effectLst>
            <a:glow rad="101600">
              <a:schemeClr val="tx1">
                <a:lumMod val="85000"/>
                <a:lumOff val="1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h="3175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i="1" dirty="0">
                <a:solidFill>
                  <a:schemeClr val="tx1"/>
                </a:solidFill>
                <a:latin typeface="Cambria Math" panose="02040503050406030204" pitchFamily="18" charset="0"/>
              </a:rPr>
              <a:t>…</a:t>
            </a:r>
            <a:endParaRPr lang="en-US" sz="9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D35D8940-7446-A573-37EE-E548E8526FB5}"/>
              </a:ext>
            </a:extLst>
          </p:cNvPr>
          <p:cNvSpPr/>
          <p:nvPr/>
        </p:nvSpPr>
        <p:spPr>
          <a:xfrm rot="5400000">
            <a:off x="254068" y="4322705"/>
            <a:ext cx="561067" cy="676029"/>
          </a:xfrm>
          <a:prstGeom prst="rect">
            <a:avLst/>
          </a:prstGeom>
          <a:noFill/>
          <a:ln>
            <a:noFill/>
          </a:ln>
          <a:effectLst>
            <a:glow rad="101600">
              <a:schemeClr val="tx1">
                <a:lumMod val="85000"/>
                <a:lumOff val="1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h="3175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i="1" dirty="0">
                <a:solidFill>
                  <a:schemeClr val="tx1"/>
                </a:solidFill>
                <a:latin typeface="Cambria Math" panose="02040503050406030204" pitchFamily="18" charset="0"/>
              </a:rPr>
              <a:t>…</a:t>
            </a:r>
            <a:endParaRPr lang="en-US" sz="9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7577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  <a:alpha val="2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mathematical equations&#10;&#10;Description automatically generated">
            <a:extLst>
              <a:ext uri="{FF2B5EF4-FFF2-40B4-BE49-F238E27FC236}">
                <a16:creationId xmlns:a16="http://schemas.microsoft.com/office/drawing/2014/main" id="{9789F398-1B04-A3CB-A11B-C7FE5841C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2730" y="848764"/>
            <a:ext cx="4053180" cy="3042419"/>
          </a:xfrm>
          <a:prstGeom prst="rect">
            <a:avLst/>
          </a:prstGeom>
          <a:ln w="25400">
            <a:solidFill>
              <a:schemeClr val="bg1"/>
            </a:solidFill>
          </a:ln>
          <a:effectLst>
            <a:glow rad="211341">
              <a:schemeClr val="tx1">
                <a:lumMod val="85000"/>
                <a:lumOff val="15000"/>
                <a:alpha val="40000"/>
              </a:schemeClr>
            </a:glo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35137FD-0812-68A7-B0DB-1560561AD7E0}"/>
                  </a:ext>
                </a:extLst>
              </p:cNvPr>
              <p:cNvSpPr/>
              <p:nvPr/>
            </p:nvSpPr>
            <p:spPr>
              <a:xfrm>
                <a:off x="595385" y="486454"/>
                <a:ext cx="893748" cy="659758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85000"/>
                    <a:lumOff val="15000"/>
                    <a:alpha val="40000"/>
                  </a:schemeClr>
                </a:glow>
              </a:effectLst>
              <a:scene3d>
                <a:camera prst="orthographicFront"/>
                <a:lightRig rig="threePt" dir="t"/>
              </a:scene3d>
              <a:sp3d>
                <a:bevelT h="31750" prst="riblet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32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32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35137FD-0812-68A7-B0DB-1560561AD7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85" y="486454"/>
                <a:ext cx="893748" cy="6597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85000"/>
                    <a:lumOff val="1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633D7BC-F48A-4B44-3A49-1C4C22616FC7}"/>
                  </a:ext>
                </a:extLst>
              </p:cNvPr>
              <p:cNvSpPr/>
              <p:nvPr/>
            </p:nvSpPr>
            <p:spPr>
              <a:xfrm>
                <a:off x="595385" y="1318692"/>
                <a:ext cx="893748" cy="659758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85000"/>
                    <a:lumOff val="15000"/>
                    <a:alpha val="40000"/>
                  </a:schemeClr>
                </a:glow>
              </a:effectLst>
              <a:scene3d>
                <a:camera prst="orthographicFront"/>
                <a:lightRig rig="threePt" dir="t"/>
              </a:scene3d>
              <a:sp3d>
                <a:bevelT h="31750" prst="riblet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36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3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633D7BC-F48A-4B44-3A49-1C4C22616F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85" y="1318692"/>
                <a:ext cx="893748" cy="659758"/>
              </a:xfrm>
              <a:prstGeom prst="rect">
                <a:avLst/>
              </a:prstGeom>
              <a:blipFill>
                <a:blip r:embed="rId5"/>
                <a:stretch>
                  <a:fillRect b="-4167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85000"/>
                    <a:lumOff val="1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CADC5A1-AE84-1753-47A9-2237C2141E1F}"/>
                  </a:ext>
                </a:extLst>
              </p:cNvPr>
              <p:cNvSpPr/>
              <p:nvPr/>
            </p:nvSpPr>
            <p:spPr>
              <a:xfrm>
                <a:off x="595385" y="3561304"/>
                <a:ext cx="893748" cy="659758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85000"/>
                    <a:lumOff val="15000"/>
                    <a:alpha val="40000"/>
                  </a:schemeClr>
                </a:glow>
              </a:effectLst>
              <a:scene3d>
                <a:camera prst="orthographicFront"/>
                <a:lightRig rig="threePt" dir="t"/>
              </a:scene3d>
              <a:sp3d>
                <a:bevelT h="31750" prst="riblet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36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36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9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CADC5A1-AE84-1753-47A9-2237C2141E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85" y="3561304"/>
                <a:ext cx="893748" cy="659758"/>
              </a:xfrm>
              <a:prstGeom prst="rect">
                <a:avLst/>
              </a:prstGeom>
              <a:blipFill>
                <a:blip r:embed="rId6"/>
                <a:stretch>
                  <a:fillRect l="-4444" b="-5556"/>
                </a:stretch>
              </a:blipFill>
              <a:ln>
                <a:solidFill>
                  <a:schemeClr val="bg1"/>
                </a:solidFill>
              </a:ln>
              <a:effectLst>
                <a:glow rad="101600">
                  <a:schemeClr val="tx1">
                    <a:lumMod val="85000"/>
                    <a:lumOff val="1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5356E52-4EC2-C80D-FB0E-F509480F2FC2}"/>
              </a:ext>
            </a:extLst>
          </p:cNvPr>
          <p:cNvSpPr/>
          <p:nvPr/>
        </p:nvSpPr>
        <p:spPr>
          <a:xfrm>
            <a:off x="6435521" y="243045"/>
            <a:ext cx="2268638" cy="9550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50800">
            <a:solidFill>
              <a:schemeClr val="bg1"/>
            </a:solidFill>
          </a:ln>
          <a:effectLst>
            <a:glow rad="101600">
              <a:schemeClr val="tx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00F873F-1230-2261-7732-1E173D70C399}"/>
                  </a:ext>
                </a:extLst>
              </p:cNvPr>
              <p:cNvSpPr/>
              <p:nvPr/>
            </p:nvSpPr>
            <p:spPr>
              <a:xfrm>
                <a:off x="6571641" y="369796"/>
                <a:ext cx="2042700" cy="7015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1− 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00F873F-1230-2261-7732-1E173D70C3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641" y="369796"/>
                <a:ext cx="2042700" cy="70159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FBA56A52-EF29-4DE7-1783-E368DA075ADF}"/>
              </a:ext>
            </a:extLst>
          </p:cNvPr>
          <p:cNvSpPr/>
          <p:nvPr/>
        </p:nvSpPr>
        <p:spPr>
          <a:xfrm>
            <a:off x="6448485" y="1365562"/>
            <a:ext cx="2268638" cy="9550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50800">
            <a:solidFill>
              <a:schemeClr val="bg1"/>
            </a:solidFill>
          </a:ln>
          <a:effectLst>
            <a:glow rad="101600">
              <a:schemeClr val="tx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87AED5C-B3C2-A017-1E2A-CB6E6882EF54}"/>
                  </a:ext>
                </a:extLst>
              </p:cNvPr>
              <p:cNvSpPr/>
              <p:nvPr/>
            </p:nvSpPr>
            <p:spPr>
              <a:xfrm>
                <a:off x="6584605" y="1492313"/>
                <a:ext cx="2042700" cy="7015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1− 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87AED5C-B3C2-A017-1E2A-CB6E6882EF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605" y="1492313"/>
                <a:ext cx="2042700" cy="7015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91F0D660-FCA8-9C0A-182C-1FE830364F89}"/>
              </a:ext>
            </a:extLst>
          </p:cNvPr>
          <p:cNvSpPr/>
          <p:nvPr/>
        </p:nvSpPr>
        <p:spPr>
          <a:xfrm>
            <a:off x="6448485" y="3265967"/>
            <a:ext cx="2268638" cy="9550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50800">
            <a:solidFill>
              <a:schemeClr val="bg1"/>
            </a:solidFill>
          </a:ln>
          <a:effectLst>
            <a:glow rad="101600">
              <a:schemeClr val="tx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F9462C2-D4D3-9D3F-741F-4B1ECC433C89}"/>
                  </a:ext>
                </a:extLst>
              </p:cNvPr>
              <p:cNvSpPr/>
              <p:nvPr/>
            </p:nvSpPr>
            <p:spPr>
              <a:xfrm>
                <a:off x="6524645" y="3392718"/>
                <a:ext cx="2119554" cy="7015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1− 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F9462C2-D4D3-9D3F-741F-4B1ECC433C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4645" y="3392718"/>
                <a:ext cx="2119554" cy="7015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163B28B7-FF5B-670F-B3F6-0B9C34A78D92}"/>
              </a:ext>
            </a:extLst>
          </p:cNvPr>
          <p:cNvSpPr/>
          <p:nvPr/>
        </p:nvSpPr>
        <p:spPr>
          <a:xfrm>
            <a:off x="595385" y="4537344"/>
            <a:ext cx="8121738" cy="2077612"/>
          </a:xfrm>
          <a:prstGeom prst="rect">
            <a:avLst/>
          </a:prstGeom>
          <a:solidFill>
            <a:srgbClr val="B1B1FF"/>
          </a:solidFill>
          <a:ln w="50800">
            <a:solidFill>
              <a:schemeClr val="bg1"/>
            </a:solidFill>
          </a:ln>
          <a:effectLst>
            <a:glow rad="101600">
              <a:schemeClr val="tx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9E73917-A6B7-6BF5-2C3A-7F828D3A28BA}"/>
                  </a:ext>
                </a:extLst>
              </p:cNvPr>
              <p:cNvSpPr/>
              <p:nvPr/>
            </p:nvSpPr>
            <p:spPr>
              <a:xfrm>
                <a:off x="910570" y="4699197"/>
                <a:ext cx="7393583" cy="17217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boost</m:t>
                          </m:r>
                        </m:sub>
                      </m:sSub>
                      <m:d>
                        <m:d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sign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3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3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e>
                      </m:d>
                    </m:oMath>
                  </m:oMathPara>
                </a14:m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9E73917-A6B7-6BF5-2C3A-7F828D3A28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570" y="4699197"/>
                <a:ext cx="7393583" cy="1721725"/>
              </a:xfrm>
              <a:prstGeom prst="rect">
                <a:avLst/>
              </a:prstGeom>
              <a:blipFill>
                <a:blip r:embed="rId10"/>
                <a:stretch>
                  <a:fillRect t="-98540" b="-15547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7130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C2E1C29-3F41-3D12-0175-E66EE777E7D5}"/>
              </a:ext>
            </a:extLst>
          </p:cNvPr>
          <p:cNvGrpSpPr/>
          <p:nvPr/>
        </p:nvGrpSpPr>
        <p:grpSpPr>
          <a:xfrm>
            <a:off x="221333" y="1052819"/>
            <a:ext cx="1043194" cy="1239352"/>
            <a:chOff x="657590" y="1043675"/>
            <a:chExt cx="1043194" cy="12393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9986C7B-7879-49D7-2F6A-D08F8E940A46}"/>
                </a:ext>
              </a:extLst>
            </p:cNvPr>
            <p:cNvSpPr/>
            <p:nvPr/>
          </p:nvSpPr>
          <p:spPr>
            <a:xfrm>
              <a:off x="657590" y="1043675"/>
              <a:ext cx="1043194" cy="1239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  <a:effectLst>
              <a:glow rad="101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3DE6426-1CB5-60AD-80BD-336BA25DD24A}"/>
                </a:ext>
              </a:extLst>
            </p:cNvPr>
            <p:cNvSpPr/>
            <p:nvPr/>
          </p:nvSpPr>
          <p:spPr>
            <a:xfrm>
              <a:off x="707743" y="1776223"/>
              <a:ext cx="499265" cy="43450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>
              <a:glow rad="101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5A8077-A3AA-AB0C-1BA3-2649FFC0EDA4}"/>
                </a:ext>
              </a:extLst>
            </p:cNvPr>
            <p:cNvSpPr/>
            <p:nvPr/>
          </p:nvSpPr>
          <p:spPr>
            <a:xfrm>
              <a:off x="1266306" y="1776224"/>
              <a:ext cx="357693" cy="434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  <a:effectLst>
              <a:glow rad="101600">
                <a:schemeClr val="tx1">
                  <a:lumMod val="85000"/>
                  <a:lumOff val="1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13E3A28-C364-DEFE-7ABA-BDD3907E8190}"/>
                </a:ext>
              </a:extLst>
            </p:cNvPr>
            <p:cNvSpPr/>
            <p:nvPr/>
          </p:nvSpPr>
          <p:spPr>
            <a:xfrm>
              <a:off x="716887" y="1095126"/>
              <a:ext cx="916256" cy="6087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4462D34-5BA4-7C10-4043-743C784EF1B9}"/>
              </a:ext>
            </a:extLst>
          </p:cNvPr>
          <p:cNvGrpSpPr/>
          <p:nvPr/>
        </p:nvGrpSpPr>
        <p:grpSpPr>
          <a:xfrm>
            <a:off x="1323824" y="1052819"/>
            <a:ext cx="1043194" cy="1239352"/>
            <a:chOff x="657590" y="1043675"/>
            <a:chExt cx="1043194" cy="1239352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00294E-9BC9-AA92-2257-730D02587E6A}"/>
                </a:ext>
              </a:extLst>
            </p:cNvPr>
            <p:cNvSpPr/>
            <p:nvPr/>
          </p:nvSpPr>
          <p:spPr>
            <a:xfrm>
              <a:off x="657590" y="1043675"/>
              <a:ext cx="1043194" cy="1239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  <a:effectLst>
              <a:glow rad="101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738C443-F2B9-9920-C4E2-514EEF8598D4}"/>
                </a:ext>
              </a:extLst>
            </p:cNvPr>
            <p:cNvSpPr/>
            <p:nvPr/>
          </p:nvSpPr>
          <p:spPr>
            <a:xfrm>
              <a:off x="707743" y="1776223"/>
              <a:ext cx="499265" cy="43450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>
              <a:glow rad="101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988224A-671D-4A81-7988-B7278C01A846}"/>
                </a:ext>
              </a:extLst>
            </p:cNvPr>
            <p:cNvSpPr/>
            <p:nvPr/>
          </p:nvSpPr>
          <p:spPr>
            <a:xfrm>
              <a:off x="1266306" y="1776224"/>
              <a:ext cx="357693" cy="434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  <a:effectLst>
              <a:glow rad="101600">
                <a:schemeClr val="tx1">
                  <a:lumMod val="85000"/>
                  <a:lumOff val="1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6B283FD-0ABF-0EFE-965E-A868292DDA1C}"/>
                </a:ext>
              </a:extLst>
            </p:cNvPr>
            <p:cNvSpPr/>
            <p:nvPr/>
          </p:nvSpPr>
          <p:spPr>
            <a:xfrm>
              <a:off x="716887" y="1095126"/>
              <a:ext cx="916256" cy="6087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E4C459A-428A-12CF-9816-D1D4DF5E0937}"/>
              </a:ext>
            </a:extLst>
          </p:cNvPr>
          <p:cNvGrpSpPr/>
          <p:nvPr/>
        </p:nvGrpSpPr>
        <p:grpSpPr>
          <a:xfrm>
            <a:off x="2426315" y="1052819"/>
            <a:ext cx="1043194" cy="1239352"/>
            <a:chOff x="657590" y="1043675"/>
            <a:chExt cx="1043194" cy="123935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B3F8D04-3327-7FBC-501A-ED11941500BC}"/>
                </a:ext>
              </a:extLst>
            </p:cNvPr>
            <p:cNvSpPr/>
            <p:nvPr/>
          </p:nvSpPr>
          <p:spPr>
            <a:xfrm>
              <a:off x="657590" y="1043675"/>
              <a:ext cx="1043194" cy="1239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  <a:effectLst>
              <a:glow rad="101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96A94F3-F98A-BBF9-04FB-03A90BA566B7}"/>
                </a:ext>
              </a:extLst>
            </p:cNvPr>
            <p:cNvSpPr/>
            <p:nvPr/>
          </p:nvSpPr>
          <p:spPr>
            <a:xfrm>
              <a:off x="707743" y="1776223"/>
              <a:ext cx="499265" cy="43450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>
              <a:glow rad="101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7345312-08E6-D6C1-6886-B89CEE2E3CC9}"/>
                </a:ext>
              </a:extLst>
            </p:cNvPr>
            <p:cNvSpPr/>
            <p:nvPr/>
          </p:nvSpPr>
          <p:spPr>
            <a:xfrm>
              <a:off x="1266306" y="1776224"/>
              <a:ext cx="357693" cy="434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  <a:effectLst>
              <a:glow rad="101600">
                <a:schemeClr val="tx1">
                  <a:lumMod val="85000"/>
                  <a:lumOff val="1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EECBB14-92C5-DD50-4809-F586A18F788D}"/>
                </a:ext>
              </a:extLst>
            </p:cNvPr>
            <p:cNvSpPr/>
            <p:nvPr/>
          </p:nvSpPr>
          <p:spPr>
            <a:xfrm>
              <a:off x="716887" y="1095126"/>
              <a:ext cx="916256" cy="6087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347BF6C-A859-8C63-7095-754190027F38}"/>
              </a:ext>
            </a:extLst>
          </p:cNvPr>
          <p:cNvGrpSpPr/>
          <p:nvPr/>
        </p:nvGrpSpPr>
        <p:grpSpPr>
          <a:xfrm>
            <a:off x="3528806" y="1052819"/>
            <a:ext cx="1043194" cy="1239352"/>
            <a:chOff x="657590" y="1043675"/>
            <a:chExt cx="1043194" cy="123935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126565-DDFA-76CA-A968-66F4308AC4FB}"/>
                </a:ext>
              </a:extLst>
            </p:cNvPr>
            <p:cNvSpPr/>
            <p:nvPr/>
          </p:nvSpPr>
          <p:spPr>
            <a:xfrm>
              <a:off x="657590" y="1043675"/>
              <a:ext cx="1043194" cy="1239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  <a:effectLst>
              <a:glow rad="101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5487D46-1D21-1E33-DF25-001EC2AFB5FA}"/>
                </a:ext>
              </a:extLst>
            </p:cNvPr>
            <p:cNvSpPr/>
            <p:nvPr/>
          </p:nvSpPr>
          <p:spPr>
            <a:xfrm>
              <a:off x="707743" y="1776223"/>
              <a:ext cx="499265" cy="43450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>
              <a:glow rad="101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2AA46BB-3F27-E993-7259-6B62D53EA48B}"/>
                </a:ext>
              </a:extLst>
            </p:cNvPr>
            <p:cNvSpPr/>
            <p:nvPr/>
          </p:nvSpPr>
          <p:spPr>
            <a:xfrm>
              <a:off x="1266306" y="1776224"/>
              <a:ext cx="357693" cy="434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  <a:effectLst>
              <a:glow rad="101600">
                <a:schemeClr val="tx1">
                  <a:lumMod val="85000"/>
                  <a:lumOff val="1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D2841ED-B829-EF0C-A3A6-92CACD02D400}"/>
                </a:ext>
              </a:extLst>
            </p:cNvPr>
            <p:cNvSpPr/>
            <p:nvPr/>
          </p:nvSpPr>
          <p:spPr>
            <a:xfrm>
              <a:off x="716887" y="1095126"/>
              <a:ext cx="916256" cy="6087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1F9E040-2005-B2E8-4A7D-EAB0A86CB8D5}"/>
              </a:ext>
            </a:extLst>
          </p:cNvPr>
          <p:cNvGrpSpPr/>
          <p:nvPr/>
        </p:nvGrpSpPr>
        <p:grpSpPr>
          <a:xfrm>
            <a:off x="4631299" y="1052819"/>
            <a:ext cx="1043194" cy="1239352"/>
            <a:chOff x="657590" y="1043675"/>
            <a:chExt cx="1043194" cy="123935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0FAD191-64E5-F27C-B97A-05B9EA8C2E03}"/>
                </a:ext>
              </a:extLst>
            </p:cNvPr>
            <p:cNvSpPr/>
            <p:nvPr/>
          </p:nvSpPr>
          <p:spPr>
            <a:xfrm>
              <a:off x="657590" y="1043675"/>
              <a:ext cx="1043194" cy="1239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  <a:effectLst>
              <a:glow rad="101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842D9D3-00D0-03D6-21D2-4FA0026045E6}"/>
                </a:ext>
              </a:extLst>
            </p:cNvPr>
            <p:cNvSpPr/>
            <p:nvPr/>
          </p:nvSpPr>
          <p:spPr>
            <a:xfrm>
              <a:off x="707743" y="1776223"/>
              <a:ext cx="499265" cy="43450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>
              <a:glow rad="101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8EA93C4-E381-9BD3-F25A-B8129B9D75C8}"/>
                </a:ext>
              </a:extLst>
            </p:cNvPr>
            <p:cNvSpPr/>
            <p:nvPr/>
          </p:nvSpPr>
          <p:spPr>
            <a:xfrm>
              <a:off x="1266306" y="1776224"/>
              <a:ext cx="357693" cy="434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  <a:effectLst>
              <a:glow rad="101600">
                <a:schemeClr val="tx1">
                  <a:lumMod val="85000"/>
                  <a:lumOff val="1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BD5B6BC-0000-12A0-FBB4-C5C7A6CCD591}"/>
                </a:ext>
              </a:extLst>
            </p:cNvPr>
            <p:cNvSpPr/>
            <p:nvPr/>
          </p:nvSpPr>
          <p:spPr>
            <a:xfrm>
              <a:off x="716887" y="1095126"/>
              <a:ext cx="916256" cy="6087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2A76134-3069-7EEB-8D2A-18827223BC9B}"/>
              </a:ext>
            </a:extLst>
          </p:cNvPr>
          <p:cNvGrpSpPr/>
          <p:nvPr/>
        </p:nvGrpSpPr>
        <p:grpSpPr>
          <a:xfrm>
            <a:off x="5733790" y="1052819"/>
            <a:ext cx="1043194" cy="1239352"/>
            <a:chOff x="657590" y="1043675"/>
            <a:chExt cx="1043194" cy="1239352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E699EF2-733D-8637-18D6-26DFCF23CC51}"/>
                </a:ext>
              </a:extLst>
            </p:cNvPr>
            <p:cNvSpPr/>
            <p:nvPr/>
          </p:nvSpPr>
          <p:spPr>
            <a:xfrm>
              <a:off x="657590" y="1043675"/>
              <a:ext cx="1043194" cy="1239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  <a:effectLst>
              <a:glow rad="101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3C96A4A-C42A-0291-AC69-3E322B0570A1}"/>
                </a:ext>
              </a:extLst>
            </p:cNvPr>
            <p:cNvSpPr/>
            <p:nvPr/>
          </p:nvSpPr>
          <p:spPr>
            <a:xfrm>
              <a:off x="707743" y="1776223"/>
              <a:ext cx="499265" cy="43450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>
              <a:glow rad="101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4B02920-70E4-B51D-A402-06B2087EEC10}"/>
                </a:ext>
              </a:extLst>
            </p:cNvPr>
            <p:cNvSpPr/>
            <p:nvPr/>
          </p:nvSpPr>
          <p:spPr>
            <a:xfrm>
              <a:off x="1266306" y="1776224"/>
              <a:ext cx="357693" cy="434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  <a:effectLst>
              <a:glow rad="101600">
                <a:schemeClr val="tx1">
                  <a:lumMod val="85000"/>
                  <a:lumOff val="1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26D9743-31E4-7DC9-46FE-F0D522E38461}"/>
                </a:ext>
              </a:extLst>
            </p:cNvPr>
            <p:cNvSpPr/>
            <p:nvPr/>
          </p:nvSpPr>
          <p:spPr>
            <a:xfrm>
              <a:off x="716887" y="1095126"/>
              <a:ext cx="916256" cy="6087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8DB4950-F79A-91DB-6C9E-E70C0123056E}"/>
              </a:ext>
            </a:extLst>
          </p:cNvPr>
          <p:cNvGrpSpPr/>
          <p:nvPr/>
        </p:nvGrpSpPr>
        <p:grpSpPr>
          <a:xfrm>
            <a:off x="6836281" y="1052819"/>
            <a:ext cx="1043194" cy="1239352"/>
            <a:chOff x="657590" y="1043675"/>
            <a:chExt cx="1043194" cy="1239352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2621798-E96F-C45D-B1AF-325E068E8853}"/>
                </a:ext>
              </a:extLst>
            </p:cNvPr>
            <p:cNvSpPr/>
            <p:nvPr/>
          </p:nvSpPr>
          <p:spPr>
            <a:xfrm>
              <a:off x="657590" y="1043675"/>
              <a:ext cx="1043194" cy="1239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  <a:effectLst>
              <a:glow rad="101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8DBE1A2-6B8A-FFFC-E972-EEC5E2FFAD1A}"/>
                </a:ext>
              </a:extLst>
            </p:cNvPr>
            <p:cNvSpPr/>
            <p:nvPr/>
          </p:nvSpPr>
          <p:spPr>
            <a:xfrm>
              <a:off x="707743" y="1776223"/>
              <a:ext cx="499265" cy="43450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>
              <a:glow rad="101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A3E6B4B-95ED-C2E4-0F7E-E1F14E956674}"/>
                </a:ext>
              </a:extLst>
            </p:cNvPr>
            <p:cNvSpPr/>
            <p:nvPr/>
          </p:nvSpPr>
          <p:spPr>
            <a:xfrm>
              <a:off x="1266306" y="1776224"/>
              <a:ext cx="357693" cy="434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  <a:effectLst>
              <a:glow rad="101600">
                <a:schemeClr val="tx1">
                  <a:lumMod val="85000"/>
                  <a:lumOff val="1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464F1B9-E914-13C7-671A-5FA6F502FED2}"/>
                </a:ext>
              </a:extLst>
            </p:cNvPr>
            <p:cNvSpPr/>
            <p:nvPr/>
          </p:nvSpPr>
          <p:spPr>
            <a:xfrm>
              <a:off x="716887" y="1095126"/>
              <a:ext cx="916256" cy="6087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8605DF7-8897-E016-2AD8-C9B269FD45A0}"/>
              </a:ext>
            </a:extLst>
          </p:cNvPr>
          <p:cNvGrpSpPr/>
          <p:nvPr/>
        </p:nvGrpSpPr>
        <p:grpSpPr>
          <a:xfrm>
            <a:off x="7938772" y="1052819"/>
            <a:ext cx="1043194" cy="1239352"/>
            <a:chOff x="657590" y="1043675"/>
            <a:chExt cx="1043194" cy="1239352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25E9F0A-C472-9B59-3A8E-733588772B72}"/>
                </a:ext>
              </a:extLst>
            </p:cNvPr>
            <p:cNvSpPr/>
            <p:nvPr/>
          </p:nvSpPr>
          <p:spPr>
            <a:xfrm>
              <a:off x="657590" y="1043675"/>
              <a:ext cx="1043194" cy="1239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"/>
                    <a:lumOff val="95000"/>
                  </a:schemeClr>
                </a:gs>
                <a:gs pos="74000">
                  <a:schemeClr val="accent5">
                    <a:lumMod val="45000"/>
                    <a:lumOff val="55000"/>
                  </a:schemeClr>
                </a:gs>
                <a:gs pos="83000">
                  <a:schemeClr val="accent5">
                    <a:lumMod val="45000"/>
                    <a:lumOff val="55000"/>
                  </a:schemeClr>
                </a:gs>
                <a:gs pos="100000">
                  <a:schemeClr val="accent5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  <a:effectLst>
              <a:glow rad="101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8393D00-A1CE-E429-083A-68D4D4283995}"/>
                </a:ext>
              </a:extLst>
            </p:cNvPr>
            <p:cNvSpPr/>
            <p:nvPr/>
          </p:nvSpPr>
          <p:spPr>
            <a:xfrm>
              <a:off x="707743" y="1776223"/>
              <a:ext cx="499265" cy="434503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  <a:effectLst>
              <a:glow rad="101600">
                <a:schemeClr val="tx1">
                  <a:lumMod val="75000"/>
                  <a:lumOff val="2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B8B5C1A-6013-49EC-83FC-925A98AEC4A7}"/>
                </a:ext>
              </a:extLst>
            </p:cNvPr>
            <p:cNvSpPr/>
            <p:nvPr/>
          </p:nvSpPr>
          <p:spPr>
            <a:xfrm>
              <a:off x="1266306" y="1776224"/>
              <a:ext cx="357693" cy="4345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  <a:effectLst>
              <a:glow rad="101600">
                <a:schemeClr val="tx1">
                  <a:lumMod val="85000"/>
                  <a:lumOff val="1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BD4706A-C584-881C-C52D-EC1E720FB261}"/>
                </a:ext>
              </a:extLst>
            </p:cNvPr>
            <p:cNvSpPr/>
            <p:nvPr/>
          </p:nvSpPr>
          <p:spPr>
            <a:xfrm>
              <a:off x="716887" y="1095126"/>
              <a:ext cx="916256" cy="6087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EFC0B544-0D67-BB20-85B1-562D6CE671B2}"/>
              </a:ext>
            </a:extLst>
          </p:cNvPr>
          <p:cNvSpPr/>
          <p:nvPr/>
        </p:nvSpPr>
        <p:spPr>
          <a:xfrm>
            <a:off x="462004" y="786384"/>
            <a:ext cx="499265" cy="31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5F1BCFC-2E1C-9C2D-FF24-DAA5D2FC79EB}"/>
              </a:ext>
            </a:extLst>
          </p:cNvPr>
          <p:cNvSpPr/>
          <p:nvPr/>
        </p:nvSpPr>
        <p:spPr>
          <a:xfrm>
            <a:off x="1591616" y="794223"/>
            <a:ext cx="499265" cy="31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D79E297-3CAD-9D7F-0F73-B76C9C9784A4}"/>
              </a:ext>
            </a:extLst>
          </p:cNvPr>
          <p:cNvSpPr/>
          <p:nvPr/>
        </p:nvSpPr>
        <p:spPr>
          <a:xfrm>
            <a:off x="2768707" y="794223"/>
            <a:ext cx="499265" cy="31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BFBCA27-769A-FAF9-2E36-02F4B105360D}"/>
              </a:ext>
            </a:extLst>
          </p:cNvPr>
          <p:cNvSpPr/>
          <p:nvPr/>
        </p:nvSpPr>
        <p:spPr>
          <a:xfrm>
            <a:off x="3852751" y="819501"/>
            <a:ext cx="499265" cy="31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7F3E27E-784F-D43A-47D8-16E49E666780}"/>
              </a:ext>
            </a:extLst>
          </p:cNvPr>
          <p:cNvSpPr/>
          <p:nvPr/>
        </p:nvSpPr>
        <p:spPr>
          <a:xfrm>
            <a:off x="4907146" y="823032"/>
            <a:ext cx="499265" cy="31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4003028-AFDD-5408-C169-7E0E3BFB0B87}"/>
              </a:ext>
            </a:extLst>
          </p:cNvPr>
          <p:cNvSpPr/>
          <p:nvPr/>
        </p:nvSpPr>
        <p:spPr>
          <a:xfrm>
            <a:off x="6041379" y="844779"/>
            <a:ext cx="499265" cy="31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F71457D-2971-3521-E561-E566935462A8}"/>
              </a:ext>
            </a:extLst>
          </p:cNvPr>
          <p:cNvSpPr/>
          <p:nvPr/>
        </p:nvSpPr>
        <p:spPr>
          <a:xfrm>
            <a:off x="7076229" y="786384"/>
            <a:ext cx="499265" cy="31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B78FCC5-53CC-2F3E-C678-97D8DF6FC09B}"/>
              </a:ext>
            </a:extLst>
          </p:cNvPr>
          <p:cNvSpPr/>
          <p:nvPr/>
        </p:nvSpPr>
        <p:spPr>
          <a:xfrm>
            <a:off x="8227069" y="809462"/>
            <a:ext cx="499265" cy="31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2011943-48AB-AC38-F680-2FEAF38C6CFA}"/>
              </a:ext>
            </a:extLst>
          </p:cNvPr>
          <p:cNvSpPr/>
          <p:nvPr/>
        </p:nvSpPr>
        <p:spPr>
          <a:xfrm>
            <a:off x="3604014" y="2910229"/>
            <a:ext cx="1906696" cy="15265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50800">
            <a:solidFill>
              <a:schemeClr val="bg1"/>
            </a:solidFill>
          </a:ln>
          <a:effectLst>
            <a:glow rad="101600">
              <a:schemeClr val="tx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1C1DF81-DF6E-FCCD-3A93-A0C4E3DD7F87}"/>
              </a:ext>
            </a:extLst>
          </p:cNvPr>
          <p:cNvSpPr/>
          <p:nvPr/>
        </p:nvSpPr>
        <p:spPr>
          <a:xfrm>
            <a:off x="3772871" y="2984870"/>
            <a:ext cx="1597028" cy="6087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10607E7-704A-4DFD-67EB-F7BEAB1B94DF}"/>
              </a:ext>
            </a:extLst>
          </p:cNvPr>
          <p:cNvSpPr/>
          <p:nvPr/>
        </p:nvSpPr>
        <p:spPr>
          <a:xfrm>
            <a:off x="3898482" y="3760941"/>
            <a:ext cx="1353517" cy="4882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9384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8DAEDD-D0DF-99E4-6A3B-6D0C3A57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25FA33BC-6CD6-462F-76B6-30C0A3EB32B3}"/>
              </a:ext>
            </a:extLst>
          </p:cNvPr>
          <p:cNvSpPr/>
          <p:nvPr/>
        </p:nvSpPr>
        <p:spPr>
          <a:xfrm>
            <a:off x="336726" y="605928"/>
            <a:ext cx="6835256" cy="467115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20031F5-8136-E097-1262-6F620C7459C1}"/>
              </a:ext>
            </a:extLst>
          </p:cNvPr>
          <p:cNvSpPr/>
          <p:nvPr/>
        </p:nvSpPr>
        <p:spPr>
          <a:xfrm flipH="1">
            <a:off x="7171981" y="605928"/>
            <a:ext cx="1786698" cy="4671152"/>
          </a:xfrm>
          <a:prstGeom prst="rect">
            <a:avLst/>
          </a:prstGeom>
          <a:solidFill>
            <a:srgbClr val="FFFF00">
              <a:alpha val="36863"/>
            </a:srgbClr>
          </a:solidFill>
          <a:ln w="38100"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0EA88763-38BB-3ADC-0B76-AAE5F9BAE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23" y="1196191"/>
            <a:ext cx="6500248" cy="1242856"/>
          </a:xfrm>
          <a:prstGeom prst="rect">
            <a:avLst/>
          </a:prstGeom>
        </p:spPr>
      </p:pic>
      <p:pic>
        <p:nvPicPr>
          <p:cNvPr id="10" name="Picture 9" descr="A blue and white rectangle with two white rectangles&#10;&#10;Description automatically generated">
            <a:extLst>
              <a:ext uri="{FF2B5EF4-FFF2-40B4-BE49-F238E27FC236}">
                <a16:creationId xmlns:a16="http://schemas.microsoft.com/office/drawing/2014/main" id="{A0C3F0D8-74DF-6DD7-8CAF-41CC4E8AA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368" y="1258335"/>
            <a:ext cx="1555907" cy="1242857"/>
          </a:xfrm>
          <a:prstGeom prst="rect">
            <a:avLst/>
          </a:prstGeom>
        </p:spPr>
      </p:pic>
      <p:pic>
        <p:nvPicPr>
          <p:cNvPr id="11" name="Picture 10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003F4F2E-E188-8FF5-E5C7-7F834BBB6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23" y="2501192"/>
            <a:ext cx="6500248" cy="1242856"/>
          </a:xfrm>
          <a:prstGeom prst="rect">
            <a:avLst/>
          </a:prstGeom>
        </p:spPr>
      </p:pic>
      <p:pic>
        <p:nvPicPr>
          <p:cNvPr id="12" name="Picture 11" descr="A blue and white rectangle with two white rectangles&#10;&#10;Description automatically generated">
            <a:extLst>
              <a:ext uri="{FF2B5EF4-FFF2-40B4-BE49-F238E27FC236}">
                <a16:creationId xmlns:a16="http://schemas.microsoft.com/office/drawing/2014/main" id="{1D54FF9B-24EB-A458-9FE2-BE5C338C4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368" y="2563336"/>
            <a:ext cx="1555907" cy="1242857"/>
          </a:xfrm>
          <a:prstGeom prst="rect">
            <a:avLst/>
          </a:prstGeom>
        </p:spPr>
      </p:pic>
      <p:pic>
        <p:nvPicPr>
          <p:cNvPr id="13" name="Picture 12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34E86CC9-DE04-07D7-601A-9EF16B974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23" y="3868337"/>
            <a:ext cx="6500248" cy="1242856"/>
          </a:xfrm>
          <a:prstGeom prst="rect">
            <a:avLst/>
          </a:prstGeom>
        </p:spPr>
      </p:pic>
      <p:pic>
        <p:nvPicPr>
          <p:cNvPr id="14" name="Picture 13" descr="A blue and white rectangle with two white rectangles&#10;&#10;Description automatically generated">
            <a:extLst>
              <a:ext uri="{FF2B5EF4-FFF2-40B4-BE49-F238E27FC236}">
                <a16:creationId xmlns:a16="http://schemas.microsoft.com/office/drawing/2014/main" id="{129733BC-1B07-A213-D755-FACF7AF6C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368" y="3930481"/>
            <a:ext cx="1555907" cy="124285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EC25EAD-C2B2-3919-BF1C-215B382C7DBD}"/>
              </a:ext>
            </a:extLst>
          </p:cNvPr>
          <p:cNvSpPr/>
          <p:nvPr/>
        </p:nvSpPr>
        <p:spPr>
          <a:xfrm>
            <a:off x="872655" y="837627"/>
            <a:ext cx="369946" cy="2559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F14D57-DD86-F8DA-A06A-D77987400968}"/>
              </a:ext>
            </a:extLst>
          </p:cNvPr>
          <p:cNvSpPr/>
          <p:nvPr/>
        </p:nvSpPr>
        <p:spPr>
          <a:xfrm>
            <a:off x="1694706" y="826610"/>
            <a:ext cx="369946" cy="2559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31B6D8-CFAC-189F-23F1-91843543FA83}"/>
              </a:ext>
            </a:extLst>
          </p:cNvPr>
          <p:cNvSpPr/>
          <p:nvPr/>
        </p:nvSpPr>
        <p:spPr>
          <a:xfrm>
            <a:off x="2527774" y="834106"/>
            <a:ext cx="369946" cy="2559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E37B92-4661-4B80-CFEE-5112ACD143D4}"/>
              </a:ext>
            </a:extLst>
          </p:cNvPr>
          <p:cNvSpPr/>
          <p:nvPr/>
        </p:nvSpPr>
        <p:spPr>
          <a:xfrm>
            <a:off x="3280545" y="834107"/>
            <a:ext cx="369946" cy="2559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EF70E3-0211-CA25-EA6A-4FD1A499B8A9}"/>
              </a:ext>
            </a:extLst>
          </p:cNvPr>
          <p:cNvSpPr/>
          <p:nvPr/>
        </p:nvSpPr>
        <p:spPr>
          <a:xfrm>
            <a:off x="4046196" y="805359"/>
            <a:ext cx="369946" cy="2559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8A0D13-D1EC-728B-96DE-364740E9CB97}"/>
              </a:ext>
            </a:extLst>
          </p:cNvPr>
          <p:cNvSpPr/>
          <p:nvPr/>
        </p:nvSpPr>
        <p:spPr>
          <a:xfrm>
            <a:off x="4879264" y="801739"/>
            <a:ext cx="369946" cy="2559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BC904F-4A0B-EB5C-6EEE-ABDAAA8137B3}"/>
              </a:ext>
            </a:extLst>
          </p:cNvPr>
          <p:cNvSpPr/>
          <p:nvPr/>
        </p:nvSpPr>
        <p:spPr>
          <a:xfrm>
            <a:off x="5627184" y="801739"/>
            <a:ext cx="369946" cy="2559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A42C62-3E8C-61B1-1EFA-9A447146B44B}"/>
              </a:ext>
            </a:extLst>
          </p:cNvPr>
          <p:cNvSpPr/>
          <p:nvPr/>
        </p:nvSpPr>
        <p:spPr>
          <a:xfrm>
            <a:off x="6449235" y="797778"/>
            <a:ext cx="369946" cy="2559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  <a:effectLst>
            <a:glow rad="101600">
              <a:schemeClr val="tx1">
                <a:lumMod val="75000"/>
                <a:lumOff val="2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8B5BFB5-0D4A-080F-75F0-54276C15C1F2}"/>
              </a:ext>
            </a:extLst>
          </p:cNvPr>
          <p:cNvSpPr/>
          <p:nvPr/>
        </p:nvSpPr>
        <p:spPr>
          <a:xfrm>
            <a:off x="336885" y="5657483"/>
            <a:ext cx="8621794" cy="880772"/>
          </a:xfrm>
          <a:prstGeom prst="rect">
            <a:avLst/>
          </a:prstGeom>
          <a:solidFill>
            <a:srgbClr val="B1B1FF"/>
          </a:solidFill>
          <a:ln w="50800">
            <a:solidFill>
              <a:schemeClr val="bg1"/>
            </a:solidFill>
          </a:ln>
          <a:effectLst>
            <a:glow rad="101600">
              <a:schemeClr val="tx1">
                <a:lumMod val="95000"/>
                <a:lumOff val="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3E178B6-5399-1FD9-D1F5-42AD783893C4}"/>
              </a:ext>
            </a:extLst>
          </p:cNvPr>
          <p:cNvSpPr/>
          <p:nvPr/>
        </p:nvSpPr>
        <p:spPr>
          <a:xfrm>
            <a:off x="479685" y="5779586"/>
            <a:ext cx="8327430" cy="6078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156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60000"/>
            <a:lumOff val="40000"/>
          </a:schemeClr>
        </a:solidFill>
        <a:ln>
          <a:solidFill>
            <a:schemeClr val="bg1"/>
          </a:solidFill>
        </a:ln>
        <a:effectLst>
          <a:glow rad="101600">
            <a:schemeClr val="tx1">
              <a:lumMod val="85000"/>
              <a:lumOff val="15000"/>
              <a:alpha val="40000"/>
            </a:schemeClr>
          </a:glow>
        </a:effectLst>
        <a:scene3d>
          <a:camera prst="orthographicFront"/>
          <a:lightRig rig="threePt" dir="t"/>
        </a:scene3d>
        <a:sp3d>
          <a:bevelT h="31750" prst="riblet"/>
        </a:sp3d>
      </a:spPr>
      <a:bodyPr rtlCol="0" anchor="ctr"/>
      <a:lstStyle>
        <a:defPPr algn="ctr">
          <a:defRPr sz="900" i="1" smtClean="0">
            <a:solidFill>
              <a:schemeClr val="tx1"/>
            </a:solidFill>
            <a:latin typeface="Cambria Math" panose="02040503050406030204" pitchFamily="18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1875</TotalTime>
  <Words>2048</Words>
  <Application>Microsoft Macintosh PowerPoint</Application>
  <PresentationFormat>On-screen Show (4:3)</PresentationFormat>
  <Paragraphs>1461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Aptos</vt:lpstr>
      <vt:lpstr>Aptos Narrow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Subhadip pal</dc:creator>
  <cp:lastModifiedBy>Subhadip Pal Pal</cp:lastModifiedBy>
  <cp:revision>27</cp:revision>
  <dcterms:created xsi:type="dcterms:W3CDTF">2024-10-19T10:03:50Z</dcterms:created>
  <dcterms:modified xsi:type="dcterms:W3CDTF">2024-11-05T05:45:32Z</dcterms:modified>
</cp:coreProperties>
</file>