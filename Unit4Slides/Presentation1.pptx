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8" r:id="rId9"/>
    <p:sldId id="269" r:id="rId10"/>
    <p:sldId id="263" r:id="rId11"/>
    <p:sldId id="265" r:id="rId12"/>
    <p:sldId id="266" r:id="rId13"/>
    <p:sldId id="270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EDBE"/>
    <a:srgbClr val="FFA46A"/>
    <a:srgbClr val="00FA00"/>
    <a:srgbClr val="000000"/>
    <a:srgbClr val="0D0D0D"/>
    <a:srgbClr val="888888"/>
    <a:srgbClr val="F7E9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28"/>
  </p:normalViewPr>
  <p:slideViewPr>
    <p:cSldViewPr snapToGrid="0">
      <p:cViewPr varScale="1">
        <p:scale>
          <a:sx n="102" d="100"/>
          <a:sy n="102" d="100"/>
        </p:scale>
        <p:origin x="7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0264-7391-2B43-AC8E-432C4EF1C9C6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1CA4-6F77-7942-BC70-4524A3811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86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0264-7391-2B43-AC8E-432C4EF1C9C6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1CA4-6F77-7942-BC70-4524A3811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784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0264-7391-2B43-AC8E-432C4EF1C9C6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1CA4-6F77-7942-BC70-4524A3811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183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0264-7391-2B43-AC8E-432C4EF1C9C6}" type="datetimeFigureOut">
              <a:rPr lang="en-US" smtClean="0"/>
              <a:t>11/5/24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1CA4-6F77-7942-BC70-4524A3811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196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0264-7391-2B43-AC8E-432C4EF1C9C6}" type="datetimeFigureOut">
              <a:rPr lang="en-US" smtClean="0"/>
              <a:t>11/5/24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1CA4-6F77-7942-BC70-4524A3811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63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0264-7391-2B43-AC8E-432C4EF1C9C6}" type="datetimeFigureOut">
              <a:rPr lang="en-US" smtClean="0"/>
              <a:t>11/5/24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1CA4-6F77-7942-BC70-4524A3811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82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0264-7391-2B43-AC8E-432C4EF1C9C6}" type="datetimeFigureOut">
              <a:rPr lang="en-US" smtClean="0"/>
              <a:t>11/5/24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1CA4-6F77-7942-BC70-4524A3811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219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0264-7391-2B43-AC8E-432C4EF1C9C6}" type="datetimeFigureOut">
              <a:rPr lang="en-US" smtClean="0"/>
              <a:t>11/5/24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1CA4-6F77-7942-BC70-4524A3811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744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0264-7391-2B43-AC8E-432C4EF1C9C6}" type="datetimeFigureOut">
              <a:rPr lang="en-US" smtClean="0"/>
              <a:t>11/5/24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1CA4-6F77-7942-BC70-4524A3811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983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0264-7391-2B43-AC8E-432C4EF1C9C6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1CA4-6F77-7942-BC70-4524A3811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7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0264-7391-2B43-AC8E-432C4EF1C9C6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B1CA4-6F77-7942-BC70-4524A3811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104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BB0264-7391-2B43-AC8E-432C4EF1C9C6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6B1CA4-6F77-7942-BC70-4524A3811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363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microsoft.com/office/2007/relationships/hdphoto" Target="../media/hdphoto3.wdp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0.png"/><Relationship Id="rId7" Type="http://schemas.openxmlformats.org/officeDocument/2006/relationships/image" Target="../media/image19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0.png"/><Relationship Id="rId10" Type="http://schemas.openxmlformats.org/officeDocument/2006/relationships/image" Target="../media/image22.png"/><Relationship Id="rId4" Type="http://schemas.openxmlformats.org/officeDocument/2006/relationships/image" Target="../media/image160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3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37.png"/><Relationship Id="rId5" Type="http://schemas.openxmlformats.org/officeDocument/2006/relationships/image" Target="../media/image10.png"/><Relationship Id="rId10" Type="http://schemas.openxmlformats.org/officeDocument/2006/relationships/image" Target="../media/image36.png"/><Relationship Id="rId4" Type="http://schemas.openxmlformats.org/officeDocument/2006/relationships/image" Target="../media/image9.png"/><Relationship Id="rId9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emf"/><Relationship Id="rId4" Type="http://schemas.openxmlformats.org/officeDocument/2006/relationships/image" Target="../media/image4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43B1B-A59F-0FB0-08FA-B617902724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957A60-E1F9-CC57-9DF3-C470E4E64A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222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FE478D39-04AA-CD21-051B-D90D4A837FEF}"/>
              </a:ext>
            </a:extLst>
          </p:cNvPr>
          <p:cNvSpPr/>
          <p:nvPr/>
        </p:nvSpPr>
        <p:spPr>
          <a:xfrm>
            <a:off x="803189" y="135924"/>
            <a:ext cx="7574692" cy="6586151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25400">
            <a:solidFill>
              <a:schemeClr val="bg1"/>
            </a:solidFill>
          </a:ln>
          <a:effectLst>
            <a:glow rad="76200">
              <a:schemeClr val="tx1">
                <a:lumMod val="85000"/>
                <a:lumOff val="15000"/>
                <a:alpha val="3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5691245-99FF-C525-4B5E-2AE96AC53456}"/>
              </a:ext>
            </a:extLst>
          </p:cNvPr>
          <p:cNvSpPr/>
          <p:nvPr/>
        </p:nvSpPr>
        <p:spPr>
          <a:xfrm>
            <a:off x="1421713" y="306343"/>
            <a:ext cx="6437184" cy="756079"/>
          </a:xfrm>
          <a:prstGeom prst="rect">
            <a:avLst/>
          </a:prstGeom>
          <a:blipFill dpi="0" rotWithShape="1">
            <a:blip r:embed="rId3">
              <a:alphaModFix amt="67936"/>
            </a:blip>
            <a:srcRect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5C0278D-05B6-3F7C-5FBC-C7A6ADE64A1E}"/>
              </a:ext>
            </a:extLst>
          </p:cNvPr>
          <p:cNvGrpSpPr/>
          <p:nvPr/>
        </p:nvGrpSpPr>
        <p:grpSpPr>
          <a:xfrm>
            <a:off x="1421713" y="1281669"/>
            <a:ext cx="6350000" cy="711200"/>
            <a:chOff x="1397000" y="540264"/>
            <a:chExt cx="6350000" cy="7112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BE25FD3-5BF1-4C01-598F-52D7BB23CACC}"/>
                </a:ext>
              </a:extLst>
            </p:cNvPr>
            <p:cNvSpPr/>
            <p:nvPr/>
          </p:nvSpPr>
          <p:spPr>
            <a:xfrm>
              <a:off x="1397000" y="540264"/>
              <a:ext cx="6350000" cy="711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426F0BC-0178-F99B-784B-ED809C3BB174}"/>
                </a:ext>
              </a:extLst>
            </p:cNvPr>
            <p:cNvSpPr/>
            <p:nvPr/>
          </p:nvSpPr>
          <p:spPr>
            <a:xfrm>
              <a:off x="1549400" y="654564"/>
              <a:ext cx="838200" cy="5080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Id=1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F0BB6F1-DA88-10F0-4B11-D0213C5E33D7}"/>
              </a:ext>
            </a:extLst>
          </p:cNvPr>
          <p:cNvGrpSpPr/>
          <p:nvPr/>
        </p:nvGrpSpPr>
        <p:grpSpPr>
          <a:xfrm>
            <a:off x="1421713" y="2107169"/>
            <a:ext cx="6350000" cy="711200"/>
            <a:chOff x="1397000" y="1365764"/>
            <a:chExt cx="6350000" cy="7112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5D949D-5FA5-A234-083D-AC85731699A7}"/>
                </a:ext>
              </a:extLst>
            </p:cNvPr>
            <p:cNvSpPr/>
            <p:nvPr/>
          </p:nvSpPr>
          <p:spPr>
            <a:xfrm>
              <a:off x="1397000" y="1365764"/>
              <a:ext cx="6350000" cy="711200"/>
            </a:xfrm>
            <a:prstGeom prst="rect">
              <a:avLst/>
            </a:prstGeom>
            <a:grpFill/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18C165-2FF7-D9BE-FFE0-A83AD9A7E8B3}"/>
                </a:ext>
              </a:extLst>
            </p:cNvPr>
            <p:cNvSpPr/>
            <p:nvPr/>
          </p:nvSpPr>
          <p:spPr>
            <a:xfrm>
              <a:off x="1549400" y="1480064"/>
              <a:ext cx="838200" cy="508000"/>
            </a:xfrm>
            <a:prstGeom prst="rect">
              <a:avLst/>
            </a:prstGeom>
            <a:grpFill/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DBF4D2B-7DAB-4CE6-15B7-A8FE338198D7}"/>
              </a:ext>
            </a:extLst>
          </p:cNvPr>
          <p:cNvGrpSpPr/>
          <p:nvPr/>
        </p:nvGrpSpPr>
        <p:grpSpPr>
          <a:xfrm>
            <a:off x="1421713" y="2975575"/>
            <a:ext cx="6350000" cy="711200"/>
            <a:chOff x="1397000" y="2234170"/>
            <a:chExt cx="6350000" cy="7112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991BAE2-F3D0-0CCE-6055-6B3B09AA4923}"/>
                </a:ext>
              </a:extLst>
            </p:cNvPr>
            <p:cNvSpPr/>
            <p:nvPr/>
          </p:nvSpPr>
          <p:spPr>
            <a:xfrm>
              <a:off x="1397000" y="2234170"/>
              <a:ext cx="6350000" cy="711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4093B7-2619-5063-4A1B-A69C98D5D69D}"/>
                </a:ext>
              </a:extLst>
            </p:cNvPr>
            <p:cNvSpPr/>
            <p:nvPr/>
          </p:nvSpPr>
          <p:spPr>
            <a:xfrm>
              <a:off x="1549400" y="2348470"/>
              <a:ext cx="838200" cy="5080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Id=3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55D5861-2253-6A37-E6D1-FB590BF76C1C}"/>
              </a:ext>
            </a:extLst>
          </p:cNvPr>
          <p:cNvGrpSpPr/>
          <p:nvPr/>
        </p:nvGrpSpPr>
        <p:grpSpPr>
          <a:xfrm>
            <a:off x="1421713" y="3868523"/>
            <a:ext cx="6350000" cy="711200"/>
            <a:chOff x="1397000" y="3127118"/>
            <a:chExt cx="6350000" cy="711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950CAFD-71BE-4C70-B4DB-3C8AB754B1E5}"/>
                </a:ext>
              </a:extLst>
            </p:cNvPr>
            <p:cNvSpPr/>
            <p:nvPr/>
          </p:nvSpPr>
          <p:spPr>
            <a:xfrm>
              <a:off x="1397000" y="3127118"/>
              <a:ext cx="6350000" cy="711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B176D31-D669-60AA-F17A-57284D712EDF}"/>
                </a:ext>
              </a:extLst>
            </p:cNvPr>
            <p:cNvSpPr/>
            <p:nvPr/>
          </p:nvSpPr>
          <p:spPr>
            <a:xfrm>
              <a:off x="1549400" y="3241418"/>
              <a:ext cx="838200" cy="508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Id=4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690E3C3-9BA5-C717-CB8B-AFE0122C3822}"/>
              </a:ext>
            </a:extLst>
          </p:cNvPr>
          <p:cNvGrpSpPr/>
          <p:nvPr/>
        </p:nvGrpSpPr>
        <p:grpSpPr>
          <a:xfrm>
            <a:off x="1421713" y="4738817"/>
            <a:ext cx="6350000" cy="711200"/>
            <a:chOff x="1397000" y="3997412"/>
            <a:chExt cx="6350000" cy="7112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590D240-177B-3749-2331-C7996E546297}"/>
                </a:ext>
              </a:extLst>
            </p:cNvPr>
            <p:cNvSpPr/>
            <p:nvPr/>
          </p:nvSpPr>
          <p:spPr>
            <a:xfrm>
              <a:off x="1397000" y="3997412"/>
              <a:ext cx="6350000" cy="711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31B759A-B003-B198-AFA2-1CD1BF6F7D43}"/>
                </a:ext>
              </a:extLst>
            </p:cNvPr>
            <p:cNvSpPr/>
            <p:nvPr/>
          </p:nvSpPr>
          <p:spPr>
            <a:xfrm>
              <a:off x="1549400" y="4111712"/>
              <a:ext cx="838200" cy="508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Id=5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C2B6BF3-B884-6522-2A90-8A5E1DF19B76}"/>
              </a:ext>
            </a:extLst>
          </p:cNvPr>
          <p:cNvGrpSpPr/>
          <p:nvPr/>
        </p:nvGrpSpPr>
        <p:grpSpPr>
          <a:xfrm>
            <a:off x="1421713" y="5631765"/>
            <a:ext cx="6350000" cy="711200"/>
            <a:chOff x="1397000" y="4890360"/>
            <a:chExt cx="6350000" cy="7112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21A5291-300F-2698-CE28-0879778EB8DA}"/>
                </a:ext>
              </a:extLst>
            </p:cNvPr>
            <p:cNvSpPr/>
            <p:nvPr/>
          </p:nvSpPr>
          <p:spPr>
            <a:xfrm>
              <a:off x="1397000" y="4890360"/>
              <a:ext cx="6350000" cy="711200"/>
            </a:xfrm>
            <a:prstGeom prst="rect">
              <a:avLst/>
            </a:prstGeom>
            <a:solidFill>
              <a:srgbClr val="F7EDBE"/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AFD091B-72BC-4456-E677-0822337AF651}"/>
                </a:ext>
              </a:extLst>
            </p:cNvPr>
            <p:cNvSpPr/>
            <p:nvPr/>
          </p:nvSpPr>
          <p:spPr>
            <a:xfrm>
              <a:off x="1549400" y="5004660"/>
              <a:ext cx="838200" cy="508000"/>
            </a:xfrm>
            <a:prstGeom prst="rect">
              <a:avLst/>
            </a:prstGeom>
            <a:solidFill>
              <a:srgbClr val="FFC000"/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Id=6</a:t>
              </a:r>
            </a:p>
          </p:txBody>
        </p:sp>
      </p:grp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B1E23E5D-A79F-8542-D05C-65B8422AF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751013"/>
              </p:ext>
            </p:extLst>
          </p:nvPr>
        </p:nvGraphicFramePr>
        <p:xfrm>
          <a:off x="2559222" y="2318409"/>
          <a:ext cx="5060091" cy="28872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802847">
                  <a:extLst>
                    <a:ext uri="{9D8B030D-6E8A-4147-A177-3AD203B41FA5}">
                      <a16:colId xmlns:a16="http://schemas.microsoft.com/office/drawing/2014/main" val="3889085360"/>
                    </a:ext>
                  </a:extLst>
                </a:gridCol>
                <a:gridCol w="1174825">
                  <a:extLst>
                    <a:ext uri="{9D8B030D-6E8A-4147-A177-3AD203B41FA5}">
                      <a16:colId xmlns:a16="http://schemas.microsoft.com/office/drawing/2014/main" val="3630007883"/>
                    </a:ext>
                  </a:extLst>
                </a:gridCol>
                <a:gridCol w="673878">
                  <a:extLst>
                    <a:ext uri="{9D8B030D-6E8A-4147-A177-3AD203B41FA5}">
                      <a16:colId xmlns:a16="http://schemas.microsoft.com/office/drawing/2014/main" val="955923129"/>
                    </a:ext>
                  </a:extLst>
                </a:gridCol>
                <a:gridCol w="802847">
                  <a:extLst>
                    <a:ext uri="{9D8B030D-6E8A-4147-A177-3AD203B41FA5}">
                      <a16:colId xmlns:a16="http://schemas.microsoft.com/office/drawing/2014/main" val="4101689747"/>
                    </a:ext>
                  </a:extLst>
                </a:gridCol>
                <a:gridCol w="802847">
                  <a:extLst>
                    <a:ext uri="{9D8B030D-6E8A-4147-A177-3AD203B41FA5}">
                      <a16:colId xmlns:a16="http://schemas.microsoft.com/office/drawing/2014/main" val="579757492"/>
                    </a:ext>
                  </a:extLst>
                </a:gridCol>
                <a:gridCol w="802847">
                  <a:extLst>
                    <a:ext uri="{9D8B030D-6E8A-4147-A177-3AD203B41FA5}">
                      <a16:colId xmlns:a16="http://schemas.microsoft.com/office/drawing/2014/main" val="2628119445"/>
                    </a:ext>
                  </a:extLst>
                </a:gridCol>
              </a:tblGrid>
              <a:tr h="2887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Suburb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12481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19ACD615-058C-3A42-1B34-F48DDDE4D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180906"/>
              </p:ext>
            </p:extLst>
          </p:nvPr>
        </p:nvGraphicFramePr>
        <p:xfrm>
          <a:off x="2559222" y="1484869"/>
          <a:ext cx="5060090" cy="3048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793203">
                  <a:extLst>
                    <a:ext uri="{9D8B030D-6E8A-4147-A177-3AD203B41FA5}">
                      <a16:colId xmlns:a16="http://schemas.microsoft.com/office/drawing/2014/main" val="2352773113"/>
                    </a:ext>
                  </a:extLst>
                </a:gridCol>
                <a:gridCol w="1094075">
                  <a:extLst>
                    <a:ext uri="{9D8B030D-6E8A-4147-A177-3AD203B41FA5}">
                      <a16:colId xmlns:a16="http://schemas.microsoft.com/office/drawing/2014/main" val="75754905"/>
                    </a:ext>
                  </a:extLst>
                </a:gridCol>
                <a:gridCol w="793203">
                  <a:extLst>
                    <a:ext uri="{9D8B030D-6E8A-4147-A177-3AD203B41FA5}">
                      <a16:colId xmlns:a16="http://schemas.microsoft.com/office/drawing/2014/main" val="2851471590"/>
                    </a:ext>
                  </a:extLst>
                </a:gridCol>
                <a:gridCol w="793203">
                  <a:extLst>
                    <a:ext uri="{9D8B030D-6E8A-4147-A177-3AD203B41FA5}">
                      <a16:colId xmlns:a16="http://schemas.microsoft.com/office/drawing/2014/main" val="485481589"/>
                    </a:ext>
                  </a:extLst>
                </a:gridCol>
                <a:gridCol w="793203">
                  <a:extLst>
                    <a:ext uri="{9D8B030D-6E8A-4147-A177-3AD203B41FA5}">
                      <a16:colId xmlns:a16="http://schemas.microsoft.com/office/drawing/2014/main" val="1891429371"/>
                    </a:ext>
                  </a:extLst>
                </a:gridCol>
                <a:gridCol w="793203">
                  <a:extLst>
                    <a:ext uri="{9D8B030D-6E8A-4147-A177-3AD203B41FA5}">
                      <a16:colId xmlns:a16="http://schemas.microsoft.com/office/drawing/2014/main" val="225267455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Downtown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931050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011749C8-3CBB-677D-4163-FB2AB1A73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562633"/>
              </p:ext>
            </p:extLst>
          </p:nvPr>
        </p:nvGraphicFramePr>
        <p:xfrm>
          <a:off x="2559223" y="3249827"/>
          <a:ext cx="5060084" cy="283845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793202">
                  <a:extLst>
                    <a:ext uri="{9D8B030D-6E8A-4147-A177-3AD203B41FA5}">
                      <a16:colId xmlns:a16="http://schemas.microsoft.com/office/drawing/2014/main" val="3785046911"/>
                    </a:ext>
                  </a:extLst>
                </a:gridCol>
                <a:gridCol w="1094074">
                  <a:extLst>
                    <a:ext uri="{9D8B030D-6E8A-4147-A177-3AD203B41FA5}">
                      <a16:colId xmlns:a16="http://schemas.microsoft.com/office/drawing/2014/main" val="2287870975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3025197586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246014258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1766720850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1423533357"/>
                    </a:ext>
                  </a:extLst>
                </a:gridCol>
              </a:tblGrid>
              <a:tr h="2337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Rural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509616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08BDC7EE-E440-10D9-9027-85091D1E4D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304442"/>
              </p:ext>
            </p:extLst>
          </p:nvPr>
        </p:nvGraphicFramePr>
        <p:xfrm>
          <a:off x="2559222" y="4084423"/>
          <a:ext cx="5060083" cy="3048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793202">
                  <a:extLst>
                    <a:ext uri="{9D8B030D-6E8A-4147-A177-3AD203B41FA5}">
                      <a16:colId xmlns:a16="http://schemas.microsoft.com/office/drawing/2014/main" val="1798823201"/>
                    </a:ext>
                  </a:extLst>
                </a:gridCol>
                <a:gridCol w="1094073">
                  <a:extLst>
                    <a:ext uri="{9D8B030D-6E8A-4147-A177-3AD203B41FA5}">
                      <a16:colId xmlns:a16="http://schemas.microsoft.com/office/drawing/2014/main" val="2639363931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2938952023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1620548635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4248261317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177444853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Downtown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136578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2B77F4F4-7A86-199C-3423-A6F9E0A11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441268"/>
              </p:ext>
            </p:extLst>
          </p:nvPr>
        </p:nvGraphicFramePr>
        <p:xfrm>
          <a:off x="2559222" y="4942017"/>
          <a:ext cx="5060083" cy="3048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793202">
                  <a:extLst>
                    <a:ext uri="{9D8B030D-6E8A-4147-A177-3AD203B41FA5}">
                      <a16:colId xmlns:a16="http://schemas.microsoft.com/office/drawing/2014/main" val="2564921627"/>
                    </a:ext>
                  </a:extLst>
                </a:gridCol>
                <a:gridCol w="1094073">
                  <a:extLst>
                    <a:ext uri="{9D8B030D-6E8A-4147-A177-3AD203B41FA5}">
                      <a16:colId xmlns:a16="http://schemas.microsoft.com/office/drawing/2014/main" val="3300814125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1595157632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1278255611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2569395967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44860312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Beachfront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567500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C1AEA830-D0A4-1CB1-2A50-C95274DC58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081115"/>
              </p:ext>
            </p:extLst>
          </p:nvPr>
        </p:nvGraphicFramePr>
        <p:xfrm>
          <a:off x="2559222" y="5834965"/>
          <a:ext cx="5060083" cy="3048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793202">
                  <a:extLst>
                    <a:ext uri="{9D8B030D-6E8A-4147-A177-3AD203B41FA5}">
                      <a16:colId xmlns:a16="http://schemas.microsoft.com/office/drawing/2014/main" val="2472337285"/>
                    </a:ext>
                  </a:extLst>
                </a:gridCol>
                <a:gridCol w="1094073">
                  <a:extLst>
                    <a:ext uri="{9D8B030D-6E8A-4147-A177-3AD203B41FA5}">
                      <a16:colId xmlns:a16="http://schemas.microsoft.com/office/drawing/2014/main" val="2199582745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1809964071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3963903797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789219135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43415851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Suburb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950629"/>
                  </a:ext>
                </a:extLst>
              </a:tr>
            </a:tbl>
          </a:graphicData>
        </a:graphic>
      </p:graphicFrame>
      <p:sp>
        <p:nvSpPr>
          <p:cNvPr id="44" name="Rectangle 43">
            <a:extLst>
              <a:ext uri="{FF2B5EF4-FFF2-40B4-BE49-F238E27FC236}">
                <a16:creationId xmlns:a16="http://schemas.microsoft.com/office/drawing/2014/main" id="{D1007C19-FFA2-1228-59C6-01D3BA635D1C}"/>
              </a:ext>
            </a:extLst>
          </p:cNvPr>
          <p:cNvSpPr/>
          <p:nvPr/>
        </p:nvSpPr>
        <p:spPr>
          <a:xfrm>
            <a:off x="1574113" y="413862"/>
            <a:ext cx="838200" cy="508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 w="25400">
            <a:solidFill>
              <a:schemeClr val="bg1"/>
            </a:solidFill>
          </a:ln>
          <a:effectLst>
            <a:glow rad="76200">
              <a:schemeClr val="tx1">
                <a:lumMod val="85000"/>
                <a:lumOff val="15000"/>
                <a:alpha val="3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Id</a:t>
            </a: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2810F2E6-600B-7942-F76F-9F08694BC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507708"/>
              </p:ext>
            </p:extLst>
          </p:nvPr>
        </p:nvGraphicFramePr>
        <p:xfrm>
          <a:off x="2489626" y="511471"/>
          <a:ext cx="5199273" cy="312781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15021">
                  <a:extLst>
                    <a:ext uri="{9D8B030D-6E8A-4147-A177-3AD203B41FA5}">
                      <a16:colId xmlns:a16="http://schemas.microsoft.com/office/drawing/2014/main" val="2147759840"/>
                    </a:ext>
                  </a:extLst>
                </a:gridCol>
                <a:gridCol w="966242">
                  <a:extLst>
                    <a:ext uri="{9D8B030D-6E8A-4147-A177-3AD203B41FA5}">
                      <a16:colId xmlns:a16="http://schemas.microsoft.com/office/drawing/2014/main" val="2833563090"/>
                    </a:ext>
                  </a:extLst>
                </a:gridCol>
                <a:gridCol w="716692">
                  <a:extLst>
                    <a:ext uri="{9D8B030D-6E8A-4147-A177-3AD203B41FA5}">
                      <a16:colId xmlns:a16="http://schemas.microsoft.com/office/drawing/2014/main" val="355802457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204680395"/>
                    </a:ext>
                  </a:extLst>
                </a:gridCol>
                <a:gridCol w="971897">
                  <a:extLst>
                    <a:ext uri="{9D8B030D-6E8A-4147-A177-3AD203B41FA5}">
                      <a16:colId xmlns:a16="http://schemas.microsoft.com/office/drawing/2014/main" val="2344984206"/>
                    </a:ext>
                  </a:extLst>
                </a:gridCol>
                <a:gridCol w="815021">
                  <a:extLst>
                    <a:ext uri="{9D8B030D-6E8A-4147-A177-3AD203B41FA5}">
                      <a16:colId xmlns:a16="http://schemas.microsoft.com/office/drawing/2014/main" val="2209661184"/>
                    </a:ext>
                  </a:extLst>
                </a:gridCol>
              </a:tblGrid>
              <a:tr h="3127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Price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Location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SqFt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Bedrooms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Bathrooms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Year Built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8958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0739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B3852-EBB7-D0EA-A56E-4A34E0482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BEE75615-B030-7EB9-2CFB-30C7EEC4C1C1}"/>
              </a:ext>
            </a:extLst>
          </p:cNvPr>
          <p:cNvSpPr/>
          <p:nvPr/>
        </p:nvSpPr>
        <p:spPr>
          <a:xfrm>
            <a:off x="803189" y="135924"/>
            <a:ext cx="7574692" cy="6586151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25400">
            <a:solidFill>
              <a:schemeClr val="bg1"/>
            </a:solidFill>
          </a:ln>
          <a:effectLst>
            <a:glow rad="76200">
              <a:schemeClr val="tx1">
                <a:lumMod val="85000"/>
                <a:lumOff val="15000"/>
                <a:alpha val="3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895822C-7BB7-7971-99F2-63018D0BD20B}"/>
              </a:ext>
            </a:extLst>
          </p:cNvPr>
          <p:cNvSpPr/>
          <p:nvPr/>
        </p:nvSpPr>
        <p:spPr>
          <a:xfrm>
            <a:off x="1421713" y="306343"/>
            <a:ext cx="6437184" cy="756079"/>
          </a:xfrm>
          <a:prstGeom prst="rect">
            <a:avLst/>
          </a:prstGeom>
          <a:blipFill dpi="0" rotWithShape="1">
            <a:blip r:embed="rId3">
              <a:alphaModFix amt="67936"/>
            </a:blip>
            <a:srcRect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5DDB6BF-5BC8-4C7D-2AB8-02AAA3C7AECA}"/>
              </a:ext>
            </a:extLst>
          </p:cNvPr>
          <p:cNvGrpSpPr/>
          <p:nvPr/>
        </p:nvGrpSpPr>
        <p:grpSpPr>
          <a:xfrm>
            <a:off x="1421705" y="5623467"/>
            <a:ext cx="6350000" cy="711200"/>
            <a:chOff x="1397000" y="2234170"/>
            <a:chExt cx="6350000" cy="7112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D544CE1-F73E-2868-6AC7-93561E8FF8DD}"/>
                </a:ext>
              </a:extLst>
            </p:cNvPr>
            <p:cNvSpPr/>
            <p:nvPr/>
          </p:nvSpPr>
          <p:spPr>
            <a:xfrm>
              <a:off x="1397000" y="2234170"/>
              <a:ext cx="6350000" cy="711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30FE416-07AF-F1C5-9D4A-1A2F7EBDEC0B}"/>
                </a:ext>
              </a:extLst>
            </p:cNvPr>
            <p:cNvSpPr/>
            <p:nvPr/>
          </p:nvSpPr>
          <p:spPr>
            <a:xfrm>
              <a:off x="1549400" y="2348470"/>
              <a:ext cx="838200" cy="5080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Id=3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1667260-0355-7A3B-D130-899F52C9F76A}"/>
              </a:ext>
            </a:extLst>
          </p:cNvPr>
          <p:cNvGrpSpPr/>
          <p:nvPr/>
        </p:nvGrpSpPr>
        <p:grpSpPr>
          <a:xfrm>
            <a:off x="1421713" y="1299029"/>
            <a:ext cx="6350000" cy="711200"/>
            <a:chOff x="1397000" y="3127118"/>
            <a:chExt cx="6350000" cy="711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3266D07-EC16-B49D-43AC-A11EA0A564EF}"/>
                </a:ext>
              </a:extLst>
            </p:cNvPr>
            <p:cNvSpPr/>
            <p:nvPr/>
          </p:nvSpPr>
          <p:spPr>
            <a:xfrm>
              <a:off x="1397000" y="3127118"/>
              <a:ext cx="6350000" cy="711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F9B9108-E7CF-83A0-CF0E-808D9233DCA0}"/>
                </a:ext>
              </a:extLst>
            </p:cNvPr>
            <p:cNvSpPr/>
            <p:nvPr/>
          </p:nvSpPr>
          <p:spPr>
            <a:xfrm>
              <a:off x="1549400" y="3241418"/>
              <a:ext cx="838200" cy="508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Id=4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FE2F63E-CCCE-2871-BF1D-284E52D3A82C}"/>
              </a:ext>
            </a:extLst>
          </p:cNvPr>
          <p:cNvGrpSpPr/>
          <p:nvPr/>
        </p:nvGrpSpPr>
        <p:grpSpPr>
          <a:xfrm>
            <a:off x="1421713" y="4738817"/>
            <a:ext cx="6350000" cy="711200"/>
            <a:chOff x="1397000" y="3997412"/>
            <a:chExt cx="6350000" cy="7112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00584BC-4A3B-5A37-3ECA-37105A5EDE8A}"/>
                </a:ext>
              </a:extLst>
            </p:cNvPr>
            <p:cNvSpPr/>
            <p:nvPr/>
          </p:nvSpPr>
          <p:spPr>
            <a:xfrm>
              <a:off x="1397000" y="3997412"/>
              <a:ext cx="6350000" cy="711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4C94BF6-1040-3508-2264-957D29023693}"/>
                </a:ext>
              </a:extLst>
            </p:cNvPr>
            <p:cNvSpPr/>
            <p:nvPr/>
          </p:nvSpPr>
          <p:spPr>
            <a:xfrm>
              <a:off x="1549400" y="4111712"/>
              <a:ext cx="838200" cy="508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Id=5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193F29A-303D-5AA5-E676-58C854D30811}"/>
              </a:ext>
            </a:extLst>
          </p:cNvPr>
          <p:cNvGrpSpPr/>
          <p:nvPr/>
        </p:nvGrpSpPr>
        <p:grpSpPr>
          <a:xfrm>
            <a:off x="1421705" y="3838062"/>
            <a:ext cx="6350000" cy="711200"/>
            <a:chOff x="1397000" y="4890360"/>
            <a:chExt cx="6350000" cy="7112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7D5AC93-F284-2332-0DCC-2F2393FD4F71}"/>
                </a:ext>
              </a:extLst>
            </p:cNvPr>
            <p:cNvSpPr/>
            <p:nvPr/>
          </p:nvSpPr>
          <p:spPr>
            <a:xfrm>
              <a:off x="1397000" y="4890360"/>
              <a:ext cx="6350000" cy="711200"/>
            </a:xfrm>
            <a:prstGeom prst="rect">
              <a:avLst/>
            </a:prstGeom>
            <a:solidFill>
              <a:srgbClr val="F7EDBE"/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88A4E13-9CCB-5EFD-9F86-49152229FBC2}"/>
                </a:ext>
              </a:extLst>
            </p:cNvPr>
            <p:cNvSpPr/>
            <p:nvPr/>
          </p:nvSpPr>
          <p:spPr>
            <a:xfrm>
              <a:off x="1549400" y="5004660"/>
              <a:ext cx="838200" cy="508000"/>
            </a:xfrm>
            <a:prstGeom prst="rect">
              <a:avLst/>
            </a:prstGeom>
            <a:solidFill>
              <a:srgbClr val="FFC000"/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Id=6</a:t>
              </a:r>
            </a:p>
          </p:txBody>
        </p:sp>
      </p:grp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0B30C895-360A-ABF9-6566-2427344A6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916814"/>
              </p:ext>
            </p:extLst>
          </p:nvPr>
        </p:nvGraphicFramePr>
        <p:xfrm>
          <a:off x="2559215" y="5897719"/>
          <a:ext cx="5060084" cy="283845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793202">
                  <a:extLst>
                    <a:ext uri="{9D8B030D-6E8A-4147-A177-3AD203B41FA5}">
                      <a16:colId xmlns:a16="http://schemas.microsoft.com/office/drawing/2014/main" val="3785046911"/>
                    </a:ext>
                  </a:extLst>
                </a:gridCol>
                <a:gridCol w="1094074">
                  <a:extLst>
                    <a:ext uri="{9D8B030D-6E8A-4147-A177-3AD203B41FA5}">
                      <a16:colId xmlns:a16="http://schemas.microsoft.com/office/drawing/2014/main" val="2287870975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3025197586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246014258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1766720850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1423533357"/>
                    </a:ext>
                  </a:extLst>
                </a:gridCol>
              </a:tblGrid>
              <a:tr h="2337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Rural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509616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B6EF3BEE-176F-F6E6-71A1-9C0C89345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109364"/>
              </p:ext>
            </p:extLst>
          </p:nvPr>
        </p:nvGraphicFramePr>
        <p:xfrm>
          <a:off x="2559222" y="1514929"/>
          <a:ext cx="5060083" cy="3048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793202">
                  <a:extLst>
                    <a:ext uri="{9D8B030D-6E8A-4147-A177-3AD203B41FA5}">
                      <a16:colId xmlns:a16="http://schemas.microsoft.com/office/drawing/2014/main" val="1798823201"/>
                    </a:ext>
                  </a:extLst>
                </a:gridCol>
                <a:gridCol w="1094073">
                  <a:extLst>
                    <a:ext uri="{9D8B030D-6E8A-4147-A177-3AD203B41FA5}">
                      <a16:colId xmlns:a16="http://schemas.microsoft.com/office/drawing/2014/main" val="2639363931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2938952023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1620548635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4248261317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177444853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Downtown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136578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D20110B7-20B5-52E6-62F6-7CC6363E374C}"/>
              </a:ext>
            </a:extLst>
          </p:cNvPr>
          <p:cNvGraphicFramePr>
            <a:graphicFrameLocks noGrp="1"/>
          </p:cNvGraphicFramePr>
          <p:nvPr/>
        </p:nvGraphicFramePr>
        <p:xfrm>
          <a:off x="2559222" y="4942017"/>
          <a:ext cx="5060083" cy="3048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793202">
                  <a:extLst>
                    <a:ext uri="{9D8B030D-6E8A-4147-A177-3AD203B41FA5}">
                      <a16:colId xmlns:a16="http://schemas.microsoft.com/office/drawing/2014/main" val="2564921627"/>
                    </a:ext>
                  </a:extLst>
                </a:gridCol>
                <a:gridCol w="1094073">
                  <a:extLst>
                    <a:ext uri="{9D8B030D-6E8A-4147-A177-3AD203B41FA5}">
                      <a16:colId xmlns:a16="http://schemas.microsoft.com/office/drawing/2014/main" val="3300814125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1595157632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1278255611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2569395967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44860312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Beachfront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567500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E7EFA3B2-4D2A-0439-AAE3-83B9F3945C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207813"/>
              </p:ext>
            </p:extLst>
          </p:nvPr>
        </p:nvGraphicFramePr>
        <p:xfrm>
          <a:off x="2559214" y="4041262"/>
          <a:ext cx="5060083" cy="3048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793202">
                  <a:extLst>
                    <a:ext uri="{9D8B030D-6E8A-4147-A177-3AD203B41FA5}">
                      <a16:colId xmlns:a16="http://schemas.microsoft.com/office/drawing/2014/main" val="2472337285"/>
                    </a:ext>
                  </a:extLst>
                </a:gridCol>
                <a:gridCol w="1094073">
                  <a:extLst>
                    <a:ext uri="{9D8B030D-6E8A-4147-A177-3AD203B41FA5}">
                      <a16:colId xmlns:a16="http://schemas.microsoft.com/office/drawing/2014/main" val="2199582745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1809964071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3963903797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789219135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43415851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Suburb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950629"/>
                  </a:ext>
                </a:extLst>
              </a:tr>
            </a:tbl>
          </a:graphicData>
        </a:graphic>
      </p:graphicFrame>
      <p:sp>
        <p:nvSpPr>
          <p:cNvPr id="44" name="Rectangle 43">
            <a:extLst>
              <a:ext uri="{FF2B5EF4-FFF2-40B4-BE49-F238E27FC236}">
                <a16:creationId xmlns:a16="http://schemas.microsoft.com/office/drawing/2014/main" id="{647FB634-D893-0AA0-11D3-FC8DE717AE1D}"/>
              </a:ext>
            </a:extLst>
          </p:cNvPr>
          <p:cNvSpPr/>
          <p:nvPr/>
        </p:nvSpPr>
        <p:spPr>
          <a:xfrm>
            <a:off x="1574113" y="413862"/>
            <a:ext cx="838200" cy="508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 w="25400">
            <a:solidFill>
              <a:schemeClr val="bg1"/>
            </a:solidFill>
          </a:ln>
          <a:effectLst>
            <a:glow rad="76200">
              <a:schemeClr val="tx1">
                <a:lumMod val="85000"/>
                <a:lumOff val="15000"/>
                <a:alpha val="3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Id</a:t>
            </a: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4052E4B8-8783-44B2-6E28-FDA1CAEDB1B9}"/>
              </a:ext>
            </a:extLst>
          </p:cNvPr>
          <p:cNvGraphicFramePr>
            <a:graphicFrameLocks noGrp="1"/>
          </p:cNvGraphicFramePr>
          <p:nvPr/>
        </p:nvGraphicFramePr>
        <p:xfrm>
          <a:off x="2489626" y="511471"/>
          <a:ext cx="5199273" cy="312781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15021">
                  <a:extLst>
                    <a:ext uri="{9D8B030D-6E8A-4147-A177-3AD203B41FA5}">
                      <a16:colId xmlns:a16="http://schemas.microsoft.com/office/drawing/2014/main" val="2147759840"/>
                    </a:ext>
                  </a:extLst>
                </a:gridCol>
                <a:gridCol w="966242">
                  <a:extLst>
                    <a:ext uri="{9D8B030D-6E8A-4147-A177-3AD203B41FA5}">
                      <a16:colId xmlns:a16="http://schemas.microsoft.com/office/drawing/2014/main" val="2833563090"/>
                    </a:ext>
                  </a:extLst>
                </a:gridCol>
                <a:gridCol w="716692">
                  <a:extLst>
                    <a:ext uri="{9D8B030D-6E8A-4147-A177-3AD203B41FA5}">
                      <a16:colId xmlns:a16="http://schemas.microsoft.com/office/drawing/2014/main" val="355802457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204680395"/>
                    </a:ext>
                  </a:extLst>
                </a:gridCol>
                <a:gridCol w="971897">
                  <a:extLst>
                    <a:ext uri="{9D8B030D-6E8A-4147-A177-3AD203B41FA5}">
                      <a16:colId xmlns:a16="http://schemas.microsoft.com/office/drawing/2014/main" val="2344984206"/>
                    </a:ext>
                  </a:extLst>
                </a:gridCol>
                <a:gridCol w="815021">
                  <a:extLst>
                    <a:ext uri="{9D8B030D-6E8A-4147-A177-3AD203B41FA5}">
                      <a16:colId xmlns:a16="http://schemas.microsoft.com/office/drawing/2014/main" val="2209661184"/>
                    </a:ext>
                  </a:extLst>
                </a:gridCol>
              </a:tblGrid>
              <a:tr h="3127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Price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Location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SqFt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Bedrooms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Bathrooms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Year Built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8958386"/>
                  </a:ext>
                </a:extLst>
              </a:tr>
            </a:tbl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3224DED9-AA0D-FB5B-6688-E866498D3CEB}"/>
              </a:ext>
            </a:extLst>
          </p:cNvPr>
          <p:cNvSpPr/>
          <p:nvPr/>
        </p:nvSpPr>
        <p:spPr>
          <a:xfrm>
            <a:off x="1421713" y="2997422"/>
            <a:ext cx="6350000" cy="711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bg1"/>
            </a:solidFill>
          </a:ln>
          <a:effectLst>
            <a:glow rad="76200">
              <a:schemeClr val="tx1">
                <a:lumMod val="85000"/>
                <a:lumOff val="15000"/>
                <a:alpha val="3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9C6EC84-C03B-1636-FC85-0B9ED5D7CA27}"/>
              </a:ext>
            </a:extLst>
          </p:cNvPr>
          <p:cNvSpPr/>
          <p:nvPr/>
        </p:nvSpPr>
        <p:spPr>
          <a:xfrm>
            <a:off x="1574113" y="3111722"/>
            <a:ext cx="838200" cy="50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25400">
            <a:solidFill>
              <a:schemeClr val="bg1"/>
            </a:solidFill>
          </a:ln>
          <a:effectLst>
            <a:glow rad="76200">
              <a:schemeClr val="tx1">
                <a:lumMod val="85000"/>
                <a:lumOff val="15000"/>
                <a:alpha val="3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Id=4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2FF04676-A06D-4EA5-2B7A-C201AF4BA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369641"/>
              </p:ext>
            </p:extLst>
          </p:nvPr>
        </p:nvGraphicFramePr>
        <p:xfrm>
          <a:off x="2559222" y="3213322"/>
          <a:ext cx="5060083" cy="3048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793202">
                  <a:extLst>
                    <a:ext uri="{9D8B030D-6E8A-4147-A177-3AD203B41FA5}">
                      <a16:colId xmlns:a16="http://schemas.microsoft.com/office/drawing/2014/main" val="1798823201"/>
                    </a:ext>
                  </a:extLst>
                </a:gridCol>
                <a:gridCol w="1094073">
                  <a:extLst>
                    <a:ext uri="{9D8B030D-6E8A-4147-A177-3AD203B41FA5}">
                      <a16:colId xmlns:a16="http://schemas.microsoft.com/office/drawing/2014/main" val="2639363931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2938952023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1620548635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4248261317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177444853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Downtown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136578"/>
                  </a:ext>
                </a:extLst>
              </a:tr>
            </a:tbl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75FAFA78-732F-240D-F719-9A491540437A}"/>
              </a:ext>
            </a:extLst>
          </p:cNvPr>
          <p:cNvGrpSpPr/>
          <p:nvPr/>
        </p:nvGrpSpPr>
        <p:grpSpPr>
          <a:xfrm>
            <a:off x="1421713" y="2149096"/>
            <a:ext cx="6350000" cy="711200"/>
            <a:chOff x="1397000" y="3997412"/>
            <a:chExt cx="6350000" cy="7112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AC4A3F5-0524-7CDF-969E-076E2DC354FE}"/>
                </a:ext>
              </a:extLst>
            </p:cNvPr>
            <p:cNvSpPr/>
            <p:nvPr/>
          </p:nvSpPr>
          <p:spPr>
            <a:xfrm>
              <a:off x="1397000" y="3997412"/>
              <a:ext cx="6350000" cy="711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FED8D7B-CBCE-F7D7-FFF8-A56663E0DB67}"/>
                </a:ext>
              </a:extLst>
            </p:cNvPr>
            <p:cNvSpPr/>
            <p:nvPr/>
          </p:nvSpPr>
          <p:spPr>
            <a:xfrm>
              <a:off x="1549400" y="4111712"/>
              <a:ext cx="838200" cy="508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Id=5</a:t>
              </a:r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18BF5576-C55D-C7A2-8D74-BBE961F181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417334"/>
              </p:ext>
            </p:extLst>
          </p:nvPr>
        </p:nvGraphicFramePr>
        <p:xfrm>
          <a:off x="2559222" y="2352296"/>
          <a:ext cx="5060083" cy="3048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793202">
                  <a:extLst>
                    <a:ext uri="{9D8B030D-6E8A-4147-A177-3AD203B41FA5}">
                      <a16:colId xmlns:a16="http://schemas.microsoft.com/office/drawing/2014/main" val="2564921627"/>
                    </a:ext>
                  </a:extLst>
                </a:gridCol>
                <a:gridCol w="1094073">
                  <a:extLst>
                    <a:ext uri="{9D8B030D-6E8A-4147-A177-3AD203B41FA5}">
                      <a16:colId xmlns:a16="http://schemas.microsoft.com/office/drawing/2014/main" val="3300814125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1595157632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1278255611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2569395967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44860312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Beachfront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567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0176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5380F-C089-445F-AE4B-2474A96D1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ED4539D4-3216-1C4E-149B-5BFC6647E382}"/>
              </a:ext>
            </a:extLst>
          </p:cNvPr>
          <p:cNvSpPr/>
          <p:nvPr/>
        </p:nvSpPr>
        <p:spPr>
          <a:xfrm>
            <a:off x="803189" y="135924"/>
            <a:ext cx="7574692" cy="6586151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25400">
            <a:solidFill>
              <a:schemeClr val="bg1"/>
            </a:solidFill>
          </a:ln>
          <a:effectLst>
            <a:glow rad="76200">
              <a:schemeClr val="tx1">
                <a:lumMod val="85000"/>
                <a:lumOff val="15000"/>
                <a:alpha val="3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D9C2035-6746-F3B7-1862-1E042F47407B}"/>
              </a:ext>
            </a:extLst>
          </p:cNvPr>
          <p:cNvSpPr/>
          <p:nvPr/>
        </p:nvSpPr>
        <p:spPr>
          <a:xfrm>
            <a:off x="1421713" y="306343"/>
            <a:ext cx="6437184" cy="756079"/>
          </a:xfrm>
          <a:prstGeom prst="rect">
            <a:avLst/>
          </a:prstGeom>
          <a:blipFill dpi="0" rotWithShape="1">
            <a:blip r:embed="rId3">
              <a:alphaModFix amt="67936"/>
            </a:blip>
            <a:srcRect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A45AE69-2739-09EA-55F4-CB8095D42B8B}"/>
              </a:ext>
            </a:extLst>
          </p:cNvPr>
          <p:cNvGrpSpPr/>
          <p:nvPr/>
        </p:nvGrpSpPr>
        <p:grpSpPr>
          <a:xfrm>
            <a:off x="1397000" y="5635329"/>
            <a:ext cx="6350000" cy="711200"/>
            <a:chOff x="1397000" y="540264"/>
            <a:chExt cx="6350000" cy="7112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154D625-7305-9707-03C0-1F00A2DA52C0}"/>
                </a:ext>
              </a:extLst>
            </p:cNvPr>
            <p:cNvSpPr/>
            <p:nvPr/>
          </p:nvSpPr>
          <p:spPr>
            <a:xfrm>
              <a:off x="1397000" y="540264"/>
              <a:ext cx="6350000" cy="711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3C4E90A-435B-01BE-50A2-FECCA22F5231}"/>
                </a:ext>
              </a:extLst>
            </p:cNvPr>
            <p:cNvSpPr/>
            <p:nvPr/>
          </p:nvSpPr>
          <p:spPr>
            <a:xfrm>
              <a:off x="1549400" y="654564"/>
              <a:ext cx="838200" cy="5080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Id=1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D885FE3-4E59-CE81-526B-F4477F060E06}"/>
              </a:ext>
            </a:extLst>
          </p:cNvPr>
          <p:cNvGrpSpPr/>
          <p:nvPr/>
        </p:nvGrpSpPr>
        <p:grpSpPr>
          <a:xfrm>
            <a:off x="1421713" y="1253625"/>
            <a:ext cx="6350000" cy="711200"/>
            <a:chOff x="1397000" y="1365764"/>
            <a:chExt cx="6350000" cy="7112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546BA34-B3F4-DB6A-E730-BBA71211FA0A}"/>
                </a:ext>
              </a:extLst>
            </p:cNvPr>
            <p:cNvSpPr/>
            <p:nvPr/>
          </p:nvSpPr>
          <p:spPr>
            <a:xfrm>
              <a:off x="1397000" y="1365764"/>
              <a:ext cx="6350000" cy="711200"/>
            </a:xfrm>
            <a:prstGeom prst="rect">
              <a:avLst/>
            </a:prstGeom>
            <a:grpFill/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CC1E0C6-3B00-1825-E179-F978AD1A11BC}"/>
                </a:ext>
              </a:extLst>
            </p:cNvPr>
            <p:cNvSpPr/>
            <p:nvPr/>
          </p:nvSpPr>
          <p:spPr>
            <a:xfrm>
              <a:off x="1549400" y="1480064"/>
              <a:ext cx="838200" cy="508000"/>
            </a:xfrm>
            <a:prstGeom prst="rect">
              <a:avLst/>
            </a:prstGeom>
            <a:grpFill/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D168B1-4F02-57CB-A3E4-10896E35639E}"/>
              </a:ext>
            </a:extLst>
          </p:cNvPr>
          <p:cNvGrpSpPr/>
          <p:nvPr/>
        </p:nvGrpSpPr>
        <p:grpSpPr>
          <a:xfrm>
            <a:off x="1421713" y="2975575"/>
            <a:ext cx="6350000" cy="711200"/>
            <a:chOff x="1397000" y="2234170"/>
            <a:chExt cx="6350000" cy="7112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377A6A-1688-907C-F694-9B224A50B318}"/>
                </a:ext>
              </a:extLst>
            </p:cNvPr>
            <p:cNvSpPr/>
            <p:nvPr/>
          </p:nvSpPr>
          <p:spPr>
            <a:xfrm>
              <a:off x="1397000" y="2234170"/>
              <a:ext cx="6350000" cy="711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D7AD6FD-4E42-B023-6B58-75866BC8C5E0}"/>
                </a:ext>
              </a:extLst>
            </p:cNvPr>
            <p:cNvSpPr/>
            <p:nvPr/>
          </p:nvSpPr>
          <p:spPr>
            <a:xfrm>
              <a:off x="1549400" y="2348470"/>
              <a:ext cx="838200" cy="5080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82A5DC4-C764-82AF-5D25-9D60E8CC3556}"/>
              </a:ext>
            </a:extLst>
          </p:cNvPr>
          <p:cNvGrpSpPr/>
          <p:nvPr/>
        </p:nvGrpSpPr>
        <p:grpSpPr>
          <a:xfrm>
            <a:off x="1397000" y="2111272"/>
            <a:ext cx="6350000" cy="711200"/>
            <a:chOff x="1397000" y="4890360"/>
            <a:chExt cx="6350000" cy="7112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54E7ED2-F9AC-7F48-DFF4-5246B463FC45}"/>
                </a:ext>
              </a:extLst>
            </p:cNvPr>
            <p:cNvSpPr/>
            <p:nvPr/>
          </p:nvSpPr>
          <p:spPr>
            <a:xfrm>
              <a:off x="1397000" y="4890360"/>
              <a:ext cx="6350000" cy="711200"/>
            </a:xfrm>
            <a:prstGeom prst="rect">
              <a:avLst/>
            </a:prstGeom>
            <a:solidFill>
              <a:srgbClr val="F7EDBE"/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2C09171-636F-8DEB-7657-60DFCFCFABF7}"/>
                </a:ext>
              </a:extLst>
            </p:cNvPr>
            <p:cNvSpPr/>
            <p:nvPr/>
          </p:nvSpPr>
          <p:spPr>
            <a:xfrm>
              <a:off x="1549400" y="5004660"/>
              <a:ext cx="838200" cy="508000"/>
            </a:xfrm>
            <a:prstGeom prst="rect">
              <a:avLst/>
            </a:prstGeom>
            <a:solidFill>
              <a:srgbClr val="FFC000"/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Id=6</a:t>
              </a:r>
            </a:p>
          </p:txBody>
        </p:sp>
      </p:grp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1C4B2A96-C009-5A24-89AE-8EC2FDD6A3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273906"/>
              </p:ext>
            </p:extLst>
          </p:nvPr>
        </p:nvGraphicFramePr>
        <p:xfrm>
          <a:off x="2559222" y="1464865"/>
          <a:ext cx="5060091" cy="28872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802847">
                  <a:extLst>
                    <a:ext uri="{9D8B030D-6E8A-4147-A177-3AD203B41FA5}">
                      <a16:colId xmlns:a16="http://schemas.microsoft.com/office/drawing/2014/main" val="3889085360"/>
                    </a:ext>
                  </a:extLst>
                </a:gridCol>
                <a:gridCol w="1174825">
                  <a:extLst>
                    <a:ext uri="{9D8B030D-6E8A-4147-A177-3AD203B41FA5}">
                      <a16:colId xmlns:a16="http://schemas.microsoft.com/office/drawing/2014/main" val="3630007883"/>
                    </a:ext>
                  </a:extLst>
                </a:gridCol>
                <a:gridCol w="673878">
                  <a:extLst>
                    <a:ext uri="{9D8B030D-6E8A-4147-A177-3AD203B41FA5}">
                      <a16:colId xmlns:a16="http://schemas.microsoft.com/office/drawing/2014/main" val="955923129"/>
                    </a:ext>
                  </a:extLst>
                </a:gridCol>
                <a:gridCol w="802847">
                  <a:extLst>
                    <a:ext uri="{9D8B030D-6E8A-4147-A177-3AD203B41FA5}">
                      <a16:colId xmlns:a16="http://schemas.microsoft.com/office/drawing/2014/main" val="4101689747"/>
                    </a:ext>
                  </a:extLst>
                </a:gridCol>
                <a:gridCol w="802847">
                  <a:extLst>
                    <a:ext uri="{9D8B030D-6E8A-4147-A177-3AD203B41FA5}">
                      <a16:colId xmlns:a16="http://schemas.microsoft.com/office/drawing/2014/main" val="579757492"/>
                    </a:ext>
                  </a:extLst>
                </a:gridCol>
                <a:gridCol w="802847">
                  <a:extLst>
                    <a:ext uri="{9D8B030D-6E8A-4147-A177-3AD203B41FA5}">
                      <a16:colId xmlns:a16="http://schemas.microsoft.com/office/drawing/2014/main" val="2628119445"/>
                    </a:ext>
                  </a:extLst>
                </a:gridCol>
              </a:tblGrid>
              <a:tr h="2887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Suburb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12481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833D50AC-7828-A8CB-0ADA-D5BC8EB516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300173"/>
              </p:ext>
            </p:extLst>
          </p:nvPr>
        </p:nvGraphicFramePr>
        <p:xfrm>
          <a:off x="2534509" y="5838529"/>
          <a:ext cx="5060090" cy="3048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793203">
                  <a:extLst>
                    <a:ext uri="{9D8B030D-6E8A-4147-A177-3AD203B41FA5}">
                      <a16:colId xmlns:a16="http://schemas.microsoft.com/office/drawing/2014/main" val="2352773113"/>
                    </a:ext>
                  </a:extLst>
                </a:gridCol>
                <a:gridCol w="1094075">
                  <a:extLst>
                    <a:ext uri="{9D8B030D-6E8A-4147-A177-3AD203B41FA5}">
                      <a16:colId xmlns:a16="http://schemas.microsoft.com/office/drawing/2014/main" val="75754905"/>
                    </a:ext>
                  </a:extLst>
                </a:gridCol>
                <a:gridCol w="793203">
                  <a:extLst>
                    <a:ext uri="{9D8B030D-6E8A-4147-A177-3AD203B41FA5}">
                      <a16:colId xmlns:a16="http://schemas.microsoft.com/office/drawing/2014/main" val="2851471590"/>
                    </a:ext>
                  </a:extLst>
                </a:gridCol>
                <a:gridCol w="793203">
                  <a:extLst>
                    <a:ext uri="{9D8B030D-6E8A-4147-A177-3AD203B41FA5}">
                      <a16:colId xmlns:a16="http://schemas.microsoft.com/office/drawing/2014/main" val="485481589"/>
                    </a:ext>
                  </a:extLst>
                </a:gridCol>
                <a:gridCol w="793203">
                  <a:extLst>
                    <a:ext uri="{9D8B030D-6E8A-4147-A177-3AD203B41FA5}">
                      <a16:colId xmlns:a16="http://schemas.microsoft.com/office/drawing/2014/main" val="1891429371"/>
                    </a:ext>
                  </a:extLst>
                </a:gridCol>
                <a:gridCol w="793203">
                  <a:extLst>
                    <a:ext uri="{9D8B030D-6E8A-4147-A177-3AD203B41FA5}">
                      <a16:colId xmlns:a16="http://schemas.microsoft.com/office/drawing/2014/main" val="225267455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Downtown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931050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C39AB6DE-8B06-805D-28A1-2ED802CA6653}"/>
              </a:ext>
            </a:extLst>
          </p:cNvPr>
          <p:cNvGraphicFramePr>
            <a:graphicFrameLocks noGrp="1"/>
          </p:cNvGraphicFramePr>
          <p:nvPr/>
        </p:nvGraphicFramePr>
        <p:xfrm>
          <a:off x="2559223" y="3249827"/>
          <a:ext cx="5060084" cy="283845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793202">
                  <a:extLst>
                    <a:ext uri="{9D8B030D-6E8A-4147-A177-3AD203B41FA5}">
                      <a16:colId xmlns:a16="http://schemas.microsoft.com/office/drawing/2014/main" val="3785046911"/>
                    </a:ext>
                  </a:extLst>
                </a:gridCol>
                <a:gridCol w="1094074">
                  <a:extLst>
                    <a:ext uri="{9D8B030D-6E8A-4147-A177-3AD203B41FA5}">
                      <a16:colId xmlns:a16="http://schemas.microsoft.com/office/drawing/2014/main" val="2287870975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3025197586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246014258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1766720850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1423533357"/>
                    </a:ext>
                  </a:extLst>
                </a:gridCol>
              </a:tblGrid>
              <a:tr h="2337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Rural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509616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5517DD1E-2018-621C-6FD6-99D188626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439643"/>
              </p:ext>
            </p:extLst>
          </p:nvPr>
        </p:nvGraphicFramePr>
        <p:xfrm>
          <a:off x="2534509" y="2314472"/>
          <a:ext cx="5060083" cy="3048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793202">
                  <a:extLst>
                    <a:ext uri="{9D8B030D-6E8A-4147-A177-3AD203B41FA5}">
                      <a16:colId xmlns:a16="http://schemas.microsoft.com/office/drawing/2014/main" val="2472337285"/>
                    </a:ext>
                  </a:extLst>
                </a:gridCol>
                <a:gridCol w="1094073">
                  <a:extLst>
                    <a:ext uri="{9D8B030D-6E8A-4147-A177-3AD203B41FA5}">
                      <a16:colId xmlns:a16="http://schemas.microsoft.com/office/drawing/2014/main" val="2199582745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1809964071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3963903797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789219135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43415851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Suburb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950629"/>
                  </a:ext>
                </a:extLst>
              </a:tr>
            </a:tbl>
          </a:graphicData>
        </a:graphic>
      </p:graphicFrame>
      <p:sp>
        <p:nvSpPr>
          <p:cNvPr id="44" name="Rectangle 43">
            <a:extLst>
              <a:ext uri="{FF2B5EF4-FFF2-40B4-BE49-F238E27FC236}">
                <a16:creationId xmlns:a16="http://schemas.microsoft.com/office/drawing/2014/main" id="{4DAD2C3C-968F-EFB5-430E-12673935DEF8}"/>
              </a:ext>
            </a:extLst>
          </p:cNvPr>
          <p:cNvSpPr/>
          <p:nvPr/>
        </p:nvSpPr>
        <p:spPr>
          <a:xfrm>
            <a:off x="1574113" y="413862"/>
            <a:ext cx="838200" cy="508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 w="25400">
            <a:solidFill>
              <a:schemeClr val="bg1"/>
            </a:solidFill>
          </a:ln>
          <a:effectLst>
            <a:glow rad="76200">
              <a:schemeClr val="tx1">
                <a:lumMod val="85000"/>
                <a:lumOff val="15000"/>
                <a:alpha val="3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Id</a:t>
            </a: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7C551CE6-BBAC-296D-1354-344056DAABE4}"/>
              </a:ext>
            </a:extLst>
          </p:cNvPr>
          <p:cNvGraphicFramePr>
            <a:graphicFrameLocks noGrp="1"/>
          </p:cNvGraphicFramePr>
          <p:nvPr/>
        </p:nvGraphicFramePr>
        <p:xfrm>
          <a:off x="2489626" y="511471"/>
          <a:ext cx="5199273" cy="312781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15021">
                  <a:extLst>
                    <a:ext uri="{9D8B030D-6E8A-4147-A177-3AD203B41FA5}">
                      <a16:colId xmlns:a16="http://schemas.microsoft.com/office/drawing/2014/main" val="2147759840"/>
                    </a:ext>
                  </a:extLst>
                </a:gridCol>
                <a:gridCol w="966242">
                  <a:extLst>
                    <a:ext uri="{9D8B030D-6E8A-4147-A177-3AD203B41FA5}">
                      <a16:colId xmlns:a16="http://schemas.microsoft.com/office/drawing/2014/main" val="2833563090"/>
                    </a:ext>
                  </a:extLst>
                </a:gridCol>
                <a:gridCol w="716692">
                  <a:extLst>
                    <a:ext uri="{9D8B030D-6E8A-4147-A177-3AD203B41FA5}">
                      <a16:colId xmlns:a16="http://schemas.microsoft.com/office/drawing/2014/main" val="355802457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204680395"/>
                    </a:ext>
                  </a:extLst>
                </a:gridCol>
                <a:gridCol w="971897">
                  <a:extLst>
                    <a:ext uri="{9D8B030D-6E8A-4147-A177-3AD203B41FA5}">
                      <a16:colId xmlns:a16="http://schemas.microsoft.com/office/drawing/2014/main" val="2344984206"/>
                    </a:ext>
                  </a:extLst>
                </a:gridCol>
                <a:gridCol w="815021">
                  <a:extLst>
                    <a:ext uri="{9D8B030D-6E8A-4147-A177-3AD203B41FA5}">
                      <a16:colId xmlns:a16="http://schemas.microsoft.com/office/drawing/2014/main" val="2209661184"/>
                    </a:ext>
                  </a:extLst>
                </a:gridCol>
              </a:tblGrid>
              <a:tr h="3127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Price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Location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SqFt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Bedrooms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Bathrooms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Year Built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8958386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AD2DA650-CD55-F7CB-BC6C-581D760B7C09}"/>
              </a:ext>
            </a:extLst>
          </p:cNvPr>
          <p:cNvGrpSpPr/>
          <p:nvPr/>
        </p:nvGrpSpPr>
        <p:grpSpPr>
          <a:xfrm>
            <a:off x="1421713" y="3891005"/>
            <a:ext cx="6350000" cy="711200"/>
            <a:chOff x="1397000" y="540264"/>
            <a:chExt cx="6350000" cy="7112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7B740E1-FCAE-93A9-2230-224369385D78}"/>
                </a:ext>
              </a:extLst>
            </p:cNvPr>
            <p:cNvSpPr/>
            <p:nvPr/>
          </p:nvSpPr>
          <p:spPr>
            <a:xfrm>
              <a:off x="1397000" y="540264"/>
              <a:ext cx="6350000" cy="711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F01603F-DA66-DD70-B987-4EF87CDE4538}"/>
                </a:ext>
              </a:extLst>
            </p:cNvPr>
            <p:cNvSpPr/>
            <p:nvPr/>
          </p:nvSpPr>
          <p:spPr>
            <a:xfrm>
              <a:off x="1549400" y="654564"/>
              <a:ext cx="838200" cy="5080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Id=1</a:t>
              </a:r>
            </a:p>
          </p:txBody>
        </p: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A20FAC-7717-4E25-2349-79A820003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892689"/>
              </p:ext>
            </p:extLst>
          </p:nvPr>
        </p:nvGraphicFramePr>
        <p:xfrm>
          <a:off x="2628809" y="4106905"/>
          <a:ext cx="5060090" cy="3048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793203">
                  <a:extLst>
                    <a:ext uri="{9D8B030D-6E8A-4147-A177-3AD203B41FA5}">
                      <a16:colId xmlns:a16="http://schemas.microsoft.com/office/drawing/2014/main" val="2352773113"/>
                    </a:ext>
                  </a:extLst>
                </a:gridCol>
                <a:gridCol w="1094075">
                  <a:extLst>
                    <a:ext uri="{9D8B030D-6E8A-4147-A177-3AD203B41FA5}">
                      <a16:colId xmlns:a16="http://schemas.microsoft.com/office/drawing/2014/main" val="75754905"/>
                    </a:ext>
                  </a:extLst>
                </a:gridCol>
                <a:gridCol w="793203">
                  <a:extLst>
                    <a:ext uri="{9D8B030D-6E8A-4147-A177-3AD203B41FA5}">
                      <a16:colId xmlns:a16="http://schemas.microsoft.com/office/drawing/2014/main" val="2851471590"/>
                    </a:ext>
                  </a:extLst>
                </a:gridCol>
                <a:gridCol w="793203">
                  <a:extLst>
                    <a:ext uri="{9D8B030D-6E8A-4147-A177-3AD203B41FA5}">
                      <a16:colId xmlns:a16="http://schemas.microsoft.com/office/drawing/2014/main" val="485481589"/>
                    </a:ext>
                  </a:extLst>
                </a:gridCol>
                <a:gridCol w="793203">
                  <a:extLst>
                    <a:ext uri="{9D8B030D-6E8A-4147-A177-3AD203B41FA5}">
                      <a16:colId xmlns:a16="http://schemas.microsoft.com/office/drawing/2014/main" val="1891429371"/>
                    </a:ext>
                  </a:extLst>
                </a:gridCol>
                <a:gridCol w="793203">
                  <a:extLst>
                    <a:ext uri="{9D8B030D-6E8A-4147-A177-3AD203B41FA5}">
                      <a16:colId xmlns:a16="http://schemas.microsoft.com/office/drawing/2014/main" val="225267455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Downtown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931050"/>
                  </a:ext>
                </a:extLst>
              </a:tr>
            </a:tbl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D3E79E96-4250-2358-07B2-F0E1A56C9982}"/>
              </a:ext>
            </a:extLst>
          </p:cNvPr>
          <p:cNvGrpSpPr/>
          <p:nvPr/>
        </p:nvGrpSpPr>
        <p:grpSpPr>
          <a:xfrm>
            <a:off x="1397000" y="4783196"/>
            <a:ext cx="6350000" cy="711200"/>
            <a:chOff x="1397000" y="4890360"/>
            <a:chExt cx="6350000" cy="7112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A1339F9-C265-A161-EBC3-ED2B358C2D0D}"/>
                </a:ext>
              </a:extLst>
            </p:cNvPr>
            <p:cNvSpPr/>
            <p:nvPr/>
          </p:nvSpPr>
          <p:spPr>
            <a:xfrm>
              <a:off x="1397000" y="4890360"/>
              <a:ext cx="6350000" cy="711200"/>
            </a:xfrm>
            <a:prstGeom prst="rect">
              <a:avLst/>
            </a:prstGeom>
            <a:solidFill>
              <a:srgbClr val="F7EDBE"/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1EE5919-4751-24D4-6BEC-B4AE2A258B50}"/>
                </a:ext>
              </a:extLst>
            </p:cNvPr>
            <p:cNvSpPr/>
            <p:nvPr/>
          </p:nvSpPr>
          <p:spPr>
            <a:xfrm>
              <a:off x="1549400" y="5004660"/>
              <a:ext cx="838200" cy="508000"/>
            </a:xfrm>
            <a:prstGeom prst="rect">
              <a:avLst/>
            </a:prstGeom>
            <a:solidFill>
              <a:srgbClr val="FFC000"/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Id=6</a:t>
              </a:r>
            </a:p>
          </p:txBody>
        </p:sp>
      </p:grp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9E7AB47F-6B78-65DB-FE90-DA7E1B56A6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87420"/>
              </p:ext>
            </p:extLst>
          </p:nvPr>
        </p:nvGraphicFramePr>
        <p:xfrm>
          <a:off x="2534509" y="4986396"/>
          <a:ext cx="5060083" cy="3048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793202">
                  <a:extLst>
                    <a:ext uri="{9D8B030D-6E8A-4147-A177-3AD203B41FA5}">
                      <a16:colId xmlns:a16="http://schemas.microsoft.com/office/drawing/2014/main" val="2472337285"/>
                    </a:ext>
                  </a:extLst>
                </a:gridCol>
                <a:gridCol w="1094073">
                  <a:extLst>
                    <a:ext uri="{9D8B030D-6E8A-4147-A177-3AD203B41FA5}">
                      <a16:colId xmlns:a16="http://schemas.microsoft.com/office/drawing/2014/main" val="2199582745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1809964071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3963903797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789219135"/>
                    </a:ext>
                  </a:extLst>
                </a:gridCol>
                <a:gridCol w="793202">
                  <a:extLst>
                    <a:ext uri="{9D8B030D-6E8A-4147-A177-3AD203B41FA5}">
                      <a16:colId xmlns:a16="http://schemas.microsoft.com/office/drawing/2014/main" val="43415851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Suburb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950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7545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EF2BCF-8E78-C3AC-1113-E68A0C18F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AC2D0ED5-E6D6-E1E1-EC6C-DCB4A8188648}"/>
              </a:ext>
            </a:extLst>
          </p:cNvPr>
          <p:cNvSpPr/>
          <p:nvPr/>
        </p:nvSpPr>
        <p:spPr>
          <a:xfrm>
            <a:off x="4757353" y="3015049"/>
            <a:ext cx="4263078" cy="364524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glow rad="63500">
              <a:schemeClr val="bg1">
                <a:lumMod val="50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FE53486-8348-9C84-900E-8C7EE7792869}"/>
              </a:ext>
            </a:extLst>
          </p:cNvPr>
          <p:cNvSpPr/>
          <p:nvPr/>
        </p:nvSpPr>
        <p:spPr>
          <a:xfrm>
            <a:off x="148280" y="3015049"/>
            <a:ext cx="4176584" cy="3645243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bg1"/>
            </a:solidFill>
          </a:ln>
          <a:effectLst>
            <a:glow rad="63500">
              <a:schemeClr val="bg1">
                <a:lumMod val="50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A899A436-9ACA-E3F7-4A72-78B574A2E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726" y="67658"/>
            <a:ext cx="3628413" cy="3158393"/>
          </a:xfrm>
          <a:prstGeom prst="rect">
            <a:avLst/>
          </a:prstGeom>
          <a:effectLst>
            <a:glow rad="101600">
              <a:schemeClr val="tx1">
                <a:lumMod val="65000"/>
                <a:lumOff val="35000"/>
                <a:alpha val="40000"/>
              </a:schemeClr>
            </a:glow>
          </a:effectLst>
        </p:spPr>
      </p:pic>
      <p:pic>
        <p:nvPicPr>
          <p:cNvPr id="15" name="Picture 14" descr="A screenshot of a game&#10;&#10;Description automatically generated">
            <a:extLst>
              <a:ext uri="{FF2B5EF4-FFF2-40B4-BE49-F238E27FC236}">
                <a16:creationId xmlns:a16="http://schemas.microsoft.com/office/drawing/2014/main" id="{5B7E6D79-1B94-DDCC-04D1-EA3A753D2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562" y="3572187"/>
            <a:ext cx="3687755" cy="29502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Picture 21" descr="A screenshot of a game&#10;&#10;Description automatically generated">
            <a:extLst>
              <a:ext uri="{FF2B5EF4-FFF2-40B4-BE49-F238E27FC236}">
                <a16:creationId xmlns:a16="http://schemas.microsoft.com/office/drawing/2014/main" id="{520A9829-9B02-A155-8281-6C3C8B4F6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111" y="3572187"/>
            <a:ext cx="3628413" cy="29502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EC7356F1-1C38-98F4-A1B4-FD4B3D955D9D}"/>
              </a:ext>
            </a:extLst>
          </p:cNvPr>
          <p:cNvSpPr/>
          <p:nvPr/>
        </p:nvSpPr>
        <p:spPr>
          <a:xfrm>
            <a:off x="642552" y="2693773"/>
            <a:ext cx="1554686" cy="407773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metal"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Bootstrap sample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C4C191-7016-2B15-78FC-14B462744A19}"/>
              </a:ext>
            </a:extLst>
          </p:cNvPr>
          <p:cNvSpPr/>
          <p:nvPr/>
        </p:nvSpPr>
        <p:spPr>
          <a:xfrm>
            <a:off x="7009439" y="2693773"/>
            <a:ext cx="1554686" cy="40777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 prstMaterial="metal"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Bootstrap sample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9355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6C1CDE-04B2-EFAD-1826-E0BB5308B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1563B2C9-5E37-B359-2A49-B4B065395D6A}"/>
              </a:ext>
            </a:extLst>
          </p:cNvPr>
          <p:cNvSpPr/>
          <p:nvPr/>
        </p:nvSpPr>
        <p:spPr>
          <a:xfrm>
            <a:off x="213840" y="1068859"/>
            <a:ext cx="1285103" cy="5362832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 w="25400">
            <a:solidFill>
              <a:schemeClr val="bg1"/>
            </a:solidFill>
          </a:ln>
          <a:effectLst>
            <a:glow rad="76200">
              <a:schemeClr val="tx1">
                <a:lumMod val="85000"/>
                <a:lumOff val="15000"/>
                <a:alpha val="3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11C9E467-4D3A-806C-D13D-A739C5EDC0D2}"/>
              </a:ext>
            </a:extLst>
          </p:cNvPr>
          <p:cNvGrpSpPr/>
          <p:nvPr/>
        </p:nvGrpSpPr>
        <p:grpSpPr>
          <a:xfrm>
            <a:off x="403998" y="1068859"/>
            <a:ext cx="8527195" cy="5418438"/>
            <a:chOff x="403998" y="1068859"/>
            <a:chExt cx="8527195" cy="5418438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6F1DD83-582D-8135-9D32-A948E4AE67EC}"/>
                </a:ext>
              </a:extLst>
            </p:cNvPr>
            <p:cNvSpPr/>
            <p:nvPr/>
          </p:nvSpPr>
          <p:spPr>
            <a:xfrm>
              <a:off x="7646090" y="1124465"/>
              <a:ext cx="1285103" cy="5362832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5000"/>
                    <a:lumOff val="95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79C1F2A-CCED-EF22-873E-3BFED206DB45}"/>
                </a:ext>
              </a:extLst>
            </p:cNvPr>
            <p:cNvSpPr/>
            <p:nvPr/>
          </p:nvSpPr>
          <p:spPr>
            <a:xfrm>
              <a:off x="6170829" y="1124465"/>
              <a:ext cx="1285103" cy="5362832"/>
            </a:xfrm>
            <a:prstGeom prst="rect">
              <a:avLst/>
            </a:prstGeom>
            <a:gradFill flip="none" rotWithShape="1">
              <a:gsLst>
                <a:gs pos="0">
                  <a:schemeClr val="accent6">
                    <a:lumMod val="5000"/>
                    <a:lumOff val="95000"/>
                  </a:schemeClr>
                </a:gs>
                <a:gs pos="74000">
                  <a:schemeClr val="accent6">
                    <a:lumMod val="45000"/>
                    <a:lumOff val="55000"/>
                  </a:schemeClr>
                </a:gs>
                <a:gs pos="83000">
                  <a:schemeClr val="accent6">
                    <a:lumMod val="45000"/>
                    <a:lumOff val="55000"/>
                  </a:schemeClr>
                </a:gs>
                <a:gs pos="100000">
                  <a:schemeClr val="accent6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C3BB088-E87B-73D2-ADD6-4D04F52594DD}"/>
                </a:ext>
              </a:extLst>
            </p:cNvPr>
            <p:cNvSpPr/>
            <p:nvPr/>
          </p:nvSpPr>
          <p:spPr>
            <a:xfrm>
              <a:off x="3189075" y="1068859"/>
              <a:ext cx="1285103" cy="536283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"/>
                    <a:lumOff val="95000"/>
                  </a:schemeClr>
                </a:gs>
                <a:gs pos="74000">
                  <a:schemeClr val="accent5">
                    <a:lumMod val="45000"/>
                    <a:lumOff val="55000"/>
                  </a:schemeClr>
                </a:gs>
                <a:gs pos="83000">
                  <a:schemeClr val="accent5">
                    <a:lumMod val="45000"/>
                    <a:lumOff val="55000"/>
                  </a:schemeClr>
                </a:gs>
                <a:gs pos="100000">
                  <a:schemeClr val="accent5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D76F414-3CB3-F5D8-48FC-51C3B006E3B7}"/>
                </a:ext>
              </a:extLst>
            </p:cNvPr>
            <p:cNvSpPr/>
            <p:nvPr/>
          </p:nvSpPr>
          <p:spPr>
            <a:xfrm>
              <a:off x="1713814" y="1068859"/>
              <a:ext cx="1285103" cy="536283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E7162AB-67D1-E511-8E79-540F5318FE5B}"/>
                </a:ext>
              </a:extLst>
            </p:cNvPr>
            <p:cNvSpPr/>
            <p:nvPr/>
          </p:nvSpPr>
          <p:spPr>
            <a:xfrm>
              <a:off x="403998" y="5694023"/>
              <a:ext cx="838200" cy="5080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Id=1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2C2221E-755E-DD8C-F2D0-C3508B7E78E8}"/>
                </a:ext>
              </a:extLst>
            </p:cNvPr>
            <p:cNvSpPr/>
            <p:nvPr/>
          </p:nvSpPr>
          <p:spPr>
            <a:xfrm>
              <a:off x="428711" y="1312319"/>
              <a:ext cx="838200" cy="50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Id=2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4A4F95-9F93-DFE3-832B-352A666B9C76}"/>
                </a:ext>
              </a:extLst>
            </p:cNvPr>
            <p:cNvSpPr/>
            <p:nvPr/>
          </p:nvSpPr>
          <p:spPr>
            <a:xfrm>
              <a:off x="428711" y="3034269"/>
              <a:ext cx="838200" cy="5080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Id=3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22ED26A-3384-FB01-1FB1-0B3E30C39B01}"/>
                </a:ext>
              </a:extLst>
            </p:cNvPr>
            <p:cNvSpPr/>
            <p:nvPr/>
          </p:nvSpPr>
          <p:spPr>
            <a:xfrm>
              <a:off x="403998" y="2169966"/>
              <a:ext cx="838200" cy="508000"/>
            </a:xfrm>
            <a:prstGeom prst="rect">
              <a:avLst/>
            </a:prstGeom>
            <a:solidFill>
              <a:srgbClr val="FFC000"/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Id=6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695B5A9-E6D2-B34E-1411-9A336133B0E1}"/>
                </a:ext>
              </a:extLst>
            </p:cNvPr>
            <p:cNvSpPr/>
            <p:nvPr/>
          </p:nvSpPr>
          <p:spPr>
            <a:xfrm>
              <a:off x="403998" y="3949699"/>
              <a:ext cx="838200" cy="5080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Id=1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6AE7DA9-2D6C-5865-2F6E-52A827E10096}"/>
                </a:ext>
              </a:extLst>
            </p:cNvPr>
            <p:cNvSpPr/>
            <p:nvPr/>
          </p:nvSpPr>
          <p:spPr>
            <a:xfrm>
              <a:off x="1920100" y="3057508"/>
              <a:ext cx="838200" cy="508000"/>
            </a:xfrm>
            <a:prstGeom prst="rect">
              <a:avLst/>
            </a:prstGeom>
            <a:solidFill>
              <a:srgbClr val="FFC000"/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Id=6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CE38009-445D-C4B9-2C11-2B5B45780066}"/>
                </a:ext>
              </a:extLst>
            </p:cNvPr>
            <p:cNvSpPr/>
            <p:nvPr/>
          </p:nvSpPr>
          <p:spPr>
            <a:xfrm>
              <a:off x="1903972" y="4841890"/>
              <a:ext cx="838200" cy="508000"/>
            </a:xfrm>
            <a:prstGeom prst="rect">
              <a:avLst/>
            </a:prstGeom>
            <a:solidFill>
              <a:srgbClr val="FFC000"/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Id=6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5B4B768-48A6-B940-92C9-47FB23A37A2C}"/>
                </a:ext>
              </a:extLst>
            </p:cNvPr>
            <p:cNvSpPr/>
            <p:nvPr/>
          </p:nvSpPr>
          <p:spPr>
            <a:xfrm>
              <a:off x="3379233" y="5694023"/>
              <a:ext cx="838200" cy="5080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Id=1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A1B9B55-6197-F6D4-5A3E-5B878987CAF6}"/>
                </a:ext>
              </a:extLst>
            </p:cNvPr>
            <p:cNvSpPr/>
            <p:nvPr/>
          </p:nvSpPr>
          <p:spPr>
            <a:xfrm>
              <a:off x="3403946" y="3034269"/>
              <a:ext cx="838200" cy="5080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Id=3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80E943D-B650-1531-3C55-5E7784D5C8F6}"/>
                </a:ext>
              </a:extLst>
            </p:cNvPr>
            <p:cNvSpPr/>
            <p:nvPr/>
          </p:nvSpPr>
          <p:spPr>
            <a:xfrm>
              <a:off x="3403946" y="3949699"/>
              <a:ext cx="838200" cy="5080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F0437EC-B848-4AE6-1321-21CDD0D22DDE}"/>
                </a:ext>
              </a:extLst>
            </p:cNvPr>
            <p:cNvSpPr/>
            <p:nvPr/>
          </p:nvSpPr>
          <p:spPr>
            <a:xfrm>
              <a:off x="3379233" y="4841890"/>
              <a:ext cx="838200" cy="508000"/>
            </a:xfrm>
            <a:prstGeom prst="rect">
              <a:avLst/>
            </a:prstGeom>
            <a:solidFill>
              <a:srgbClr val="FFC000"/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Id=6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B0BAF70-14D1-39DE-568A-19985FE4D58E}"/>
                </a:ext>
              </a:extLst>
            </p:cNvPr>
            <p:cNvSpPr/>
            <p:nvPr/>
          </p:nvSpPr>
          <p:spPr>
            <a:xfrm>
              <a:off x="7836248" y="5749629"/>
              <a:ext cx="838200" cy="5080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Id=1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94524C5-C241-2201-8F11-1D663F8D9CE3}"/>
                </a:ext>
              </a:extLst>
            </p:cNvPr>
            <p:cNvSpPr/>
            <p:nvPr/>
          </p:nvSpPr>
          <p:spPr>
            <a:xfrm>
              <a:off x="7860961" y="1367925"/>
              <a:ext cx="838200" cy="50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Id=2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E09318A-4F52-A673-2467-CCA0D34B7EEA}"/>
                </a:ext>
              </a:extLst>
            </p:cNvPr>
            <p:cNvSpPr/>
            <p:nvPr/>
          </p:nvSpPr>
          <p:spPr>
            <a:xfrm>
              <a:off x="6385700" y="2186065"/>
              <a:ext cx="838200" cy="50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Id=2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A1211E3-785F-DB0E-5D57-4DD756D741DB}"/>
                </a:ext>
              </a:extLst>
            </p:cNvPr>
            <p:cNvSpPr/>
            <p:nvPr/>
          </p:nvSpPr>
          <p:spPr>
            <a:xfrm>
              <a:off x="428711" y="4723025"/>
              <a:ext cx="838200" cy="50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Id=2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4691666-FABE-0FFB-2456-F53887608304}"/>
                </a:ext>
              </a:extLst>
            </p:cNvPr>
            <p:cNvSpPr/>
            <p:nvPr/>
          </p:nvSpPr>
          <p:spPr>
            <a:xfrm>
              <a:off x="1937265" y="1266706"/>
              <a:ext cx="838200" cy="5080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Id=3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983FF77-7566-0C06-4DBC-E7E56F913DB8}"/>
                </a:ext>
              </a:extLst>
            </p:cNvPr>
            <p:cNvSpPr/>
            <p:nvPr/>
          </p:nvSpPr>
          <p:spPr>
            <a:xfrm>
              <a:off x="1989954" y="2100202"/>
              <a:ext cx="838200" cy="5080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Id=1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8D6FB67-B55B-A8F4-4D2F-B284C218B4E5}"/>
                </a:ext>
              </a:extLst>
            </p:cNvPr>
            <p:cNvSpPr/>
            <p:nvPr/>
          </p:nvSpPr>
          <p:spPr>
            <a:xfrm>
              <a:off x="1944813" y="5694023"/>
              <a:ext cx="838200" cy="5080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Id=3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B847BEF-E8B8-800D-023C-DB5E8FD57E4E}"/>
                </a:ext>
              </a:extLst>
            </p:cNvPr>
            <p:cNvSpPr/>
            <p:nvPr/>
          </p:nvSpPr>
          <p:spPr>
            <a:xfrm>
              <a:off x="3403946" y="1305663"/>
              <a:ext cx="838200" cy="508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Id=4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868089A-40D0-66C6-2BFA-AD879ABA73A7}"/>
                </a:ext>
              </a:extLst>
            </p:cNvPr>
            <p:cNvSpPr/>
            <p:nvPr/>
          </p:nvSpPr>
          <p:spPr>
            <a:xfrm>
              <a:off x="1966786" y="3989757"/>
              <a:ext cx="838200" cy="508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Id=4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854C94F-BE12-01A6-B4F5-F01A060DF544}"/>
                </a:ext>
              </a:extLst>
            </p:cNvPr>
            <p:cNvSpPr/>
            <p:nvPr/>
          </p:nvSpPr>
          <p:spPr>
            <a:xfrm>
              <a:off x="3403946" y="2118839"/>
              <a:ext cx="838200" cy="508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Id=5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F69BA6B-4893-41A3-8070-374BB520C8A2}"/>
                </a:ext>
              </a:extLst>
            </p:cNvPr>
            <p:cNvSpPr/>
            <p:nvPr/>
          </p:nvSpPr>
          <p:spPr>
            <a:xfrm>
              <a:off x="6385700" y="1333932"/>
              <a:ext cx="838200" cy="508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Id=5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D38305E-14A6-E2E3-E26C-72C8EC5F774C}"/>
                </a:ext>
              </a:extLst>
            </p:cNvPr>
            <p:cNvSpPr/>
            <p:nvPr/>
          </p:nvSpPr>
          <p:spPr>
            <a:xfrm>
              <a:off x="6394280" y="4011723"/>
              <a:ext cx="838200" cy="508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Id=5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62B981F8-CE09-35C1-270E-5C2F63AF8EBA}"/>
                </a:ext>
              </a:extLst>
            </p:cNvPr>
            <p:cNvSpPr/>
            <p:nvPr/>
          </p:nvSpPr>
          <p:spPr>
            <a:xfrm>
              <a:off x="6385700" y="5694709"/>
              <a:ext cx="838200" cy="5080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Id=3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AF46F320-46BE-950A-70B2-F62156CD3ECC}"/>
                </a:ext>
              </a:extLst>
            </p:cNvPr>
            <p:cNvSpPr/>
            <p:nvPr/>
          </p:nvSpPr>
          <p:spPr>
            <a:xfrm>
              <a:off x="7836248" y="3057508"/>
              <a:ext cx="838200" cy="508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Id=5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BCEF5405-5A49-CB96-3099-33CDD1D3C415}"/>
                </a:ext>
              </a:extLst>
            </p:cNvPr>
            <p:cNvSpPr/>
            <p:nvPr/>
          </p:nvSpPr>
          <p:spPr>
            <a:xfrm>
              <a:off x="6401828" y="4840090"/>
              <a:ext cx="838200" cy="508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Id=4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6AF65F82-2A65-5E38-769B-1B4705901763}"/>
                </a:ext>
              </a:extLst>
            </p:cNvPr>
            <p:cNvSpPr/>
            <p:nvPr/>
          </p:nvSpPr>
          <p:spPr>
            <a:xfrm>
              <a:off x="6327005" y="3027558"/>
              <a:ext cx="838200" cy="5080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Id=3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DED8BFBE-365B-988D-75F5-4C5A484AC32A}"/>
                </a:ext>
              </a:extLst>
            </p:cNvPr>
            <p:cNvSpPr/>
            <p:nvPr/>
          </p:nvSpPr>
          <p:spPr>
            <a:xfrm>
              <a:off x="7901802" y="2204118"/>
              <a:ext cx="838200" cy="508000"/>
            </a:xfrm>
            <a:prstGeom prst="rect">
              <a:avLst/>
            </a:prstGeom>
            <a:solidFill>
              <a:srgbClr val="FFC000"/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Id=6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29E9832-7657-299E-2F87-C0DFA6E29BF5}"/>
                </a:ext>
              </a:extLst>
            </p:cNvPr>
            <p:cNvSpPr/>
            <p:nvPr/>
          </p:nvSpPr>
          <p:spPr>
            <a:xfrm>
              <a:off x="7901802" y="4011723"/>
              <a:ext cx="838200" cy="508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Id=4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7A1112DD-0709-65B1-2688-48D91FE33B4D}"/>
                </a:ext>
              </a:extLst>
            </p:cNvPr>
            <p:cNvSpPr/>
            <p:nvPr/>
          </p:nvSpPr>
          <p:spPr>
            <a:xfrm>
              <a:off x="7877093" y="4880676"/>
              <a:ext cx="838200" cy="508000"/>
            </a:xfrm>
            <a:prstGeom prst="rect">
              <a:avLst/>
            </a:prstGeom>
            <a:solidFill>
              <a:srgbClr val="FFC000"/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Id=6</a:t>
              </a:r>
            </a:p>
          </p:txBody>
        </p:sp>
        <p:pic>
          <p:nvPicPr>
            <p:cNvPr id="83" name="Picture 82" descr="A yellow and grey rectangular buttons with black text&#10;&#10;Description automatically generated">
              <a:extLst>
                <a:ext uri="{FF2B5EF4-FFF2-40B4-BE49-F238E27FC236}">
                  <a16:creationId xmlns:a16="http://schemas.microsoft.com/office/drawing/2014/main" id="{3C54186D-3859-6DE2-3EF8-4E8563408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630354" y="3027558"/>
              <a:ext cx="225851" cy="1331420"/>
            </a:xfrm>
            <a:prstGeom prst="rect">
              <a:avLst/>
            </a:prstGeom>
          </p:spPr>
        </p:pic>
        <p:pic>
          <p:nvPicPr>
            <p:cNvPr id="85" name="Picture 84" descr="A yellow and grey rectangular buttons with black text&#10;&#10;Description automatically generated">
              <a:extLst>
                <a:ext uri="{FF2B5EF4-FFF2-40B4-BE49-F238E27FC236}">
                  <a16:creationId xmlns:a16="http://schemas.microsoft.com/office/drawing/2014/main" id="{7444292D-75ED-8922-984D-5B67B76852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791892" y="3027558"/>
              <a:ext cx="225851" cy="1331420"/>
            </a:xfrm>
            <a:prstGeom prst="rect">
              <a:avLst/>
            </a:prstGeom>
          </p:spPr>
        </p:pic>
        <p:pic>
          <p:nvPicPr>
            <p:cNvPr id="86" name="Picture 85" descr="A yellow and grey rectangular buttons with black text&#10;&#10;Description automatically generated">
              <a:extLst>
                <a:ext uri="{FF2B5EF4-FFF2-40B4-BE49-F238E27FC236}">
                  <a16:creationId xmlns:a16="http://schemas.microsoft.com/office/drawing/2014/main" id="{C9113630-F572-826A-A11A-2C3192905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007276" y="3263709"/>
              <a:ext cx="144759" cy="853370"/>
            </a:xfrm>
            <a:prstGeom prst="rect">
              <a:avLst/>
            </a:prstGeom>
          </p:spPr>
        </p:pic>
        <p:pic>
          <p:nvPicPr>
            <p:cNvPr id="87" name="Picture 86" descr="A yellow and grey rectangular buttons with black text&#10;&#10;Description automatically generated">
              <a:extLst>
                <a:ext uri="{FF2B5EF4-FFF2-40B4-BE49-F238E27FC236}">
                  <a16:creationId xmlns:a16="http://schemas.microsoft.com/office/drawing/2014/main" id="{767D0A0C-20B7-1EE3-7F37-C10CA3A74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519277" y="3281558"/>
              <a:ext cx="144759" cy="853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72017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89">
            <a:extLst>
              <a:ext uri="{FF2B5EF4-FFF2-40B4-BE49-F238E27FC236}">
                <a16:creationId xmlns:a16="http://schemas.microsoft.com/office/drawing/2014/main" id="{A61EEA0F-3950-1424-789A-24FEA63BF397}"/>
              </a:ext>
            </a:extLst>
          </p:cNvPr>
          <p:cNvGrpSpPr/>
          <p:nvPr/>
        </p:nvGrpSpPr>
        <p:grpSpPr>
          <a:xfrm>
            <a:off x="231683" y="1187875"/>
            <a:ext cx="2166895" cy="3406569"/>
            <a:chOff x="231683" y="1171833"/>
            <a:chExt cx="2166895" cy="3406569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2C535BF6-EA9B-6AE9-D76B-14E4367BFA1E}"/>
                </a:ext>
              </a:extLst>
            </p:cNvPr>
            <p:cNvGrpSpPr/>
            <p:nvPr/>
          </p:nvGrpSpPr>
          <p:grpSpPr>
            <a:xfrm>
              <a:off x="231683" y="1171833"/>
              <a:ext cx="2166895" cy="2535195"/>
              <a:chOff x="231683" y="1171833"/>
              <a:chExt cx="2166895" cy="2535195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B8D4BEBF-7D1F-8146-4A4E-F39710846FD0}"/>
                  </a:ext>
                </a:extLst>
              </p:cNvPr>
              <p:cNvSpPr/>
              <p:nvPr/>
            </p:nvSpPr>
            <p:spPr>
              <a:xfrm>
                <a:off x="231683" y="1488989"/>
                <a:ext cx="2166895" cy="221803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E2E1D221-3516-A722-4531-085EB6506955}"/>
                  </a:ext>
                </a:extLst>
              </p:cNvPr>
              <p:cNvSpPr/>
              <p:nvPr/>
            </p:nvSpPr>
            <p:spPr>
              <a:xfrm>
                <a:off x="620071" y="1171833"/>
                <a:ext cx="1505291" cy="83614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Bootstrap Sample</a:t>
                </a:r>
              </a:p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1</a:t>
                </a:r>
              </a:p>
            </p:txBody>
          </p:sp>
          <p:pic>
            <p:nvPicPr>
              <p:cNvPr id="70" name="Picture 69" descr="A diagram of a company&#10;&#10;Description automatically generated">
                <a:extLst>
                  <a:ext uri="{FF2B5EF4-FFF2-40B4-BE49-F238E27FC236}">
                    <a16:creationId xmlns:a16="http://schemas.microsoft.com/office/drawing/2014/main" id="{15240DE7-19FF-9081-58A8-4CA7C8412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90657" y="2175341"/>
                <a:ext cx="1838317" cy="1322847"/>
              </a:xfrm>
              <a:prstGeom prst="rect">
                <a:avLst/>
              </a:prstGeom>
              <a:ln w="1270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3A4C9DF0-12B7-0DD4-0FDF-08445FC338C5}"/>
                </a:ext>
              </a:extLst>
            </p:cNvPr>
            <p:cNvGrpSpPr/>
            <p:nvPr/>
          </p:nvGrpSpPr>
          <p:grpSpPr>
            <a:xfrm>
              <a:off x="657597" y="3629142"/>
              <a:ext cx="1272747" cy="949260"/>
              <a:chOff x="657597" y="3629142"/>
              <a:chExt cx="1272747" cy="949260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3BAFEAF3-384E-FC38-BB43-058C219BFB02}"/>
                  </a:ext>
                </a:extLst>
              </p:cNvPr>
              <p:cNvSpPr/>
              <p:nvPr/>
            </p:nvSpPr>
            <p:spPr>
              <a:xfrm>
                <a:off x="657597" y="3629142"/>
                <a:ext cx="1272747" cy="949260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100" b="1" dirty="0">
                    <a:solidFill>
                      <a:schemeClr val="tx1"/>
                    </a:solidFill>
                  </a:rPr>
                  <a:t>Prediction </a:t>
                </a:r>
                <a:r>
                  <a:rPr lang="en-US" sz="1100" b="1" dirty="0">
                    <a:solidFill>
                      <a:srgbClr val="FF0000"/>
                    </a:solidFill>
                  </a:rPr>
                  <a:t>1</a:t>
                </a:r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12ACCE58-EB72-0B11-14B3-F8E686B2746F}"/>
                      </a:ext>
                    </a:extLst>
                  </p:cNvPr>
                  <p:cNvSpPr/>
                  <p:nvPr/>
                </p:nvSpPr>
                <p:spPr>
                  <a:xfrm>
                    <a:off x="758886" y="3992292"/>
                    <a:ext cx="1087120" cy="508000"/>
                  </a:xfrm>
                  <a:prstGeom prst="rect">
                    <a:avLst/>
                  </a:prstGeom>
                  <a:solidFill>
                    <a:schemeClr val="tx2">
                      <a:lumMod val="50000"/>
                      <a:lumOff val="50000"/>
                    </a:schemeClr>
                  </a:solidFill>
                  <a:ln w="25400">
                    <a:solidFill>
                      <a:schemeClr val="bg1"/>
                    </a:solidFill>
                  </a:ln>
                  <a:effectLst>
                    <a:glow rad="76200">
                      <a:schemeClr val="tx1">
                        <a:lumMod val="85000"/>
                        <a:lumOff val="15000"/>
                        <a:alpha val="30000"/>
                      </a:schemeClr>
                    </a:glow>
                  </a:effectLst>
                  <a:scene3d>
                    <a:camera prst="orthographicFront"/>
                    <a:lightRig rig="threePt" dir="t"/>
                  </a:scene3d>
                  <a:sp3d>
                    <a:bevelT w="114300" prst="artDeco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</m:acc>
                            </m:e>
                            <m:sup>
                              <m:d>
                                <m:dPr>
                                  <m:ctrlP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sup>
                          </m:sSup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12ACCE58-EB72-0B11-14B3-F8E686B2746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8886" y="3992292"/>
                    <a:ext cx="1087120" cy="50800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25400">
                    <a:solidFill>
                      <a:schemeClr val="bg1"/>
                    </a:solidFill>
                  </a:ln>
                  <a:effectLst>
                    <a:glow rad="76200">
                      <a:schemeClr val="tx1">
                        <a:lumMod val="85000"/>
                        <a:lumOff val="15000"/>
                        <a:alpha val="30000"/>
                      </a:schemeClr>
                    </a:glo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C341862-AE79-457F-0134-18540935405C}"/>
              </a:ext>
            </a:extLst>
          </p:cNvPr>
          <p:cNvGrpSpPr/>
          <p:nvPr/>
        </p:nvGrpSpPr>
        <p:grpSpPr>
          <a:xfrm>
            <a:off x="2617362" y="1171833"/>
            <a:ext cx="2152345" cy="3422611"/>
            <a:chOff x="2617362" y="1171833"/>
            <a:chExt cx="2152345" cy="3422611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3484FA4A-6220-5DB1-0DDD-ADED87D09DDD}"/>
                </a:ext>
              </a:extLst>
            </p:cNvPr>
            <p:cNvGrpSpPr/>
            <p:nvPr/>
          </p:nvGrpSpPr>
          <p:grpSpPr>
            <a:xfrm>
              <a:off x="2617362" y="1171833"/>
              <a:ext cx="2152345" cy="2535195"/>
              <a:chOff x="2617362" y="1171833"/>
              <a:chExt cx="2152345" cy="2535195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3F3C178-33FB-DAC3-7E71-F8461EB9917D}"/>
                  </a:ext>
                </a:extLst>
              </p:cNvPr>
              <p:cNvSpPr/>
              <p:nvPr/>
            </p:nvSpPr>
            <p:spPr>
              <a:xfrm>
                <a:off x="2617362" y="1488990"/>
                <a:ext cx="2152345" cy="2218038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5000"/>
                      <a:lumOff val="95000"/>
                    </a:schemeClr>
                  </a:gs>
                  <a:gs pos="74000">
                    <a:schemeClr val="accent6">
                      <a:lumMod val="40000"/>
                      <a:lumOff val="60000"/>
                    </a:schemeClr>
                  </a:gs>
                  <a:gs pos="83000">
                    <a:schemeClr val="accent6">
                      <a:lumMod val="60000"/>
                      <a:lumOff val="40000"/>
                    </a:schemeClr>
                  </a:gs>
                  <a:gs pos="100000">
                    <a:schemeClr val="accent6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B0E2DFE2-9109-3662-679D-8EC423ED8386}"/>
                  </a:ext>
                </a:extLst>
              </p:cNvPr>
              <p:cNvSpPr/>
              <p:nvPr/>
            </p:nvSpPr>
            <p:spPr>
              <a:xfrm>
                <a:off x="2959444" y="1171833"/>
                <a:ext cx="1505291" cy="836142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Bootstrap Sample</a:t>
                </a:r>
              </a:p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2</a:t>
                </a:r>
              </a:p>
            </p:txBody>
          </p:sp>
          <p:pic>
            <p:nvPicPr>
              <p:cNvPr id="74" name="Picture 73" descr="A diagram of a flowchart&#10;&#10;Description automatically generated">
                <a:extLst>
                  <a:ext uri="{FF2B5EF4-FFF2-40B4-BE49-F238E27FC236}">
                    <a16:creationId xmlns:a16="http://schemas.microsoft.com/office/drawing/2014/main" id="{9555A4F7-8F6A-A513-8134-479DA0FFFD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94000" y="2183719"/>
                <a:ext cx="1809433" cy="1326825"/>
              </a:xfrm>
              <a:prstGeom prst="rect">
                <a:avLst/>
              </a:prstGeom>
              <a:ln w="1270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867CBE08-14F4-8939-F567-CFC9E670A8E9}"/>
                </a:ext>
              </a:extLst>
            </p:cNvPr>
            <p:cNvGrpSpPr/>
            <p:nvPr/>
          </p:nvGrpSpPr>
          <p:grpSpPr>
            <a:xfrm>
              <a:off x="3074455" y="3645184"/>
              <a:ext cx="1272747" cy="949260"/>
              <a:chOff x="3074455" y="3645184"/>
              <a:chExt cx="1272747" cy="949260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01549C60-E111-0AE7-296B-5303E3D862B1}"/>
                  </a:ext>
                </a:extLst>
              </p:cNvPr>
              <p:cNvSpPr/>
              <p:nvPr/>
            </p:nvSpPr>
            <p:spPr>
              <a:xfrm>
                <a:off x="3074455" y="3645184"/>
                <a:ext cx="1272747" cy="94926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100" b="1" dirty="0">
                    <a:solidFill>
                      <a:schemeClr val="tx1"/>
                    </a:solidFill>
                  </a:rPr>
                  <a:t>Prediction </a:t>
                </a:r>
                <a:r>
                  <a:rPr lang="en-US" sz="1100" b="1" dirty="0">
                    <a:solidFill>
                      <a:srgbClr val="FF0000"/>
                    </a:solidFill>
                  </a:rPr>
                  <a:t>1</a:t>
                </a:r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Rectangle 78">
                    <a:extLst>
                      <a:ext uri="{FF2B5EF4-FFF2-40B4-BE49-F238E27FC236}">
                        <a16:creationId xmlns:a16="http://schemas.microsoft.com/office/drawing/2014/main" id="{E341C8F6-5981-3DEE-75B5-8DE216091DA7}"/>
                      </a:ext>
                    </a:extLst>
                  </p:cNvPr>
                  <p:cNvSpPr/>
                  <p:nvPr/>
                </p:nvSpPr>
                <p:spPr>
                  <a:xfrm>
                    <a:off x="3175744" y="4008334"/>
                    <a:ext cx="1087120" cy="508000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25400">
                    <a:solidFill>
                      <a:schemeClr val="bg1"/>
                    </a:solidFill>
                  </a:ln>
                  <a:effectLst>
                    <a:glow rad="76200">
                      <a:schemeClr val="tx1">
                        <a:lumMod val="85000"/>
                        <a:lumOff val="15000"/>
                        <a:alpha val="30000"/>
                      </a:schemeClr>
                    </a:glow>
                  </a:effectLst>
                  <a:scene3d>
                    <a:camera prst="orthographicFront"/>
                    <a:lightRig rig="threePt" dir="t"/>
                  </a:scene3d>
                  <a:sp3d>
                    <a:bevelT w="114300" prst="artDeco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</m:acc>
                            </m:e>
                            <m:sup>
                              <m:d>
                                <m:dPr>
                                  <m:ctrlP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sup>
                          </m:sSup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9" name="Rectangle 78">
                    <a:extLst>
                      <a:ext uri="{FF2B5EF4-FFF2-40B4-BE49-F238E27FC236}">
                        <a16:creationId xmlns:a16="http://schemas.microsoft.com/office/drawing/2014/main" id="{E341C8F6-5981-3DEE-75B5-8DE216091DA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75744" y="4008334"/>
                    <a:ext cx="1087120" cy="50800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25400">
                    <a:solidFill>
                      <a:schemeClr val="bg1"/>
                    </a:solidFill>
                  </a:ln>
                  <a:effectLst>
                    <a:glow rad="76200">
                      <a:schemeClr val="tx1">
                        <a:lumMod val="85000"/>
                        <a:lumOff val="15000"/>
                        <a:alpha val="30000"/>
                      </a:schemeClr>
                    </a:glo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FC5B651-3E31-5184-D7F6-0BA3D6825CBC}"/>
              </a:ext>
            </a:extLst>
          </p:cNvPr>
          <p:cNvGrpSpPr/>
          <p:nvPr/>
        </p:nvGrpSpPr>
        <p:grpSpPr>
          <a:xfrm>
            <a:off x="6746240" y="1171833"/>
            <a:ext cx="2166077" cy="3422611"/>
            <a:chOff x="6746240" y="1171833"/>
            <a:chExt cx="2166077" cy="3422611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C413D62E-BE5B-EDC7-5770-5E5990091B3B}"/>
                </a:ext>
              </a:extLst>
            </p:cNvPr>
            <p:cNvGrpSpPr/>
            <p:nvPr/>
          </p:nvGrpSpPr>
          <p:grpSpPr>
            <a:xfrm>
              <a:off x="6746240" y="1171833"/>
              <a:ext cx="2166077" cy="2535195"/>
              <a:chOff x="6746240" y="1171833"/>
              <a:chExt cx="2166077" cy="2535195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E0EFD004-D53C-92B1-EA7E-9629F6692BC1}"/>
                  </a:ext>
                </a:extLst>
              </p:cNvPr>
              <p:cNvSpPr/>
              <p:nvPr/>
            </p:nvSpPr>
            <p:spPr>
              <a:xfrm>
                <a:off x="6746240" y="1488990"/>
                <a:ext cx="2166077" cy="2218038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5">
                      <a:lumMod val="5000"/>
                      <a:lumOff val="95000"/>
                    </a:schemeClr>
                  </a:gs>
                  <a:gs pos="74000">
                    <a:schemeClr val="accent5">
                      <a:lumMod val="45000"/>
                      <a:lumOff val="55000"/>
                    </a:schemeClr>
                  </a:gs>
                  <a:gs pos="83000">
                    <a:schemeClr val="accent5">
                      <a:lumMod val="45000"/>
                      <a:lumOff val="55000"/>
                    </a:schemeClr>
                  </a:gs>
                  <a:gs pos="100000">
                    <a:schemeClr val="accent5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ECEB9524-DFFC-A3A3-C23D-64A9D9C3F04C}"/>
                  </a:ext>
                </a:extLst>
              </p:cNvPr>
              <p:cNvSpPr/>
              <p:nvPr/>
            </p:nvSpPr>
            <p:spPr>
              <a:xfrm>
                <a:off x="7134909" y="1171833"/>
                <a:ext cx="1505291" cy="836142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Bootstrap Sample</a:t>
                </a:r>
              </a:p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B</a:t>
                </a:r>
              </a:p>
            </p:txBody>
          </p:sp>
          <p:pic>
            <p:nvPicPr>
              <p:cNvPr id="72" name="Picture 71" descr="A diagram of a flowchart&#10;&#10;Description automatically generated">
                <a:extLst>
                  <a:ext uri="{FF2B5EF4-FFF2-40B4-BE49-F238E27FC236}">
                    <a16:creationId xmlns:a16="http://schemas.microsoft.com/office/drawing/2014/main" id="{01D772D7-1B53-0BA3-5791-A5C8213ADF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67749" y="2171362"/>
                <a:ext cx="1800150" cy="1257638"/>
              </a:xfrm>
              <a:prstGeom prst="rect">
                <a:avLst/>
              </a:prstGeom>
              <a:ln w="1270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C8453FA4-1430-B2BE-A60A-A2BB08A9EDCF}"/>
                </a:ext>
              </a:extLst>
            </p:cNvPr>
            <p:cNvGrpSpPr/>
            <p:nvPr/>
          </p:nvGrpSpPr>
          <p:grpSpPr>
            <a:xfrm>
              <a:off x="7251181" y="3645184"/>
              <a:ext cx="1272747" cy="949260"/>
              <a:chOff x="7251181" y="3645184"/>
              <a:chExt cx="1272747" cy="949260"/>
            </a:xfrm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653469F0-C621-22E0-DE6B-32AB2ECBFD9B}"/>
                  </a:ext>
                </a:extLst>
              </p:cNvPr>
              <p:cNvSpPr/>
              <p:nvPr/>
            </p:nvSpPr>
            <p:spPr>
              <a:xfrm>
                <a:off x="7251181" y="3645184"/>
                <a:ext cx="1272747" cy="94926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100" b="1" dirty="0">
                    <a:solidFill>
                      <a:schemeClr val="tx1"/>
                    </a:solidFill>
                  </a:rPr>
                  <a:t>Prediction </a:t>
                </a:r>
                <a:r>
                  <a:rPr lang="en-US" sz="1100" b="1" dirty="0">
                    <a:solidFill>
                      <a:srgbClr val="FF0000"/>
                    </a:solidFill>
                  </a:rPr>
                  <a:t>1</a:t>
                </a:r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Rectangle 80">
                    <a:extLst>
                      <a:ext uri="{FF2B5EF4-FFF2-40B4-BE49-F238E27FC236}">
                        <a16:creationId xmlns:a16="http://schemas.microsoft.com/office/drawing/2014/main" id="{A6234AAD-9A06-94D0-DF50-D81F209941BE}"/>
                      </a:ext>
                    </a:extLst>
                  </p:cNvPr>
                  <p:cNvSpPr/>
                  <p:nvPr/>
                </p:nvSpPr>
                <p:spPr>
                  <a:xfrm>
                    <a:off x="7352470" y="4008334"/>
                    <a:ext cx="1087120" cy="508000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 w="25400">
                    <a:solidFill>
                      <a:schemeClr val="bg1"/>
                    </a:solidFill>
                  </a:ln>
                  <a:effectLst>
                    <a:glow rad="76200">
                      <a:schemeClr val="tx1">
                        <a:lumMod val="85000"/>
                        <a:lumOff val="15000"/>
                        <a:alpha val="30000"/>
                      </a:schemeClr>
                    </a:glow>
                  </a:effectLst>
                  <a:scene3d>
                    <a:camera prst="orthographicFront"/>
                    <a:lightRig rig="threePt" dir="t"/>
                  </a:scene3d>
                  <a:sp3d>
                    <a:bevelT w="114300" prst="artDeco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</m:acc>
                            </m:e>
                            <m:sup>
                              <m:d>
                                <m:dPr>
                                  <m:ctrlP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</m:d>
                            </m:sup>
                          </m:sSup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1" name="Rectangle 80">
                    <a:extLst>
                      <a:ext uri="{FF2B5EF4-FFF2-40B4-BE49-F238E27FC236}">
                        <a16:creationId xmlns:a16="http://schemas.microsoft.com/office/drawing/2014/main" id="{A6234AAD-9A06-94D0-DF50-D81F209941B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52470" y="4008334"/>
                    <a:ext cx="1087120" cy="50800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25400">
                    <a:solidFill>
                      <a:schemeClr val="bg1"/>
                    </a:solidFill>
                  </a:ln>
                  <a:effectLst>
                    <a:glow rad="76200">
                      <a:schemeClr val="tx1">
                        <a:lumMod val="85000"/>
                        <a:lumOff val="15000"/>
                        <a:alpha val="30000"/>
                      </a:schemeClr>
                    </a:glo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DECD122-9245-339D-03DC-39C09517F165}"/>
              </a:ext>
            </a:extLst>
          </p:cNvPr>
          <p:cNvGrpSpPr/>
          <p:nvPr/>
        </p:nvGrpSpPr>
        <p:grpSpPr>
          <a:xfrm>
            <a:off x="2729381" y="5369010"/>
            <a:ext cx="4108299" cy="1367070"/>
            <a:chOff x="2729381" y="5369010"/>
            <a:chExt cx="4108299" cy="1367070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AEE77C1-8E92-F454-8EC4-BE4243072824}"/>
                </a:ext>
              </a:extLst>
            </p:cNvPr>
            <p:cNvSpPr/>
            <p:nvPr/>
          </p:nvSpPr>
          <p:spPr>
            <a:xfrm>
              <a:off x="2729381" y="5369010"/>
              <a:ext cx="4108299" cy="1367070"/>
            </a:xfrm>
            <a:prstGeom prst="rect">
              <a:avLst/>
            </a:prstGeom>
            <a:solidFill>
              <a:srgbClr val="F7EDBE"/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100" b="1" dirty="0">
                  <a:solidFill>
                    <a:schemeClr val="tx1"/>
                  </a:solidFill>
                </a:rPr>
                <a:t>Overall Prediction </a:t>
              </a:r>
            </a:p>
            <a:p>
              <a:pPr algn="ctr"/>
              <a:endParaRPr lang="en-US" sz="1100" b="1" dirty="0">
                <a:solidFill>
                  <a:schemeClr val="tx1"/>
                </a:solidFill>
              </a:endParaRPr>
            </a:p>
            <a:p>
              <a:pPr algn="ctr"/>
              <a:endParaRPr lang="en-US" sz="1100" b="1" dirty="0">
                <a:solidFill>
                  <a:srgbClr val="FF0000"/>
                </a:solidFill>
              </a:endParaRPr>
            </a:p>
            <a:p>
              <a:pPr algn="ctr"/>
              <a:endParaRPr lang="en-US" sz="1100" dirty="0"/>
            </a:p>
            <a:p>
              <a:pPr algn="ctr"/>
              <a:endParaRPr lang="en-US" sz="1100" dirty="0"/>
            </a:p>
            <a:p>
              <a:pPr algn="ctr"/>
              <a:endParaRPr lang="en-US" sz="1100" dirty="0"/>
            </a:p>
            <a:p>
              <a:pPr algn="ctr"/>
              <a:endParaRPr lang="en-US" sz="1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A85112A4-EE55-830D-E48D-0F01E765FC37}"/>
                    </a:ext>
                  </a:extLst>
                </p:cNvPr>
                <p:cNvSpPr/>
                <p:nvPr/>
              </p:nvSpPr>
              <p:spPr>
                <a:xfrm>
                  <a:off x="2905546" y="5686167"/>
                  <a:ext cx="3728322" cy="895866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bg1"/>
                  </a:solidFill>
                </a:ln>
                <a:effectLst>
                  <a:glow rad="76200">
                    <a:schemeClr val="tx1">
                      <a:lumMod val="85000"/>
                      <a:lumOff val="15000"/>
                      <a:alpha val="30000"/>
                    </a:schemeClr>
                  </a:glow>
                </a:effectLst>
                <a:scene3d>
                  <a:camera prst="orthographicFront"/>
                  <a:lightRig rig="threePt" dir="t"/>
                </a:scene3d>
                <a:sp3d>
                  <a:bevelT w="114300" prst="artDeco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acc>
                        <m:d>
                          <m:dPr>
                            <m:ctrlP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</m:acc>
                              </m:e>
                              <m:sup>
                                <m:d>
                                  <m:dPr>
                                    <m:ctrlPr>
                                      <a:rPr lang="en-US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en-US" b="1" dirty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</m:e>
                        </m:nary>
                      </m:oMath>
                    </m:oMathPara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A85112A4-EE55-830D-E48D-0F01E765FC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5546" y="5686167"/>
                  <a:ext cx="3728322" cy="895866"/>
                </a:xfrm>
                <a:prstGeom prst="rect">
                  <a:avLst/>
                </a:prstGeom>
                <a:blipFill>
                  <a:blip r:embed="rId8"/>
                  <a:stretch>
                    <a:fillRect t="-63636" b="-107955"/>
                  </a:stretch>
                </a:blipFill>
                <a:ln w="25400">
                  <a:solidFill>
                    <a:schemeClr val="bg1"/>
                  </a:solidFill>
                </a:ln>
                <a:effectLst>
                  <a:glow rad="76200">
                    <a:schemeClr val="tx1">
                      <a:lumMod val="85000"/>
                      <a:lumOff val="15000"/>
                      <a:alpha val="3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B8A8E86-1C54-7FC7-971B-73309FC5A3B1}"/>
              </a:ext>
            </a:extLst>
          </p:cNvPr>
          <p:cNvCxnSpPr>
            <a:stCxn id="62" idx="2"/>
            <a:endCxn id="82" idx="0"/>
          </p:cNvCxnSpPr>
          <p:nvPr/>
        </p:nvCxnSpPr>
        <p:spPr>
          <a:xfrm>
            <a:off x="1293971" y="4594444"/>
            <a:ext cx="3489560" cy="7745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4DB1CC66-BCCF-B069-66B8-CB2AA64DD3AB}"/>
              </a:ext>
            </a:extLst>
          </p:cNvPr>
          <p:cNvCxnSpPr>
            <a:cxnSpLocks/>
            <a:stCxn id="78" idx="2"/>
            <a:endCxn id="82" idx="0"/>
          </p:cNvCxnSpPr>
          <p:nvPr/>
        </p:nvCxnSpPr>
        <p:spPr>
          <a:xfrm>
            <a:off x="3710829" y="4594444"/>
            <a:ext cx="1072702" cy="7745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206227F-CEEC-2068-9765-E3F705AEFC31}"/>
              </a:ext>
            </a:extLst>
          </p:cNvPr>
          <p:cNvCxnSpPr>
            <a:cxnSpLocks/>
            <a:stCxn id="80" idx="2"/>
            <a:endCxn id="82" idx="0"/>
          </p:cNvCxnSpPr>
          <p:nvPr/>
        </p:nvCxnSpPr>
        <p:spPr>
          <a:xfrm flipH="1">
            <a:off x="4783531" y="4594444"/>
            <a:ext cx="3104024" cy="7745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0416848-BA38-7A83-D6BB-0F1DB37C0208}"/>
              </a:ext>
            </a:extLst>
          </p:cNvPr>
          <p:cNvSpPr/>
          <p:nvPr/>
        </p:nvSpPr>
        <p:spPr>
          <a:xfrm>
            <a:off x="5891000" y="117903"/>
            <a:ext cx="1461471" cy="444611"/>
          </a:xfrm>
          <a:prstGeom prst="rect">
            <a:avLst/>
          </a:prstGeom>
          <a:solidFill>
            <a:srgbClr val="FFA46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Testing Data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0BAA40B-A880-F9CE-78DA-041286AA4E7F}"/>
              </a:ext>
            </a:extLst>
          </p:cNvPr>
          <p:cNvSpPr/>
          <p:nvPr/>
        </p:nvSpPr>
        <p:spPr>
          <a:xfrm>
            <a:off x="2613696" y="121920"/>
            <a:ext cx="3277304" cy="44461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Training Data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90971819-19E4-2588-EA0B-53CC012A5789}"/>
              </a:ext>
            </a:extLst>
          </p:cNvPr>
          <p:cNvCxnSpPr>
            <a:cxnSpLocks/>
            <a:stCxn id="103" idx="2"/>
            <a:endCxn id="66" idx="0"/>
          </p:cNvCxnSpPr>
          <p:nvPr/>
        </p:nvCxnSpPr>
        <p:spPr>
          <a:xfrm flipH="1">
            <a:off x="1372717" y="566530"/>
            <a:ext cx="2879631" cy="6213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7896179-5BDB-9BF9-1CB2-6B4B13C628C8}"/>
              </a:ext>
            </a:extLst>
          </p:cNvPr>
          <p:cNvCxnSpPr>
            <a:cxnSpLocks/>
            <a:stCxn id="103" idx="2"/>
            <a:endCxn id="67" idx="0"/>
          </p:cNvCxnSpPr>
          <p:nvPr/>
        </p:nvCxnSpPr>
        <p:spPr>
          <a:xfrm flipH="1">
            <a:off x="3712090" y="566530"/>
            <a:ext cx="540258" cy="6053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B4846D5-98FC-6B12-BD00-36BFC3ABAF62}"/>
              </a:ext>
            </a:extLst>
          </p:cNvPr>
          <p:cNvCxnSpPr>
            <a:cxnSpLocks/>
            <a:stCxn id="103" idx="2"/>
            <a:endCxn id="68" idx="0"/>
          </p:cNvCxnSpPr>
          <p:nvPr/>
        </p:nvCxnSpPr>
        <p:spPr>
          <a:xfrm>
            <a:off x="4252348" y="566530"/>
            <a:ext cx="3635207" cy="6053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8BD4CC4-092D-8782-BACB-31ECD3965837}"/>
              </a:ext>
            </a:extLst>
          </p:cNvPr>
          <p:cNvSpPr/>
          <p:nvPr/>
        </p:nvSpPr>
        <p:spPr>
          <a:xfrm>
            <a:off x="5436833" y="1944330"/>
            <a:ext cx="1267432" cy="6936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…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FDDB0FD9-6454-20A7-82FA-EA64809F81BB}"/>
              </a:ext>
            </a:extLst>
          </p:cNvPr>
          <p:cNvCxnSpPr>
            <a:cxnSpLocks/>
            <a:stCxn id="103" idx="2"/>
          </p:cNvCxnSpPr>
          <p:nvPr/>
        </p:nvCxnSpPr>
        <p:spPr>
          <a:xfrm>
            <a:off x="4252348" y="566530"/>
            <a:ext cx="1553079" cy="1961399"/>
          </a:xfrm>
          <a:prstGeom prst="straightConnector1">
            <a:avLst/>
          </a:prstGeom>
          <a:ln w="31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88AEA70D-F47E-0240-10A1-A6FABB62633A}"/>
              </a:ext>
            </a:extLst>
          </p:cNvPr>
          <p:cNvCxnSpPr>
            <a:cxnSpLocks/>
            <a:stCxn id="103" idx="2"/>
          </p:cNvCxnSpPr>
          <p:nvPr/>
        </p:nvCxnSpPr>
        <p:spPr>
          <a:xfrm>
            <a:off x="4252348" y="566530"/>
            <a:ext cx="1817603" cy="1952419"/>
          </a:xfrm>
          <a:prstGeom prst="straightConnector1">
            <a:avLst/>
          </a:prstGeom>
          <a:ln w="31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50F84D95-BCE1-F824-8190-F7133B690EAC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4783531" y="2598009"/>
            <a:ext cx="1036204" cy="2771001"/>
          </a:xfrm>
          <a:prstGeom prst="straightConnector1">
            <a:avLst/>
          </a:prstGeom>
          <a:ln w="31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1F4FE2FC-7CED-55E6-4530-B48CB0C3CF49}"/>
              </a:ext>
            </a:extLst>
          </p:cNvPr>
          <p:cNvCxnSpPr>
            <a:cxnSpLocks/>
            <a:stCxn id="103" idx="2"/>
          </p:cNvCxnSpPr>
          <p:nvPr/>
        </p:nvCxnSpPr>
        <p:spPr>
          <a:xfrm>
            <a:off x="4252348" y="566530"/>
            <a:ext cx="2104086" cy="1941109"/>
          </a:xfrm>
          <a:prstGeom prst="straightConnector1">
            <a:avLst/>
          </a:prstGeom>
          <a:ln w="31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B240765E-2C47-7C5E-2F72-EB3F6442D44C}"/>
              </a:ext>
            </a:extLst>
          </p:cNvPr>
          <p:cNvCxnSpPr>
            <a:cxnSpLocks/>
            <a:stCxn id="128" idx="2"/>
            <a:endCxn id="82" idx="0"/>
          </p:cNvCxnSpPr>
          <p:nvPr/>
        </p:nvCxnSpPr>
        <p:spPr>
          <a:xfrm flipH="1">
            <a:off x="4783531" y="2638009"/>
            <a:ext cx="1287018" cy="2731001"/>
          </a:xfrm>
          <a:prstGeom prst="straightConnector1">
            <a:avLst/>
          </a:prstGeom>
          <a:ln w="31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96112B20-1E85-F660-267A-EAD41A8F1FF8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4783531" y="2598009"/>
            <a:ext cx="1547845" cy="2771001"/>
          </a:xfrm>
          <a:prstGeom prst="straightConnector1">
            <a:avLst/>
          </a:prstGeom>
          <a:ln w="31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4232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827C69-8608-0E8E-86F3-510898202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89">
            <a:extLst>
              <a:ext uri="{FF2B5EF4-FFF2-40B4-BE49-F238E27FC236}">
                <a16:creationId xmlns:a16="http://schemas.microsoft.com/office/drawing/2014/main" id="{4E8E5781-CB14-5927-0530-85443B146A83}"/>
              </a:ext>
            </a:extLst>
          </p:cNvPr>
          <p:cNvGrpSpPr/>
          <p:nvPr/>
        </p:nvGrpSpPr>
        <p:grpSpPr>
          <a:xfrm>
            <a:off x="231683" y="1187875"/>
            <a:ext cx="2166895" cy="3406569"/>
            <a:chOff x="231683" y="1171833"/>
            <a:chExt cx="2166895" cy="3406569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88C0997A-8749-CD80-A642-7F60077B6D95}"/>
                </a:ext>
              </a:extLst>
            </p:cNvPr>
            <p:cNvGrpSpPr/>
            <p:nvPr/>
          </p:nvGrpSpPr>
          <p:grpSpPr>
            <a:xfrm>
              <a:off x="231683" y="1171833"/>
              <a:ext cx="2166895" cy="2535195"/>
              <a:chOff x="231683" y="1171833"/>
              <a:chExt cx="2166895" cy="2535195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B2BF762-4A30-0904-7A88-ADA826EC1D0A}"/>
                  </a:ext>
                </a:extLst>
              </p:cNvPr>
              <p:cNvSpPr/>
              <p:nvPr/>
            </p:nvSpPr>
            <p:spPr>
              <a:xfrm>
                <a:off x="231683" y="1488989"/>
                <a:ext cx="2166895" cy="221803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E25356B7-17EE-C9D4-9F23-FA05771D0AC6}"/>
                  </a:ext>
                </a:extLst>
              </p:cNvPr>
              <p:cNvSpPr/>
              <p:nvPr/>
            </p:nvSpPr>
            <p:spPr>
              <a:xfrm>
                <a:off x="620071" y="1171833"/>
                <a:ext cx="1505291" cy="83614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Bootstrap Sample</a:t>
                </a:r>
              </a:p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1</a:t>
                </a:r>
              </a:p>
            </p:txBody>
          </p:sp>
          <p:pic>
            <p:nvPicPr>
              <p:cNvPr id="70" name="Picture 69" descr="A diagram of a company&#10;&#10;Description automatically generated">
                <a:extLst>
                  <a:ext uri="{FF2B5EF4-FFF2-40B4-BE49-F238E27FC236}">
                    <a16:creationId xmlns:a16="http://schemas.microsoft.com/office/drawing/2014/main" id="{CD9A93ED-E5C1-1136-5D92-0496D5239D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90657" y="2175341"/>
                <a:ext cx="1838317" cy="1322847"/>
              </a:xfrm>
              <a:prstGeom prst="rect">
                <a:avLst/>
              </a:prstGeom>
              <a:ln w="1270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8FFAC94F-1FDC-0ADA-70F2-B3A81338D31C}"/>
                </a:ext>
              </a:extLst>
            </p:cNvPr>
            <p:cNvGrpSpPr/>
            <p:nvPr/>
          </p:nvGrpSpPr>
          <p:grpSpPr>
            <a:xfrm>
              <a:off x="657597" y="3629142"/>
              <a:ext cx="1272747" cy="949260"/>
              <a:chOff x="657597" y="3629142"/>
              <a:chExt cx="1272747" cy="949260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14F147C-0E6E-1ABF-56FE-6DE3C19F8750}"/>
                  </a:ext>
                </a:extLst>
              </p:cNvPr>
              <p:cNvSpPr/>
              <p:nvPr/>
            </p:nvSpPr>
            <p:spPr>
              <a:xfrm>
                <a:off x="657597" y="3629142"/>
                <a:ext cx="1272747" cy="949260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100" b="1" dirty="0">
                    <a:solidFill>
                      <a:schemeClr val="tx1"/>
                    </a:solidFill>
                  </a:rPr>
                  <a:t>Prediction </a:t>
                </a:r>
                <a:r>
                  <a:rPr lang="en-US" sz="1100" b="1" dirty="0">
                    <a:solidFill>
                      <a:srgbClr val="FF0000"/>
                    </a:solidFill>
                  </a:rPr>
                  <a:t>1</a:t>
                </a:r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30CF98C4-9B39-1434-17FA-19384E5FBE62}"/>
                      </a:ext>
                    </a:extLst>
                  </p:cNvPr>
                  <p:cNvSpPr/>
                  <p:nvPr/>
                </p:nvSpPr>
                <p:spPr>
                  <a:xfrm>
                    <a:off x="758886" y="3992292"/>
                    <a:ext cx="1087120" cy="508000"/>
                  </a:xfrm>
                  <a:prstGeom prst="rect">
                    <a:avLst/>
                  </a:prstGeom>
                  <a:solidFill>
                    <a:schemeClr val="tx2">
                      <a:lumMod val="50000"/>
                      <a:lumOff val="50000"/>
                    </a:schemeClr>
                  </a:solidFill>
                  <a:ln w="25400">
                    <a:solidFill>
                      <a:schemeClr val="bg1"/>
                    </a:solidFill>
                  </a:ln>
                  <a:effectLst>
                    <a:glow rad="76200">
                      <a:schemeClr val="tx1">
                        <a:lumMod val="85000"/>
                        <a:lumOff val="15000"/>
                        <a:alpha val="30000"/>
                      </a:schemeClr>
                    </a:glow>
                  </a:effectLst>
                  <a:scene3d>
                    <a:camera prst="orthographicFront"/>
                    <a:lightRig rig="threePt" dir="t"/>
                  </a:scene3d>
                  <a:sp3d>
                    <a:bevelT w="114300" prst="artDeco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</m:acc>
                            </m:e>
                            <m:sup>
                              <m:d>
                                <m:dPr>
                                  <m:ctrlP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sup>
                          </m:sSup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30CF98C4-9B39-1434-17FA-19384E5FBE6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8886" y="3992292"/>
                    <a:ext cx="1087120" cy="50800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25400">
                    <a:solidFill>
                      <a:schemeClr val="bg1"/>
                    </a:solidFill>
                  </a:ln>
                  <a:effectLst>
                    <a:glow rad="76200">
                      <a:schemeClr val="tx1">
                        <a:lumMod val="85000"/>
                        <a:lumOff val="15000"/>
                        <a:alpha val="30000"/>
                      </a:schemeClr>
                    </a:glo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8083181-DE32-B1B8-DD96-3B0813A837DA}"/>
              </a:ext>
            </a:extLst>
          </p:cNvPr>
          <p:cNvGrpSpPr/>
          <p:nvPr/>
        </p:nvGrpSpPr>
        <p:grpSpPr>
          <a:xfrm>
            <a:off x="2617362" y="1171833"/>
            <a:ext cx="2152345" cy="3422611"/>
            <a:chOff x="2617362" y="1171833"/>
            <a:chExt cx="2152345" cy="3422611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B001B2A3-3A39-C280-217D-652E9BC4AA0A}"/>
                </a:ext>
              </a:extLst>
            </p:cNvPr>
            <p:cNvGrpSpPr/>
            <p:nvPr/>
          </p:nvGrpSpPr>
          <p:grpSpPr>
            <a:xfrm>
              <a:off x="2617362" y="1171833"/>
              <a:ext cx="2152345" cy="2535195"/>
              <a:chOff x="2617362" y="1171833"/>
              <a:chExt cx="2152345" cy="2535195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2FB7AC3A-2004-B651-3B43-38FBD0176AE7}"/>
                  </a:ext>
                </a:extLst>
              </p:cNvPr>
              <p:cNvSpPr/>
              <p:nvPr/>
            </p:nvSpPr>
            <p:spPr>
              <a:xfrm>
                <a:off x="2617362" y="1488990"/>
                <a:ext cx="2152345" cy="2218038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5000"/>
                      <a:lumOff val="95000"/>
                    </a:schemeClr>
                  </a:gs>
                  <a:gs pos="74000">
                    <a:schemeClr val="accent6">
                      <a:lumMod val="40000"/>
                      <a:lumOff val="60000"/>
                    </a:schemeClr>
                  </a:gs>
                  <a:gs pos="83000">
                    <a:schemeClr val="accent6">
                      <a:lumMod val="60000"/>
                      <a:lumOff val="40000"/>
                    </a:schemeClr>
                  </a:gs>
                  <a:gs pos="100000">
                    <a:schemeClr val="accent6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F36F41CE-E8B1-E4B4-A68E-77C52DD2DCB4}"/>
                  </a:ext>
                </a:extLst>
              </p:cNvPr>
              <p:cNvSpPr/>
              <p:nvPr/>
            </p:nvSpPr>
            <p:spPr>
              <a:xfrm>
                <a:off x="2959444" y="1171833"/>
                <a:ext cx="1505291" cy="836142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Bootstrap Sample</a:t>
                </a:r>
              </a:p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2</a:t>
                </a:r>
              </a:p>
            </p:txBody>
          </p:sp>
          <p:pic>
            <p:nvPicPr>
              <p:cNvPr id="74" name="Picture 73" descr="A diagram of a flowchart&#10;&#10;Description automatically generated">
                <a:extLst>
                  <a:ext uri="{FF2B5EF4-FFF2-40B4-BE49-F238E27FC236}">
                    <a16:creationId xmlns:a16="http://schemas.microsoft.com/office/drawing/2014/main" id="{B42C02B5-A1BD-AEC4-E586-B28C605E8D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94000" y="2183719"/>
                <a:ext cx="1809433" cy="1326825"/>
              </a:xfrm>
              <a:prstGeom prst="rect">
                <a:avLst/>
              </a:prstGeom>
              <a:ln w="1270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4BB525CE-7968-784D-4218-813A34E6E4AD}"/>
                </a:ext>
              </a:extLst>
            </p:cNvPr>
            <p:cNvGrpSpPr/>
            <p:nvPr/>
          </p:nvGrpSpPr>
          <p:grpSpPr>
            <a:xfrm>
              <a:off x="3074455" y="3645184"/>
              <a:ext cx="1272747" cy="949260"/>
              <a:chOff x="3074455" y="3645184"/>
              <a:chExt cx="1272747" cy="949260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80EF64C1-1D44-EF83-8367-A1063936F379}"/>
                  </a:ext>
                </a:extLst>
              </p:cNvPr>
              <p:cNvSpPr/>
              <p:nvPr/>
            </p:nvSpPr>
            <p:spPr>
              <a:xfrm>
                <a:off x="3074455" y="3645184"/>
                <a:ext cx="1272747" cy="94926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100" b="1" dirty="0">
                    <a:solidFill>
                      <a:schemeClr val="tx1"/>
                    </a:solidFill>
                  </a:rPr>
                  <a:t>Prediction </a:t>
                </a:r>
                <a:r>
                  <a:rPr lang="en-US" sz="1100" b="1" dirty="0">
                    <a:solidFill>
                      <a:srgbClr val="FF0000"/>
                    </a:solidFill>
                  </a:rPr>
                  <a:t>1</a:t>
                </a:r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Rectangle 78">
                    <a:extLst>
                      <a:ext uri="{FF2B5EF4-FFF2-40B4-BE49-F238E27FC236}">
                        <a16:creationId xmlns:a16="http://schemas.microsoft.com/office/drawing/2014/main" id="{84C819AA-BD33-F3CA-9D16-43396B0FD7AB}"/>
                      </a:ext>
                    </a:extLst>
                  </p:cNvPr>
                  <p:cNvSpPr/>
                  <p:nvPr/>
                </p:nvSpPr>
                <p:spPr>
                  <a:xfrm>
                    <a:off x="3175744" y="4008334"/>
                    <a:ext cx="1087120" cy="508000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25400">
                    <a:solidFill>
                      <a:schemeClr val="bg1"/>
                    </a:solidFill>
                  </a:ln>
                  <a:effectLst>
                    <a:glow rad="76200">
                      <a:schemeClr val="tx1">
                        <a:lumMod val="85000"/>
                        <a:lumOff val="15000"/>
                        <a:alpha val="30000"/>
                      </a:schemeClr>
                    </a:glow>
                  </a:effectLst>
                  <a:scene3d>
                    <a:camera prst="orthographicFront"/>
                    <a:lightRig rig="threePt" dir="t"/>
                  </a:scene3d>
                  <a:sp3d>
                    <a:bevelT w="114300" prst="artDeco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</m:acc>
                            </m:e>
                            <m:sup>
                              <m:d>
                                <m:dPr>
                                  <m:ctrlP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sup>
                          </m:sSup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9" name="Rectangle 78">
                    <a:extLst>
                      <a:ext uri="{FF2B5EF4-FFF2-40B4-BE49-F238E27FC236}">
                        <a16:creationId xmlns:a16="http://schemas.microsoft.com/office/drawing/2014/main" id="{84C819AA-BD33-F3CA-9D16-43396B0FD7A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75744" y="4008334"/>
                    <a:ext cx="1087120" cy="50800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25400">
                    <a:solidFill>
                      <a:schemeClr val="bg1"/>
                    </a:solidFill>
                  </a:ln>
                  <a:effectLst>
                    <a:glow rad="76200">
                      <a:schemeClr val="tx1">
                        <a:lumMod val="85000"/>
                        <a:lumOff val="15000"/>
                        <a:alpha val="30000"/>
                      </a:schemeClr>
                    </a:glo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0FB518B0-6AF6-FF22-6C76-4B0F78CE681B}"/>
              </a:ext>
            </a:extLst>
          </p:cNvPr>
          <p:cNvGrpSpPr/>
          <p:nvPr/>
        </p:nvGrpSpPr>
        <p:grpSpPr>
          <a:xfrm>
            <a:off x="6746240" y="1171833"/>
            <a:ext cx="2166077" cy="3422611"/>
            <a:chOff x="6746240" y="1171833"/>
            <a:chExt cx="2166077" cy="3422611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9D7DE058-52A5-4739-4FAF-58BEEE4DCADD}"/>
                </a:ext>
              </a:extLst>
            </p:cNvPr>
            <p:cNvGrpSpPr/>
            <p:nvPr/>
          </p:nvGrpSpPr>
          <p:grpSpPr>
            <a:xfrm>
              <a:off x="6746240" y="1171833"/>
              <a:ext cx="2166077" cy="2535195"/>
              <a:chOff x="6746240" y="1171833"/>
              <a:chExt cx="2166077" cy="2535195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55C6E1AA-5D98-454C-1A78-E82D5D285634}"/>
                  </a:ext>
                </a:extLst>
              </p:cNvPr>
              <p:cNvSpPr/>
              <p:nvPr/>
            </p:nvSpPr>
            <p:spPr>
              <a:xfrm>
                <a:off x="6746240" y="1488990"/>
                <a:ext cx="2166077" cy="2218038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5">
                      <a:lumMod val="5000"/>
                      <a:lumOff val="95000"/>
                    </a:schemeClr>
                  </a:gs>
                  <a:gs pos="74000">
                    <a:schemeClr val="accent5">
                      <a:lumMod val="45000"/>
                      <a:lumOff val="55000"/>
                    </a:schemeClr>
                  </a:gs>
                  <a:gs pos="83000">
                    <a:schemeClr val="accent5">
                      <a:lumMod val="45000"/>
                      <a:lumOff val="55000"/>
                    </a:schemeClr>
                  </a:gs>
                  <a:gs pos="100000">
                    <a:schemeClr val="accent5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8E013946-87E4-B63F-CFE8-F7D492DE3A88}"/>
                  </a:ext>
                </a:extLst>
              </p:cNvPr>
              <p:cNvSpPr/>
              <p:nvPr/>
            </p:nvSpPr>
            <p:spPr>
              <a:xfrm>
                <a:off x="7134909" y="1171833"/>
                <a:ext cx="1505291" cy="836142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Bootstrap Sample</a:t>
                </a:r>
              </a:p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B</a:t>
                </a:r>
              </a:p>
            </p:txBody>
          </p:sp>
          <p:pic>
            <p:nvPicPr>
              <p:cNvPr id="72" name="Picture 71" descr="A diagram of a flowchart&#10;&#10;Description automatically generated">
                <a:extLst>
                  <a:ext uri="{FF2B5EF4-FFF2-40B4-BE49-F238E27FC236}">
                    <a16:creationId xmlns:a16="http://schemas.microsoft.com/office/drawing/2014/main" id="{89E69E59-D0E9-46EA-262D-5777283DB8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67749" y="2171362"/>
                <a:ext cx="1800150" cy="1257638"/>
              </a:xfrm>
              <a:prstGeom prst="rect">
                <a:avLst/>
              </a:prstGeom>
              <a:ln w="1270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93DB4BDE-9E78-26EA-DF52-D15012C0E78C}"/>
                </a:ext>
              </a:extLst>
            </p:cNvPr>
            <p:cNvGrpSpPr/>
            <p:nvPr/>
          </p:nvGrpSpPr>
          <p:grpSpPr>
            <a:xfrm>
              <a:off x="7251181" y="3645184"/>
              <a:ext cx="1272747" cy="949260"/>
              <a:chOff x="7251181" y="3645184"/>
              <a:chExt cx="1272747" cy="949260"/>
            </a:xfrm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0621BFB2-D045-F13C-FB13-91A65787BA0A}"/>
                  </a:ext>
                </a:extLst>
              </p:cNvPr>
              <p:cNvSpPr/>
              <p:nvPr/>
            </p:nvSpPr>
            <p:spPr>
              <a:xfrm>
                <a:off x="7251181" y="3645184"/>
                <a:ext cx="1272747" cy="94926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100" b="1" dirty="0">
                    <a:solidFill>
                      <a:schemeClr val="tx1"/>
                    </a:solidFill>
                  </a:rPr>
                  <a:t>Prediction </a:t>
                </a:r>
                <a:r>
                  <a:rPr lang="en-US" sz="1100" b="1" dirty="0">
                    <a:solidFill>
                      <a:srgbClr val="FF0000"/>
                    </a:solidFill>
                  </a:rPr>
                  <a:t>1</a:t>
                </a:r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Rectangle 80">
                    <a:extLst>
                      <a:ext uri="{FF2B5EF4-FFF2-40B4-BE49-F238E27FC236}">
                        <a16:creationId xmlns:a16="http://schemas.microsoft.com/office/drawing/2014/main" id="{BB98D291-8D10-17A1-22E0-DD7701818AD0}"/>
                      </a:ext>
                    </a:extLst>
                  </p:cNvPr>
                  <p:cNvSpPr/>
                  <p:nvPr/>
                </p:nvSpPr>
                <p:spPr>
                  <a:xfrm>
                    <a:off x="7352470" y="4008334"/>
                    <a:ext cx="1087120" cy="508000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 w="25400">
                    <a:solidFill>
                      <a:schemeClr val="bg1"/>
                    </a:solidFill>
                  </a:ln>
                  <a:effectLst>
                    <a:glow rad="76200">
                      <a:schemeClr val="tx1">
                        <a:lumMod val="85000"/>
                        <a:lumOff val="15000"/>
                        <a:alpha val="30000"/>
                      </a:schemeClr>
                    </a:glow>
                  </a:effectLst>
                  <a:scene3d>
                    <a:camera prst="orthographicFront"/>
                    <a:lightRig rig="threePt" dir="t"/>
                  </a:scene3d>
                  <a:sp3d>
                    <a:bevelT w="114300" prst="artDeco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</m:acc>
                            </m:e>
                            <m:sup>
                              <m:d>
                                <m:dPr>
                                  <m:ctrlP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</m:d>
                            </m:sup>
                          </m:sSup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1" name="Rectangle 80">
                    <a:extLst>
                      <a:ext uri="{FF2B5EF4-FFF2-40B4-BE49-F238E27FC236}">
                        <a16:creationId xmlns:a16="http://schemas.microsoft.com/office/drawing/2014/main" id="{BB98D291-8D10-17A1-22E0-DD7701818AD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52470" y="4008334"/>
                    <a:ext cx="1087120" cy="50800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25400">
                    <a:solidFill>
                      <a:schemeClr val="bg1"/>
                    </a:solidFill>
                  </a:ln>
                  <a:effectLst>
                    <a:glow rad="76200">
                      <a:schemeClr val="tx1">
                        <a:lumMod val="85000"/>
                        <a:lumOff val="15000"/>
                        <a:alpha val="30000"/>
                      </a:schemeClr>
                    </a:glo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5231177-7DA9-58B8-03ED-D72518B39B13}"/>
              </a:ext>
            </a:extLst>
          </p:cNvPr>
          <p:cNvGrpSpPr/>
          <p:nvPr/>
        </p:nvGrpSpPr>
        <p:grpSpPr>
          <a:xfrm>
            <a:off x="2729381" y="5369010"/>
            <a:ext cx="4108299" cy="1367070"/>
            <a:chOff x="2729381" y="5369010"/>
            <a:chExt cx="4108299" cy="1367070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DA25C55-59CC-BC90-E9E3-D779413E3886}"/>
                </a:ext>
              </a:extLst>
            </p:cNvPr>
            <p:cNvSpPr/>
            <p:nvPr/>
          </p:nvSpPr>
          <p:spPr>
            <a:xfrm>
              <a:off x="2729381" y="5369010"/>
              <a:ext cx="4108299" cy="1367070"/>
            </a:xfrm>
            <a:prstGeom prst="rect">
              <a:avLst/>
            </a:prstGeom>
            <a:solidFill>
              <a:srgbClr val="F7EDBE"/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100" b="1" dirty="0">
                  <a:solidFill>
                    <a:schemeClr val="tx1"/>
                  </a:solidFill>
                </a:rPr>
                <a:t>Overall Prediction </a:t>
              </a:r>
            </a:p>
            <a:p>
              <a:pPr algn="ctr"/>
              <a:endParaRPr lang="en-US" sz="1100" b="1" dirty="0">
                <a:solidFill>
                  <a:schemeClr val="tx1"/>
                </a:solidFill>
              </a:endParaRPr>
            </a:p>
            <a:p>
              <a:pPr algn="ctr"/>
              <a:endParaRPr lang="en-US" sz="1100" b="1" dirty="0">
                <a:solidFill>
                  <a:srgbClr val="FF0000"/>
                </a:solidFill>
              </a:endParaRPr>
            </a:p>
            <a:p>
              <a:pPr algn="ctr"/>
              <a:endParaRPr lang="en-US" sz="1100" dirty="0"/>
            </a:p>
            <a:p>
              <a:pPr algn="ctr"/>
              <a:endParaRPr lang="en-US" sz="1100" dirty="0"/>
            </a:p>
            <a:p>
              <a:pPr algn="ctr"/>
              <a:endParaRPr lang="en-US" sz="1100" dirty="0"/>
            </a:p>
            <a:p>
              <a:pPr algn="ctr"/>
              <a:endParaRPr lang="en-US" sz="1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86DCB1A9-4494-90A3-4E0F-509D4DAFFE1A}"/>
                    </a:ext>
                  </a:extLst>
                </p:cNvPr>
                <p:cNvSpPr/>
                <p:nvPr/>
              </p:nvSpPr>
              <p:spPr>
                <a:xfrm>
                  <a:off x="2905546" y="5686167"/>
                  <a:ext cx="3728322" cy="895866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bg1"/>
                  </a:solidFill>
                </a:ln>
                <a:effectLst>
                  <a:glow rad="76200">
                    <a:schemeClr val="tx1">
                      <a:lumMod val="85000"/>
                      <a:lumOff val="15000"/>
                      <a:alpha val="30000"/>
                    </a:schemeClr>
                  </a:glow>
                </a:effectLst>
                <a:scene3d>
                  <a:camera prst="orthographicFront"/>
                  <a:lightRig rig="threePt" dir="t"/>
                </a:scene3d>
                <a:sp3d>
                  <a:bevelT w="114300" prst="artDeco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acc>
                        <m:d>
                          <m:dPr>
                            <m:ctrlP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</m:acc>
                              </m:e>
                              <m:sup>
                                <m:d>
                                  <m:dPr>
                                    <m:ctrlPr>
                                      <a:rPr lang="en-US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en-US" b="1" dirty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</m:e>
                        </m:nary>
                      </m:oMath>
                    </m:oMathPara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86DCB1A9-4494-90A3-4E0F-509D4DAFFE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5546" y="5686167"/>
                  <a:ext cx="3728322" cy="895866"/>
                </a:xfrm>
                <a:prstGeom prst="rect">
                  <a:avLst/>
                </a:prstGeom>
                <a:blipFill>
                  <a:blip r:embed="rId8"/>
                  <a:stretch>
                    <a:fillRect t="-63636" b="-107955"/>
                  </a:stretch>
                </a:blipFill>
                <a:ln w="25400">
                  <a:solidFill>
                    <a:schemeClr val="bg1"/>
                  </a:solidFill>
                </a:ln>
                <a:effectLst>
                  <a:glow rad="76200">
                    <a:schemeClr val="tx1">
                      <a:lumMod val="85000"/>
                      <a:lumOff val="15000"/>
                      <a:alpha val="3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DE2AD5F-3C71-5801-BCDF-04D2D3A907F7}"/>
              </a:ext>
            </a:extLst>
          </p:cNvPr>
          <p:cNvCxnSpPr>
            <a:stCxn id="62" idx="2"/>
            <a:endCxn id="82" idx="0"/>
          </p:cNvCxnSpPr>
          <p:nvPr/>
        </p:nvCxnSpPr>
        <p:spPr>
          <a:xfrm>
            <a:off x="1293971" y="4594444"/>
            <a:ext cx="3489560" cy="7745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56282C3B-6972-CA53-353A-0F28D4629329}"/>
              </a:ext>
            </a:extLst>
          </p:cNvPr>
          <p:cNvCxnSpPr>
            <a:cxnSpLocks/>
            <a:stCxn id="78" idx="2"/>
            <a:endCxn id="82" idx="0"/>
          </p:cNvCxnSpPr>
          <p:nvPr/>
        </p:nvCxnSpPr>
        <p:spPr>
          <a:xfrm>
            <a:off x="3710829" y="4594444"/>
            <a:ext cx="1072702" cy="7745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D4FB596D-9B74-50E7-374F-7ADD94ABB8FE}"/>
              </a:ext>
            </a:extLst>
          </p:cNvPr>
          <p:cNvCxnSpPr>
            <a:cxnSpLocks/>
            <a:stCxn id="80" idx="2"/>
            <a:endCxn id="82" idx="0"/>
          </p:cNvCxnSpPr>
          <p:nvPr/>
        </p:nvCxnSpPr>
        <p:spPr>
          <a:xfrm flipH="1">
            <a:off x="4783531" y="4594444"/>
            <a:ext cx="3104024" cy="7745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D4E2453-A0DA-B917-10B4-374B9F0065F7}"/>
              </a:ext>
            </a:extLst>
          </p:cNvPr>
          <p:cNvSpPr/>
          <p:nvPr/>
        </p:nvSpPr>
        <p:spPr>
          <a:xfrm>
            <a:off x="5891000" y="117903"/>
            <a:ext cx="1461471" cy="444611"/>
          </a:xfrm>
          <a:prstGeom prst="rect">
            <a:avLst/>
          </a:prstGeom>
          <a:solidFill>
            <a:srgbClr val="FFA46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Testing Data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A9C162E-7FA9-A729-3E90-C1B5B58FBD46}"/>
              </a:ext>
            </a:extLst>
          </p:cNvPr>
          <p:cNvSpPr/>
          <p:nvPr/>
        </p:nvSpPr>
        <p:spPr>
          <a:xfrm>
            <a:off x="2613696" y="121920"/>
            <a:ext cx="3277304" cy="44461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Training Data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55176363-7EE6-C694-6657-3DF79645A2B0}"/>
              </a:ext>
            </a:extLst>
          </p:cNvPr>
          <p:cNvCxnSpPr>
            <a:cxnSpLocks/>
            <a:stCxn id="103" idx="2"/>
            <a:endCxn id="66" idx="0"/>
          </p:cNvCxnSpPr>
          <p:nvPr/>
        </p:nvCxnSpPr>
        <p:spPr>
          <a:xfrm flipH="1">
            <a:off x="1372717" y="566530"/>
            <a:ext cx="2879631" cy="6213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1A04447-B6CC-C655-57DB-7621F1192B36}"/>
              </a:ext>
            </a:extLst>
          </p:cNvPr>
          <p:cNvCxnSpPr>
            <a:cxnSpLocks/>
            <a:stCxn id="103" idx="2"/>
            <a:endCxn id="67" idx="0"/>
          </p:cNvCxnSpPr>
          <p:nvPr/>
        </p:nvCxnSpPr>
        <p:spPr>
          <a:xfrm flipH="1">
            <a:off x="3712090" y="566530"/>
            <a:ext cx="540258" cy="6053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3CC89FCE-B3CC-016C-9CB2-07E3A58D9CBA}"/>
              </a:ext>
            </a:extLst>
          </p:cNvPr>
          <p:cNvCxnSpPr>
            <a:cxnSpLocks/>
            <a:stCxn id="103" idx="2"/>
            <a:endCxn id="68" idx="0"/>
          </p:cNvCxnSpPr>
          <p:nvPr/>
        </p:nvCxnSpPr>
        <p:spPr>
          <a:xfrm>
            <a:off x="4252348" y="566530"/>
            <a:ext cx="3635207" cy="6053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90529D6D-8377-8568-3C2D-BE97BAF0C8B4}"/>
              </a:ext>
            </a:extLst>
          </p:cNvPr>
          <p:cNvSpPr/>
          <p:nvPr/>
        </p:nvSpPr>
        <p:spPr>
          <a:xfrm>
            <a:off x="5436833" y="1944330"/>
            <a:ext cx="1267432" cy="6936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…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16B35FC5-4866-0ECB-C69C-D71294E63FAE}"/>
              </a:ext>
            </a:extLst>
          </p:cNvPr>
          <p:cNvCxnSpPr>
            <a:cxnSpLocks/>
            <a:stCxn id="103" idx="2"/>
          </p:cNvCxnSpPr>
          <p:nvPr/>
        </p:nvCxnSpPr>
        <p:spPr>
          <a:xfrm>
            <a:off x="4252348" y="566530"/>
            <a:ext cx="1553079" cy="1961399"/>
          </a:xfrm>
          <a:prstGeom prst="straightConnector1">
            <a:avLst/>
          </a:prstGeom>
          <a:ln w="31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6DACBCCC-4029-7BC9-9EFB-D3AF0EA8DA23}"/>
              </a:ext>
            </a:extLst>
          </p:cNvPr>
          <p:cNvCxnSpPr>
            <a:cxnSpLocks/>
            <a:stCxn id="103" idx="2"/>
          </p:cNvCxnSpPr>
          <p:nvPr/>
        </p:nvCxnSpPr>
        <p:spPr>
          <a:xfrm>
            <a:off x="4252348" y="566530"/>
            <a:ext cx="1817603" cy="1952419"/>
          </a:xfrm>
          <a:prstGeom prst="straightConnector1">
            <a:avLst/>
          </a:prstGeom>
          <a:ln w="31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68A6A814-1444-BE15-A9FB-22755F21B3AF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4783531" y="2598009"/>
            <a:ext cx="1036204" cy="2771001"/>
          </a:xfrm>
          <a:prstGeom prst="straightConnector1">
            <a:avLst/>
          </a:prstGeom>
          <a:ln w="31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150FE978-6952-7C37-4FBE-D38974E972FB}"/>
              </a:ext>
            </a:extLst>
          </p:cNvPr>
          <p:cNvCxnSpPr>
            <a:cxnSpLocks/>
            <a:stCxn id="103" idx="2"/>
          </p:cNvCxnSpPr>
          <p:nvPr/>
        </p:nvCxnSpPr>
        <p:spPr>
          <a:xfrm>
            <a:off x="4252348" y="566530"/>
            <a:ext cx="2104086" cy="1941109"/>
          </a:xfrm>
          <a:prstGeom prst="straightConnector1">
            <a:avLst/>
          </a:prstGeom>
          <a:ln w="31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457620F9-4073-2E66-A764-E7D2AF6AD748}"/>
              </a:ext>
            </a:extLst>
          </p:cNvPr>
          <p:cNvCxnSpPr>
            <a:cxnSpLocks/>
            <a:stCxn id="128" idx="2"/>
            <a:endCxn id="82" idx="0"/>
          </p:cNvCxnSpPr>
          <p:nvPr/>
        </p:nvCxnSpPr>
        <p:spPr>
          <a:xfrm flipH="1">
            <a:off x="4783531" y="2638009"/>
            <a:ext cx="1287018" cy="2731001"/>
          </a:xfrm>
          <a:prstGeom prst="straightConnector1">
            <a:avLst/>
          </a:prstGeom>
          <a:ln w="31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69D3A68F-303E-AA96-FCA5-7F7E6AF507FE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4783531" y="2598009"/>
            <a:ext cx="1547845" cy="2771001"/>
          </a:xfrm>
          <a:prstGeom prst="straightConnector1">
            <a:avLst/>
          </a:prstGeom>
          <a:ln w="31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3438A587-834A-CE32-362F-7BAC586E0C45}"/>
              </a:ext>
            </a:extLst>
          </p:cNvPr>
          <p:cNvSpPr/>
          <p:nvPr/>
        </p:nvSpPr>
        <p:spPr>
          <a:xfrm>
            <a:off x="0" y="-6152"/>
            <a:ext cx="9144000" cy="6858000"/>
          </a:xfrm>
          <a:prstGeom prst="rect">
            <a:avLst/>
          </a:prstGeom>
          <a:solidFill>
            <a:srgbClr val="000000">
              <a:alpha val="78797"/>
            </a:srgb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company&#10;&#10;Description automatically generated">
            <a:extLst>
              <a:ext uri="{FF2B5EF4-FFF2-40B4-BE49-F238E27FC236}">
                <a16:creationId xmlns:a16="http://schemas.microsoft.com/office/drawing/2014/main" id="{63994D53-17DA-E182-9477-30FFBD144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271" y="2205997"/>
            <a:ext cx="1838317" cy="1322847"/>
          </a:xfrm>
          <a:prstGeom prst="rect">
            <a:avLst/>
          </a:prstGeom>
          <a:noFill/>
          <a:ln w="66675">
            <a:solidFill>
              <a:srgbClr val="C00000"/>
            </a:solidFill>
          </a:ln>
          <a:effectLst>
            <a:outerShdw blurRad="13414" dist="38100" dir="2700000" sx="101932" sy="101932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 descr="A diagram of a flowchart&#10;&#10;Description automatically generated">
            <a:extLst>
              <a:ext uri="{FF2B5EF4-FFF2-40B4-BE49-F238E27FC236}">
                <a16:creationId xmlns:a16="http://schemas.microsoft.com/office/drawing/2014/main" id="{64A5A775-5AC2-5508-868B-D41CD6D0F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3666" y="2185807"/>
            <a:ext cx="1809433" cy="1326825"/>
          </a:xfrm>
          <a:prstGeom prst="rect">
            <a:avLst/>
          </a:prstGeom>
          <a:ln w="66675">
            <a:solidFill>
              <a:srgbClr val="C00000"/>
            </a:solidFill>
          </a:ln>
          <a:effectLst>
            <a:outerShdw blurRad="13414" dist="38100" dir="2700000" sx="101932" sy="101932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diagram of a flowchart&#10;&#10;Description automatically generated">
            <a:extLst>
              <a:ext uri="{FF2B5EF4-FFF2-40B4-BE49-F238E27FC236}">
                <a16:creationId xmlns:a16="http://schemas.microsoft.com/office/drawing/2014/main" id="{526DF122-B897-EE1E-E2B0-6D379F2738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7415" y="2185976"/>
            <a:ext cx="1800150" cy="1257638"/>
          </a:xfrm>
          <a:prstGeom prst="rect">
            <a:avLst/>
          </a:prstGeom>
          <a:ln w="66675">
            <a:solidFill>
              <a:srgbClr val="C00000"/>
            </a:solidFill>
          </a:ln>
          <a:effectLst>
            <a:outerShdw blurRad="13414" dist="38100" dir="2700000" sx="101932" sy="101932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ED7DC74-8401-16A9-E2D5-3C889F674F17}"/>
              </a:ext>
            </a:extLst>
          </p:cNvPr>
          <p:cNvSpPr/>
          <p:nvPr/>
        </p:nvSpPr>
        <p:spPr>
          <a:xfrm rot="19961345">
            <a:off x="382348" y="2572114"/>
            <a:ext cx="1727221" cy="638093"/>
          </a:xfrm>
          <a:prstGeom prst="rect">
            <a:avLst/>
          </a:prstGeom>
          <a:solidFill>
            <a:srgbClr val="7030A0">
              <a:alpha val="6117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FF00"/>
                </a:solidFill>
                <a:latin typeface="Bradley Hand ITC" panose="020F0502020204030204" pitchFamily="34" charset="0"/>
                <a:ea typeface="Ayuthaya" pitchFamily="2" charset="-34"/>
                <a:cs typeface="Bradley Hand ITC" panose="020F0502020204030204" pitchFamily="34" charset="0"/>
              </a:rPr>
              <a:t>Modified</a:t>
            </a:r>
          </a:p>
          <a:p>
            <a:pPr algn="ctr"/>
            <a:r>
              <a:rPr lang="en-US" sz="2000" b="1" dirty="0">
                <a:solidFill>
                  <a:srgbClr val="FFFF00"/>
                </a:solidFill>
                <a:latin typeface="Bradley Hand ITC" panose="020F0502020204030204" pitchFamily="34" charset="0"/>
                <a:ea typeface="Ayuthaya" pitchFamily="2" charset="-34"/>
                <a:cs typeface="Bradley Hand ITC" panose="020F0502020204030204" pitchFamily="34" charset="0"/>
              </a:rPr>
              <a:t>Strategy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029D9B-05AB-4E53-C99B-F1960B7ABC56}"/>
              </a:ext>
            </a:extLst>
          </p:cNvPr>
          <p:cNvSpPr/>
          <p:nvPr/>
        </p:nvSpPr>
        <p:spPr>
          <a:xfrm rot="19961345">
            <a:off x="2895438" y="2572113"/>
            <a:ext cx="1727221" cy="638093"/>
          </a:xfrm>
          <a:prstGeom prst="rect">
            <a:avLst/>
          </a:prstGeom>
          <a:solidFill>
            <a:srgbClr val="7030A0">
              <a:alpha val="6117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FF00"/>
                </a:solidFill>
                <a:latin typeface="Bradley Hand ITC" panose="020F0502020204030204" pitchFamily="34" charset="0"/>
                <a:ea typeface="Ayuthaya" pitchFamily="2" charset="-34"/>
                <a:cs typeface="Bradley Hand ITC" panose="020F0502020204030204" pitchFamily="34" charset="0"/>
              </a:rPr>
              <a:t>Modified</a:t>
            </a:r>
          </a:p>
          <a:p>
            <a:pPr algn="ctr"/>
            <a:r>
              <a:rPr lang="en-US" sz="2000" b="1" dirty="0">
                <a:solidFill>
                  <a:srgbClr val="FFFF00"/>
                </a:solidFill>
                <a:latin typeface="Bradley Hand ITC" panose="020F0502020204030204" pitchFamily="34" charset="0"/>
                <a:ea typeface="Ayuthaya" pitchFamily="2" charset="-34"/>
                <a:cs typeface="Bradley Hand ITC" panose="020F0502020204030204" pitchFamily="34" charset="0"/>
              </a:rPr>
              <a:t>Strategy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34746D-DE27-819B-ED44-FD2618037EBD}"/>
              </a:ext>
            </a:extLst>
          </p:cNvPr>
          <p:cNvSpPr/>
          <p:nvPr/>
        </p:nvSpPr>
        <p:spPr>
          <a:xfrm rot="19961345">
            <a:off x="7106402" y="2487836"/>
            <a:ext cx="1727221" cy="638093"/>
          </a:xfrm>
          <a:prstGeom prst="rect">
            <a:avLst/>
          </a:prstGeom>
          <a:solidFill>
            <a:srgbClr val="7030A0">
              <a:alpha val="6117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FF00"/>
                </a:solidFill>
                <a:latin typeface="Bradley Hand ITC" panose="020F0502020204030204" pitchFamily="34" charset="0"/>
                <a:ea typeface="Ayuthaya" pitchFamily="2" charset="-34"/>
                <a:cs typeface="Bradley Hand ITC" panose="020F0502020204030204" pitchFamily="34" charset="0"/>
              </a:rPr>
              <a:t>Modified</a:t>
            </a:r>
          </a:p>
          <a:p>
            <a:pPr algn="ctr"/>
            <a:r>
              <a:rPr lang="en-US" sz="2000" b="1" dirty="0">
                <a:solidFill>
                  <a:srgbClr val="FFFF00"/>
                </a:solidFill>
                <a:latin typeface="Bradley Hand ITC" panose="020F0502020204030204" pitchFamily="34" charset="0"/>
                <a:ea typeface="Ayuthaya" pitchFamily="2" charset="-34"/>
                <a:cs typeface="Bradley Hand ITC" panose="020F0502020204030204" pitchFamily="34" charset="0"/>
              </a:rPr>
              <a:t>Strategy</a:t>
            </a:r>
          </a:p>
        </p:txBody>
      </p:sp>
    </p:spTree>
    <p:extLst>
      <p:ext uri="{BB962C8B-B14F-4D97-AF65-F5344CB8AC3E}">
        <p14:creationId xmlns:p14="http://schemas.microsoft.com/office/powerpoint/2010/main" val="5408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0992E7-C3F2-5ADF-BC4D-25021B708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89">
            <a:extLst>
              <a:ext uri="{FF2B5EF4-FFF2-40B4-BE49-F238E27FC236}">
                <a16:creationId xmlns:a16="http://schemas.microsoft.com/office/drawing/2014/main" id="{A7099030-F5B4-797E-F780-A91F53D252D3}"/>
              </a:ext>
            </a:extLst>
          </p:cNvPr>
          <p:cNvGrpSpPr/>
          <p:nvPr/>
        </p:nvGrpSpPr>
        <p:grpSpPr>
          <a:xfrm>
            <a:off x="231683" y="1187875"/>
            <a:ext cx="2166895" cy="3406569"/>
            <a:chOff x="231683" y="1171833"/>
            <a:chExt cx="2166895" cy="3406569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BC9741B0-C828-79B2-FF0B-5651F45F0C9E}"/>
                </a:ext>
              </a:extLst>
            </p:cNvPr>
            <p:cNvGrpSpPr/>
            <p:nvPr/>
          </p:nvGrpSpPr>
          <p:grpSpPr>
            <a:xfrm>
              <a:off x="231683" y="1171833"/>
              <a:ext cx="2166895" cy="2535195"/>
              <a:chOff x="231683" y="1171833"/>
              <a:chExt cx="2166895" cy="2535195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12CF6BB-C918-C23E-7AD4-3037D01F6325}"/>
                  </a:ext>
                </a:extLst>
              </p:cNvPr>
              <p:cNvSpPr/>
              <p:nvPr/>
            </p:nvSpPr>
            <p:spPr>
              <a:xfrm>
                <a:off x="231683" y="1488989"/>
                <a:ext cx="2166895" cy="221803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3A27D8DE-5B34-709B-3D56-160B22B719E3}"/>
                  </a:ext>
                </a:extLst>
              </p:cNvPr>
              <p:cNvSpPr/>
              <p:nvPr/>
            </p:nvSpPr>
            <p:spPr>
              <a:xfrm>
                <a:off x="620071" y="1171833"/>
                <a:ext cx="1505291" cy="83614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Bootstrap Sample</a:t>
                </a:r>
              </a:p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1</a:t>
                </a:r>
              </a:p>
            </p:txBody>
          </p:sp>
          <p:pic>
            <p:nvPicPr>
              <p:cNvPr id="70" name="Picture 69" descr="A diagram of a company&#10;&#10;Description automatically generated">
                <a:extLst>
                  <a:ext uri="{FF2B5EF4-FFF2-40B4-BE49-F238E27FC236}">
                    <a16:creationId xmlns:a16="http://schemas.microsoft.com/office/drawing/2014/main" id="{D4BE0AE3-D6C7-C838-1AD8-21A26D420D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90657" y="2175341"/>
                <a:ext cx="1838317" cy="1322847"/>
              </a:xfrm>
              <a:prstGeom prst="rect">
                <a:avLst/>
              </a:prstGeom>
              <a:ln w="1270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7C5E8E8C-CF8D-102D-F6DD-9B6840B0B405}"/>
                </a:ext>
              </a:extLst>
            </p:cNvPr>
            <p:cNvGrpSpPr/>
            <p:nvPr/>
          </p:nvGrpSpPr>
          <p:grpSpPr>
            <a:xfrm>
              <a:off x="657597" y="3629142"/>
              <a:ext cx="1272747" cy="949260"/>
              <a:chOff x="657597" y="3629142"/>
              <a:chExt cx="1272747" cy="949260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2072CFBF-ABCE-1E26-347F-24066E85AB3A}"/>
                  </a:ext>
                </a:extLst>
              </p:cNvPr>
              <p:cNvSpPr/>
              <p:nvPr/>
            </p:nvSpPr>
            <p:spPr>
              <a:xfrm>
                <a:off x="657597" y="3629142"/>
                <a:ext cx="1272747" cy="949260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100" b="1" dirty="0">
                    <a:solidFill>
                      <a:schemeClr val="tx1"/>
                    </a:solidFill>
                  </a:rPr>
                  <a:t>Prediction </a:t>
                </a:r>
                <a:r>
                  <a:rPr lang="en-US" sz="1100" b="1" dirty="0">
                    <a:solidFill>
                      <a:srgbClr val="FF0000"/>
                    </a:solidFill>
                  </a:rPr>
                  <a:t>1</a:t>
                </a:r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5F005D16-7DE9-F0DF-6C92-A40391EEA1C0}"/>
                      </a:ext>
                    </a:extLst>
                  </p:cNvPr>
                  <p:cNvSpPr/>
                  <p:nvPr/>
                </p:nvSpPr>
                <p:spPr>
                  <a:xfrm>
                    <a:off x="758886" y="3992292"/>
                    <a:ext cx="1087120" cy="508000"/>
                  </a:xfrm>
                  <a:prstGeom prst="rect">
                    <a:avLst/>
                  </a:prstGeom>
                  <a:solidFill>
                    <a:schemeClr val="tx2">
                      <a:lumMod val="50000"/>
                      <a:lumOff val="50000"/>
                    </a:schemeClr>
                  </a:solidFill>
                  <a:ln w="25400">
                    <a:solidFill>
                      <a:schemeClr val="bg1"/>
                    </a:solidFill>
                  </a:ln>
                  <a:effectLst>
                    <a:glow rad="76200">
                      <a:schemeClr val="tx1">
                        <a:lumMod val="85000"/>
                        <a:lumOff val="15000"/>
                        <a:alpha val="30000"/>
                      </a:schemeClr>
                    </a:glow>
                  </a:effectLst>
                  <a:scene3d>
                    <a:camera prst="orthographicFront"/>
                    <a:lightRig rig="threePt" dir="t"/>
                  </a:scene3d>
                  <a:sp3d>
                    <a:bevelT w="114300" prst="artDeco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</m:acc>
                            </m:e>
                            <m:sup>
                              <m:d>
                                <m:dPr>
                                  <m:ctrlP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sup>
                          </m:sSup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5F005D16-7DE9-F0DF-6C92-A40391EEA1C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8886" y="3992292"/>
                    <a:ext cx="1087120" cy="50800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25400">
                    <a:solidFill>
                      <a:schemeClr val="bg1"/>
                    </a:solidFill>
                  </a:ln>
                  <a:effectLst>
                    <a:glow rad="76200">
                      <a:schemeClr val="tx1">
                        <a:lumMod val="85000"/>
                        <a:lumOff val="15000"/>
                        <a:alpha val="30000"/>
                      </a:schemeClr>
                    </a:glo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CD37FF2-2F10-09EE-671F-28950CF152A4}"/>
              </a:ext>
            </a:extLst>
          </p:cNvPr>
          <p:cNvGrpSpPr/>
          <p:nvPr/>
        </p:nvGrpSpPr>
        <p:grpSpPr>
          <a:xfrm>
            <a:off x="2617362" y="1171833"/>
            <a:ext cx="2152345" cy="3422611"/>
            <a:chOff x="2617362" y="1171833"/>
            <a:chExt cx="2152345" cy="3422611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24D22AD6-7E80-3492-8A32-7F963BFBECFB}"/>
                </a:ext>
              </a:extLst>
            </p:cNvPr>
            <p:cNvGrpSpPr/>
            <p:nvPr/>
          </p:nvGrpSpPr>
          <p:grpSpPr>
            <a:xfrm>
              <a:off x="2617362" y="1171833"/>
              <a:ext cx="2152345" cy="2535195"/>
              <a:chOff x="2617362" y="1171833"/>
              <a:chExt cx="2152345" cy="2535195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1EC79E44-29C3-7007-29B7-DFBE22E4EF3C}"/>
                  </a:ext>
                </a:extLst>
              </p:cNvPr>
              <p:cNvSpPr/>
              <p:nvPr/>
            </p:nvSpPr>
            <p:spPr>
              <a:xfrm>
                <a:off x="2617362" y="1488990"/>
                <a:ext cx="2152345" cy="2218038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5000"/>
                      <a:lumOff val="95000"/>
                    </a:schemeClr>
                  </a:gs>
                  <a:gs pos="74000">
                    <a:schemeClr val="accent6">
                      <a:lumMod val="40000"/>
                      <a:lumOff val="60000"/>
                    </a:schemeClr>
                  </a:gs>
                  <a:gs pos="83000">
                    <a:schemeClr val="accent6">
                      <a:lumMod val="60000"/>
                      <a:lumOff val="40000"/>
                    </a:schemeClr>
                  </a:gs>
                  <a:gs pos="100000">
                    <a:schemeClr val="accent6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DC05DDCE-FCF8-10DD-5D48-BB36E04AA0D9}"/>
                  </a:ext>
                </a:extLst>
              </p:cNvPr>
              <p:cNvSpPr/>
              <p:nvPr/>
            </p:nvSpPr>
            <p:spPr>
              <a:xfrm>
                <a:off x="2959444" y="1171833"/>
                <a:ext cx="1505291" cy="836142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Bootstrap Sample</a:t>
                </a:r>
              </a:p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2</a:t>
                </a:r>
              </a:p>
            </p:txBody>
          </p:sp>
          <p:pic>
            <p:nvPicPr>
              <p:cNvPr id="74" name="Picture 73" descr="A diagram of a flowchart&#10;&#10;Description automatically generated">
                <a:extLst>
                  <a:ext uri="{FF2B5EF4-FFF2-40B4-BE49-F238E27FC236}">
                    <a16:creationId xmlns:a16="http://schemas.microsoft.com/office/drawing/2014/main" id="{0C9CB54D-E9B7-A43D-70C8-65F102BD51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94000" y="2183719"/>
                <a:ext cx="1809433" cy="1326825"/>
              </a:xfrm>
              <a:prstGeom prst="rect">
                <a:avLst/>
              </a:prstGeom>
              <a:ln w="1270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D37F926D-996A-CA1D-6DD7-2CEC7527F5B6}"/>
                </a:ext>
              </a:extLst>
            </p:cNvPr>
            <p:cNvGrpSpPr/>
            <p:nvPr/>
          </p:nvGrpSpPr>
          <p:grpSpPr>
            <a:xfrm>
              <a:off x="3074455" y="3645184"/>
              <a:ext cx="1272747" cy="949260"/>
              <a:chOff x="3074455" y="3645184"/>
              <a:chExt cx="1272747" cy="949260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D65258D3-3387-2429-278E-69641E9884D7}"/>
                  </a:ext>
                </a:extLst>
              </p:cNvPr>
              <p:cNvSpPr/>
              <p:nvPr/>
            </p:nvSpPr>
            <p:spPr>
              <a:xfrm>
                <a:off x="3074455" y="3645184"/>
                <a:ext cx="1272747" cy="94926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100" b="1" dirty="0">
                    <a:solidFill>
                      <a:schemeClr val="tx1"/>
                    </a:solidFill>
                  </a:rPr>
                  <a:t>Prediction </a:t>
                </a:r>
                <a:r>
                  <a:rPr lang="en-US" sz="1100" b="1" dirty="0">
                    <a:solidFill>
                      <a:srgbClr val="FF0000"/>
                    </a:solidFill>
                  </a:rPr>
                  <a:t>1</a:t>
                </a:r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Rectangle 78">
                    <a:extLst>
                      <a:ext uri="{FF2B5EF4-FFF2-40B4-BE49-F238E27FC236}">
                        <a16:creationId xmlns:a16="http://schemas.microsoft.com/office/drawing/2014/main" id="{A6D339AE-A905-EA82-744B-8797016B9E38}"/>
                      </a:ext>
                    </a:extLst>
                  </p:cNvPr>
                  <p:cNvSpPr/>
                  <p:nvPr/>
                </p:nvSpPr>
                <p:spPr>
                  <a:xfrm>
                    <a:off x="3175744" y="4008334"/>
                    <a:ext cx="1087120" cy="508000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25400">
                    <a:solidFill>
                      <a:schemeClr val="bg1"/>
                    </a:solidFill>
                  </a:ln>
                  <a:effectLst>
                    <a:glow rad="76200">
                      <a:schemeClr val="tx1">
                        <a:lumMod val="85000"/>
                        <a:lumOff val="15000"/>
                        <a:alpha val="30000"/>
                      </a:schemeClr>
                    </a:glow>
                  </a:effectLst>
                  <a:scene3d>
                    <a:camera prst="orthographicFront"/>
                    <a:lightRig rig="threePt" dir="t"/>
                  </a:scene3d>
                  <a:sp3d>
                    <a:bevelT w="114300" prst="artDeco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</m:acc>
                            </m:e>
                            <m:sup>
                              <m:d>
                                <m:dPr>
                                  <m:ctrlP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sup>
                          </m:sSup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9" name="Rectangle 78">
                    <a:extLst>
                      <a:ext uri="{FF2B5EF4-FFF2-40B4-BE49-F238E27FC236}">
                        <a16:creationId xmlns:a16="http://schemas.microsoft.com/office/drawing/2014/main" id="{A6D339AE-A905-EA82-744B-8797016B9E3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75744" y="4008334"/>
                    <a:ext cx="1087120" cy="50800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25400">
                    <a:solidFill>
                      <a:schemeClr val="bg1"/>
                    </a:solidFill>
                  </a:ln>
                  <a:effectLst>
                    <a:glow rad="76200">
                      <a:schemeClr val="tx1">
                        <a:lumMod val="85000"/>
                        <a:lumOff val="15000"/>
                        <a:alpha val="30000"/>
                      </a:schemeClr>
                    </a:glo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7282A929-043D-0E3B-EB76-FDA60BB2FE43}"/>
              </a:ext>
            </a:extLst>
          </p:cNvPr>
          <p:cNvGrpSpPr/>
          <p:nvPr/>
        </p:nvGrpSpPr>
        <p:grpSpPr>
          <a:xfrm>
            <a:off x="6746240" y="1171833"/>
            <a:ext cx="2166077" cy="3422611"/>
            <a:chOff x="6746240" y="1171833"/>
            <a:chExt cx="2166077" cy="3422611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0EDAB7F2-49A6-1137-7D3A-51C3FBD477BE}"/>
                </a:ext>
              </a:extLst>
            </p:cNvPr>
            <p:cNvGrpSpPr/>
            <p:nvPr/>
          </p:nvGrpSpPr>
          <p:grpSpPr>
            <a:xfrm>
              <a:off x="6746240" y="1171833"/>
              <a:ext cx="2166077" cy="2535195"/>
              <a:chOff x="6746240" y="1171833"/>
              <a:chExt cx="2166077" cy="2535195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34244225-DD18-DAA9-FF60-6897D216BE10}"/>
                  </a:ext>
                </a:extLst>
              </p:cNvPr>
              <p:cNvSpPr/>
              <p:nvPr/>
            </p:nvSpPr>
            <p:spPr>
              <a:xfrm>
                <a:off x="6746240" y="1488990"/>
                <a:ext cx="2166077" cy="2218038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5">
                      <a:lumMod val="5000"/>
                      <a:lumOff val="95000"/>
                    </a:schemeClr>
                  </a:gs>
                  <a:gs pos="74000">
                    <a:schemeClr val="accent5">
                      <a:lumMod val="45000"/>
                      <a:lumOff val="55000"/>
                    </a:schemeClr>
                  </a:gs>
                  <a:gs pos="83000">
                    <a:schemeClr val="accent5">
                      <a:lumMod val="45000"/>
                      <a:lumOff val="55000"/>
                    </a:schemeClr>
                  </a:gs>
                  <a:gs pos="100000">
                    <a:schemeClr val="accent5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2AE88BAB-3CE4-BA0E-1805-5FEB5AD41142}"/>
                  </a:ext>
                </a:extLst>
              </p:cNvPr>
              <p:cNvSpPr/>
              <p:nvPr/>
            </p:nvSpPr>
            <p:spPr>
              <a:xfrm>
                <a:off x="7134909" y="1171833"/>
                <a:ext cx="1505291" cy="836142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Bootstrap Sample</a:t>
                </a:r>
              </a:p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B</a:t>
                </a:r>
              </a:p>
            </p:txBody>
          </p:sp>
          <p:pic>
            <p:nvPicPr>
              <p:cNvPr id="72" name="Picture 71" descr="A diagram of a flowchart&#10;&#10;Description automatically generated">
                <a:extLst>
                  <a:ext uri="{FF2B5EF4-FFF2-40B4-BE49-F238E27FC236}">
                    <a16:creationId xmlns:a16="http://schemas.microsoft.com/office/drawing/2014/main" id="{1642D4D9-ED29-797B-2F97-3A75445188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67749" y="2171362"/>
                <a:ext cx="1800150" cy="1257638"/>
              </a:xfrm>
              <a:prstGeom prst="rect">
                <a:avLst/>
              </a:prstGeom>
              <a:ln w="1270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97E7458D-705E-9746-CBA1-C9479A0F3188}"/>
                </a:ext>
              </a:extLst>
            </p:cNvPr>
            <p:cNvGrpSpPr/>
            <p:nvPr/>
          </p:nvGrpSpPr>
          <p:grpSpPr>
            <a:xfrm>
              <a:off x="7251181" y="3645184"/>
              <a:ext cx="1272747" cy="949260"/>
              <a:chOff x="7251181" y="3645184"/>
              <a:chExt cx="1272747" cy="949260"/>
            </a:xfrm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50FC6143-E3A3-F05F-65A6-2EF8EAD48408}"/>
                  </a:ext>
                </a:extLst>
              </p:cNvPr>
              <p:cNvSpPr/>
              <p:nvPr/>
            </p:nvSpPr>
            <p:spPr>
              <a:xfrm>
                <a:off x="7251181" y="3645184"/>
                <a:ext cx="1272747" cy="94926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100" b="1" dirty="0">
                    <a:solidFill>
                      <a:schemeClr val="tx1"/>
                    </a:solidFill>
                  </a:rPr>
                  <a:t>Prediction </a:t>
                </a:r>
                <a:r>
                  <a:rPr lang="en-US" sz="1100" b="1" dirty="0">
                    <a:solidFill>
                      <a:srgbClr val="FF0000"/>
                    </a:solidFill>
                  </a:rPr>
                  <a:t>1</a:t>
                </a:r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Rectangle 80">
                    <a:extLst>
                      <a:ext uri="{FF2B5EF4-FFF2-40B4-BE49-F238E27FC236}">
                        <a16:creationId xmlns:a16="http://schemas.microsoft.com/office/drawing/2014/main" id="{B7833563-F26D-350F-FDA4-73AAB0280758}"/>
                      </a:ext>
                    </a:extLst>
                  </p:cNvPr>
                  <p:cNvSpPr/>
                  <p:nvPr/>
                </p:nvSpPr>
                <p:spPr>
                  <a:xfrm>
                    <a:off x="7352470" y="4008334"/>
                    <a:ext cx="1087120" cy="508000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 w="25400">
                    <a:solidFill>
                      <a:schemeClr val="bg1"/>
                    </a:solidFill>
                  </a:ln>
                  <a:effectLst>
                    <a:glow rad="76200">
                      <a:schemeClr val="tx1">
                        <a:lumMod val="85000"/>
                        <a:lumOff val="15000"/>
                        <a:alpha val="30000"/>
                      </a:schemeClr>
                    </a:glow>
                  </a:effectLst>
                  <a:scene3d>
                    <a:camera prst="orthographicFront"/>
                    <a:lightRig rig="threePt" dir="t"/>
                  </a:scene3d>
                  <a:sp3d>
                    <a:bevelT w="114300" prst="artDeco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</m:acc>
                            </m:e>
                            <m:sup>
                              <m:d>
                                <m:dPr>
                                  <m:ctrlP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</m:d>
                            </m:sup>
                          </m:sSup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1" name="Rectangle 80">
                    <a:extLst>
                      <a:ext uri="{FF2B5EF4-FFF2-40B4-BE49-F238E27FC236}">
                        <a16:creationId xmlns:a16="http://schemas.microsoft.com/office/drawing/2014/main" id="{B7833563-F26D-350F-FDA4-73AAB028075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52470" y="4008334"/>
                    <a:ext cx="1087120" cy="50800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25400">
                    <a:solidFill>
                      <a:schemeClr val="bg1"/>
                    </a:solidFill>
                  </a:ln>
                  <a:effectLst>
                    <a:glow rad="76200">
                      <a:schemeClr val="tx1">
                        <a:lumMod val="85000"/>
                        <a:lumOff val="15000"/>
                        <a:alpha val="30000"/>
                      </a:schemeClr>
                    </a:glo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F3658EDF-958A-B2EA-08C1-5FA171C4BE6C}"/>
              </a:ext>
            </a:extLst>
          </p:cNvPr>
          <p:cNvGrpSpPr/>
          <p:nvPr/>
        </p:nvGrpSpPr>
        <p:grpSpPr>
          <a:xfrm>
            <a:off x="2729381" y="5369010"/>
            <a:ext cx="4108299" cy="1367070"/>
            <a:chOff x="2729381" y="5369010"/>
            <a:chExt cx="4108299" cy="1367070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C80CC57A-5DAF-F5EA-5957-318311AE0F1A}"/>
                </a:ext>
              </a:extLst>
            </p:cNvPr>
            <p:cNvSpPr/>
            <p:nvPr/>
          </p:nvSpPr>
          <p:spPr>
            <a:xfrm>
              <a:off x="2729381" y="5369010"/>
              <a:ext cx="4108299" cy="1367070"/>
            </a:xfrm>
            <a:prstGeom prst="rect">
              <a:avLst/>
            </a:prstGeom>
            <a:solidFill>
              <a:srgbClr val="F7EDBE"/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100" b="1" dirty="0">
                  <a:solidFill>
                    <a:schemeClr val="tx1"/>
                  </a:solidFill>
                </a:rPr>
                <a:t>Overall Prediction </a:t>
              </a:r>
            </a:p>
            <a:p>
              <a:pPr algn="ctr"/>
              <a:endParaRPr lang="en-US" sz="1100" b="1" dirty="0">
                <a:solidFill>
                  <a:schemeClr val="tx1"/>
                </a:solidFill>
              </a:endParaRPr>
            </a:p>
            <a:p>
              <a:pPr algn="ctr"/>
              <a:endParaRPr lang="en-US" sz="1100" b="1" dirty="0">
                <a:solidFill>
                  <a:srgbClr val="FF0000"/>
                </a:solidFill>
              </a:endParaRPr>
            </a:p>
            <a:p>
              <a:pPr algn="ctr"/>
              <a:endParaRPr lang="en-US" sz="1100" dirty="0"/>
            </a:p>
            <a:p>
              <a:pPr algn="ctr"/>
              <a:endParaRPr lang="en-US" sz="1100" dirty="0"/>
            </a:p>
            <a:p>
              <a:pPr algn="ctr"/>
              <a:endParaRPr lang="en-US" sz="1100" dirty="0"/>
            </a:p>
            <a:p>
              <a:pPr algn="ctr"/>
              <a:endParaRPr lang="en-US" sz="1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851B87AB-76F8-E787-A4B6-24FE19A6E009}"/>
                    </a:ext>
                  </a:extLst>
                </p:cNvPr>
                <p:cNvSpPr/>
                <p:nvPr/>
              </p:nvSpPr>
              <p:spPr>
                <a:xfrm>
                  <a:off x="2905546" y="5686167"/>
                  <a:ext cx="3728322" cy="895866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bg1"/>
                  </a:solidFill>
                </a:ln>
                <a:effectLst>
                  <a:glow rad="76200">
                    <a:schemeClr val="tx1">
                      <a:lumMod val="85000"/>
                      <a:lumOff val="15000"/>
                      <a:alpha val="30000"/>
                    </a:schemeClr>
                  </a:glow>
                </a:effectLst>
                <a:scene3d>
                  <a:camera prst="orthographicFront"/>
                  <a:lightRig rig="threePt" dir="t"/>
                </a:scene3d>
                <a:sp3d>
                  <a:bevelT w="114300" prst="artDeco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acc>
                        <m:d>
                          <m:dPr>
                            <m:ctrlP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</m:acc>
                              </m:e>
                              <m:sup>
                                <m:d>
                                  <m:dPr>
                                    <m:ctrlPr>
                                      <a:rPr lang="en-US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en-US" b="1" dirty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</m:e>
                        </m:nary>
                      </m:oMath>
                    </m:oMathPara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851B87AB-76F8-E787-A4B6-24FE19A6E00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5546" y="5686167"/>
                  <a:ext cx="3728322" cy="895866"/>
                </a:xfrm>
                <a:prstGeom prst="rect">
                  <a:avLst/>
                </a:prstGeom>
                <a:blipFill>
                  <a:blip r:embed="rId8"/>
                  <a:stretch>
                    <a:fillRect t="-63636" b="-107955"/>
                  </a:stretch>
                </a:blipFill>
                <a:ln w="25400">
                  <a:solidFill>
                    <a:schemeClr val="bg1"/>
                  </a:solidFill>
                </a:ln>
                <a:effectLst>
                  <a:glow rad="76200">
                    <a:schemeClr val="tx1">
                      <a:lumMod val="85000"/>
                      <a:lumOff val="15000"/>
                      <a:alpha val="3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EB5502BE-333F-C7F6-9798-8D7DDE054382}"/>
              </a:ext>
            </a:extLst>
          </p:cNvPr>
          <p:cNvCxnSpPr>
            <a:stCxn id="62" idx="2"/>
            <a:endCxn id="82" idx="0"/>
          </p:cNvCxnSpPr>
          <p:nvPr/>
        </p:nvCxnSpPr>
        <p:spPr>
          <a:xfrm>
            <a:off x="1293971" y="4594444"/>
            <a:ext cx="3489560" cy="7745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24CD8EB-DDAF-0F56-53BF-954E93DA2FFD}"/>
              </a:ext>
            </a:extLst>
          </p:cNvPr>
          <p:cNvCxnSpPr>
            <a:cxnSpLocks/>
            <a:stCxn id="78" idx="2"/>
            <a:endCxn id="82" idx="0"/>
          </p:cNvCxnSpPr>
          <p:nvPr/>
        </p:nvCxnSpPr>
        <p:spPr>
          <a:xfrm>
            <a:off x="3710829" y="4594444"/>
            <a:ext cx="1072702" cy="7745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FAA004E2-73F0-6BEF-D68E-531137E9EE86}"/>
              </a:ext>
            </a:extLst>
          </p:cNvPr>
          <p:cNvCxnSpPr>
            <a:cxnSpLocks/>
            <a:stCxn id="80" idx="2"/>
            <a:endCxn id="82" idx="0"/>
          </p:cNvCxnSpPr>
          <p:nvPr/>
        </p:nvCxnSpPr>
        <p:spPr>
          <a:xfrm flipH="1">
            <a:off x="4783531" y="4594444"/>
            <a:ext cx="3104024" cy="7745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2A318C0-4550-FE8F-75BB-E4C0EE04BC15}"/>
              </a:ext>
            </a:extLst>
          </p:cNvPr>
          <p:cNvSpPr/>
          <p:nvPr/>
        </p:nvSpPr>
        <p:spPr>
          <a:xfrm>
            <a:off x="5891000" y="117903"/>
            <a:ext cx="1461471" cy="444611"/>
          </a:xfrm>
          <a:prstGeom prst="rect">
            <a:avLst/>
          </a:prstGeom>
          <a:solidFill>
            <a:srgbClr val="FFA46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Testing Data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8EA5439-C60F-E2E1-433D-D86C1C8CD468}"/>
              </a:ext>
            </a:extLst>
          </p:cNvPr>
          <p:cNvSpPr/>
          <p:nvPr/>
        </p:nvSpPr>
        <p:spPr>
          <a:xfrm>
            <a:off x="2613696" y="121920"/>
            <a:ext cx="3277304" cy="44461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Training Data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D8E04B46-1F31-9F91-C43F-025E78D5971B}"/>
              </a:ext>
            </a:extLst>
          </p:cNvPr>
          <p:cNvCxnSpPr>
            <a:cxnSpLocks/>
            <a:stCxn id="103" idx="2"/>
            <a:endCxn id="66" idx="0"/>
          </p:cNvCxnSpPr>
          <p:nvPr/>
        </p:nvCxnSpPr>
        <p:spPr>
          <a:xfrm flipH="1">
            <a:off x="1372717" y="566530"/>
            <a:ext cx="2879631" cy="6213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DB49416-EB98-DB46-CE84-1B682C4A8DDA}"/>
              </a:ext>
            </a:extLst>
          </p:cNvPr>
          <p:cNvCxnSpPr>
            <a:cxnSpLocks/>
            <a:stCxn id="103" idx="2"/>
            <a:endCxn id="67" idx="0"/>
          </p:cNvCxnSpPr>
          <p:nvPr/>
        </p:nvCxnSpPr>
        <p:spPr>
          <a:xfrm flipH="1">
            <a:off x="3712090" y="566530"/>
            <a:ext cx="540258" cy="6053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F8E6303-4B1B-A395-0946-04FB8DF8A78D}"/>
              </a:ext>
            </a:extLst>
          </p:cNvPr>
          <p:cNvCxnSpPr>
            <a:cxnSpLocks/>
            <a:stCxn id="103" idx="2"/>
            <a:endCxn id="68" idx="0"/>
          </p:cNvCxnSpPr>
          <p:nvPr/>
        </p:nvCxnSpPr>
        <p:spPr>
          <a:xfrm>
            <a:off x="4252348" y="566530"/>
            <a:ext cx="3635207" cy="6053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BB450717-ED81-5008-EA32-F80250B162CE}"/>
              </a:ext>
            </a:extLst>
          </p:cNvPr>
          <p:cNvSpPr/>
          <p:nvPr/>
        </p:nvSpPr>
        <p:spPr>
          <a:xfrm>
            <a:off x="5436833" y="1944330"/>
            <a:ext cx="1267432" cy="6936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…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2B2847BA-294B-1DA3-E8C3-81C1E917AF3C}"/>
              </a:ext>
            </a:extLst>
          </p:cNvPr>
          <p:cNvCxnSpPr>
            <a:cxnSpLocks/>
            <a:stCxn id="103" idx="2"/>
          </p:cNvCxnSpPr>
          <p:nvPr/>
        </p:nvCxnSpPr>
        <p:spPr>
          <a:xfrm>
            <a:off x="4252348" y="566530"/>
            <a:ext cx="1553079" cy="1961399"/>
          </a:xfrm>
          <a:prstGeom prst="straightConnector1">
            <a:avLst/>
          </a:prstGeom>
          <a:ln w="31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E2D78DDA-FB4C-56B9-5BF5-927D8E32A28A}"/>
              </a:ext>
            </a:extLst>
          </p:cNvPr>
          <p:cNvCxnSpPr>
            <a:cxnSpLocks/>
            <a:stCxn id="103" idx="2"/>
          </p:cNvCxnSpPr>
          <p:nvPr/>
        </p:nvCxnSpPr>
        <p:spPr>
          <a:xfrm>
            <a:off x="4252348" y="566530"/>
            <a:ext cx="1817603" cy="1952419"/>
          </a:xfrm>
          <a:prstGeom prst="straightConnector1">
            <a:avLst/>
          </a:prstGeom>
          <a:ln w="31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B511F275-D8C4-1937-3115-FB519AA29578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4783531" y="2598009"/>
            <a:ext cx="1036204" cy="2771001"/>
          </a:xfrm>
          <a:prstGeom prst="straightConnector1">
            <a:avLst/>
          </a:prstGeom>
          <a:ln w="31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D5AFF026-2DE2-D75B-0D33-38496E908257}"/>
              </a:ext>
            </a:extLst>
          </p:cNvPr>
          <p:cNvCxnSpPr>
            <a:cxnSpLocks/>
            <a:stCxn id="103" idx="2"/>
          </p:cNvCxnSpPr>
          <p:nvPr/>
        </p:nvCxnSpPr>
        <p:spPr>
          <a:xfrm>
            <a:off x="4252348" y="566530"/>
            <a:ext cx="2104086" cy="1941109"/>
          </a:xfrm>
          <a:prstGeom prst="straightConnector1">
            <a:avLst/>
          </a:prstGeom>
          <a:ln w="31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7AFAA61D-F722-173B-279E-BCB83D44E2C9}"/>
              </a:ext>
            </a:extLst>
          </p:cNvPr>
          <p:cNvCxnSpPr>
            <a:cxnSpLocks/>
            <a:stCxn id="128" idx="2"/>
            <a:endCxn id="82" idx="0"/>
          </p:cNvCxnSpPr>
          <p:nvPr/>
        </p:nvCxnSpPr>
        <p:spPr>
          <a:xfrm flipH="1">
            <a:off x="4783531" y="2638009"/>
            <a:ext cx="1287018" cy="2731001"/>
          </a:xfrm>
          <a:prstGeom prst="straightConnector1">
            <a:avLst/>
          </a:prstGeom>
          <a:ln w="31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4606DE62-E622-1F95-0C9C-A3EDD2E1C56F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4783531" y="2598009"/>
            <a:ext cx="1547845" cy="2771001"/>
          </a:xfrm>
          <a:prstGeom prst="straightConnector1">
            <a:avLst/>
          </a:prstGeom>
          <a:ln w="31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6F1A093-11B8-E014-6ECC-841EB22CE773}"/>
              </a:ext>
            </a:extLst>
          </p:cNvPr>
          <p:cNvSpPr/>
          <p:nvPr/>
        </p:nvSpPr>
        <p:spPr>
          <a:xfrm>
            <a:off x="0" y="-15949"/>
            <a:ext cx="9144000" cy="6858000"/>
          </a:xfrm>
          <a:prstGeom prst="rect">
            <a:avLst/>
          </a:prstGeom>
          <a:solidFill>
            <a:srgbClr val="000000">
              <a:alpha val="40000"/>
            </a:srgb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company&#10;&#10;Description automatically generated">
            <a:extLst>
              <a:ext uri="{FF2B5EF4-FFF2-40B4-BE49-F238E27FC236}">
                <a16:creationId xmlns:a16="http://schemas.microsoft.com/office/drawing/2014/main" id="{8DCF3DB2-39EE-3597-10C3-DCCABEAA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271" y="2205997"/>
            <a:ext cx="1838317" cy="1322847"/>
          </a:xfrm>
          <a:prstGeom prst="rect">
            <a:avLst/>
          </a:prstGeom>
          <a:ln w="66675">
            <a:solidFill>
              <a:srgbClr val="C00000"/>
            </a:solidFill>
          </a:ln>
          <a:effectLst>
            <a:outerShdw blurRad="13414" dist="38100" dir="2700000" sx="101932" sy="101932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 descr="A diagram of a flowchart&#10;&#10;Description automatically generated">
            <a:extLst>
              <a:ext uri="{FF2B5EF4-FFF2-40B4-BE49-F238E27FC236}">
                <a16:creationId xmlns:a16="http://schemas.microsoft.com/office/drawing/2014/main" id="{57266D47-C628-37EB-D197-676030757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3666" y="2185807"/>
            <a:ext cx="1809433" cy="1326825"/>
          </a:xfrm>
          <a:prstGeom prst="rect">
            <a:avLst/>
          </a:prstGeom>
          <a:ln w="66675">
            <a:solidFill>
              <a:srgbClr val="C00000"/>
            </a:solidFill>
          </a:ln>
          <a:effectLst>
            <a:outerShdw blurRad="13414" dist="38100" dir="2700000" sx="101932" sy="101932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diagram of a flowchart&#10;&#10;Description automatically generated">
            <a:extLst>
              <a:ext uri="{FF2B5EF4-FFF2-40B4-BE49-F238E27FC236}">
                <a16:creationId xmlns:a16="http://schemas.microsoft.com/office/drawing/2014/main" id="{AF2B178A-C1CB-A311-F982-866E8EBB51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7415" y="2185976"/>
            <a:ext cx="1800150" cy="1257638"/>
          </a:xfrm>
          <a:prstGeom prst="rect">
            <a:avLst/>
          </a:prstGeom>
          <a:ln w="66675">
            <a:solidFill>
              <a:srgbClr val="C00000"/>
            </a:solidFill>
          </a:ln>
          <a:effectLst>
            <a:outerShdw blurRad="13414" dist="38100" dir="2700000" sx="101932" sy="101932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5798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56D4E7-0A0C-9C4C-1AD8-FE8BF8202065}"/>
              </a:ext>
            </a:extLst>
          </p:cNvPr>
          <p:cNvSpPr/>
          <p:nvPr/>
        </p:nvSpPr>
        <p:spPr>
          <a:xfrm>
            <a:off x="28664" y="1111701"/>
            <a:ext cx="3927987" cy="3716867"/>
          </a:xfrm>
          <a:prstGeom prst="rect">
            <a:avLst/>
          </a:prstGeom>
          <a:solidFill>
            <a:srgbClr val="D8C4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DD0D487B-433D-7FA1-3D98-BFFAF4AB8A2C}"/>
                  </a:ext>
                </a:extLst>
              </p:cNvPr>
              <p:cNvSpPr/>
              <p:nvPr/>
            </p:nvSpPr>
            <p:spPr>
              <a:xfrm>
                <a:off x="1941408" y="1210125"/>
                <a:ext cx="768338" cy="35560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  <a:scene3d>
                <a:camera prst="orthographicFront"/>
                <a:lightRig rig="balanced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&lt;4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DD0D487B-433D-7FA1-3D98-BFFAF4AB8A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1408" y="1210125"/>
                <a:ext cx="768338" cy="3556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705E50F8-619F-A79F-3C71-1353873EA5D7}"/>
                  </a:ext>
                </a:extLst>
              </p:cNvPr>
              <p:cNvSpPr/>
              <p:nvPr/>
            </p:nvSpPr>
            <p:spPr>
              <a:xfrm>
                <a:off x="681990" y="1992235"/>
                <a:ext cx="749301" cy="355600"/>
              </a:xfrm>
              <a:prstGeom prst="roundRect">
                <a:avLst/>
              </a:prstGeom>
              <a:solidFill>
                <a:srgbClr val="FFB4B3"/>
              </a:solid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  <a:scene3d>
                <a:camera prst="orthographicFront"/>
                <a:lightRig rig="balanced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1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&lt;7</m:t>
                    </m:r>
                  </m:oMath>
                </a14:m>
                <a:r>
                  <a:rPr lang="en-US" sz="14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705E50F8-619F-A79F-3C71-1353873EA5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90" y="1992235"/>
                <a:ext cx="749301" cy="3556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6E7C199-6751-2704-8EB2-549DB3AF7E50}"/>
              </a:ext>
            </a:extLst>
          </p:cNvPr>
          <p:cNvSpPr/>
          <p:nvPr/>
        </p:nvSpPr>
        <p:spPr>
          <a:xfrm>
            <a:off x="89325" y="2703436"/>
            <a:ext cx="677334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680315E1-24B6-C249-B1E1-8A4D6A7F0504}"/>
                  </a:ext>
                </a:extLst>
              </p:cNvPr>
              <p:cNvSpPr/>
              <p:nvPr/>
            </p:nvSpPr>
            <p:spPr>
              <a:xfrm>
                <a:off x="1348742" y="2711902"/>
                <a:ext cx="728662" cy="3556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  <a:scene3d>
                <a:camera prst="orthographicFront"/>
                <a:lightRig rig="balanced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&lt;3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680315E1-24B6-C249-B1E1-8A4D6A7F05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742" y="2711902"/>
                <a:ext cx="728662" cy="3556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7E4CD00F-AA0C-BDC6-BEB0-83A385F95D5B}"/>
                  </a:ext>
                </a:extLst>
              </p:cNvPr>
              <p:cNvSpPr/>
              <p:nvPr/>
            </p:nvSpPr>
            <p:spPr>
              <a:xfrm>
                <a:off x="703157" y="3385003"/>
                <a:ext cx="772801" cy="355600"/>
              </a:xfrm>
              <a:prstGeom prst="roundRect">
                <a:avLst/>
              </a:prstGeom>
              <a:solidFill>
                <a:srgbClr val="FFB4B3"/>
              </a:solid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  <a:scene3d>
                <a:camera prst="orthographicFront"/>
                <a:lightRig rig="balanced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1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&lt;3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7E4CD00F-AA0C-BDC6-BEB0-83A385F95D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157" y="3385003"/>
                <a:ext cx="772801" cy="3556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350B0D2-9F88-854E-CC4F-3F26B1CBF673}"/>
              </a:ext>
            </a:extLst>
          </p:cNvPr>
          <p:cNvSpPr/>
          <p:nvPr/>
        </p:nvSpPr>
        <p:spPr>
          <a:xfrm>
            <a:off x="110491" y="4121600"/>
            <a:ext cx="592666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EC940E-C93D-48C3-993E-DDB6278CA2CD}"/>
              </a:ext>
            </a:extLst>
          </p:cNvPr>
          <p:cNvSpPr/>
          <p:nvPr/>
        </p:nvSpPr>
        <p:spPr>
          <a:xfrm>
            <a:off x="1431292" y="4113138"/>
            <a:ext cx="592666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65346D8-3043-17A1-C7D6-8944007856A5}"/>
              </a:ext>
            </a:extLst>
          </p:cNvPr>
          <p:cNvSpPr/>
          <p:nvPr/>
        </p:nvSpPr>
        <p:spPr>
          <a:xfrm>
            <a:off x="1978449" y="3406169"/>
            <a:ext cx="592666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D0454A7-AE26-FABB-8FE5-E8129743DAB0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1056641" y="1565725"/>
            <a:ext cx="1268936" cy="4265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3464643-6352-4240-D89A-3FF3CD14F061}"/>
              </a:ext>
            </a:extLst>
          </p:cNvPr>
          <p:cNvCxnSpPr>
            <a:cxnSpLocks/>
          </p:cNvCxnSpPr>
          <p:nvPr/>
        </p:nvCxnSpPr>
        <p:spPr>
          <a:xfrm flipH="1">
            <a:off x="284059" y="2347835"/>
            <a:ext cx="694265" cy="347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6DC51ED-A98A-A6BC-406B-976AAE6247FA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1089558" y="3069622"/>
            <a:ext cx="536995" cy="3153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B87850E-007D-55E6-44A4-0245FCD10C9B}"/>
              </a:ext>
            </a:extLst>
          </p:cNvPr>
          <p:cNvCxnSpPr>
            <a:cxnSpLocks/>
          </p:cNvCxnSpPr>
          <p:nvPr/>
        </p:nvCxnSpPr>
        <p:spPr>
          <a:xfrm flipH="1">
            <a:off x="339095" y="3765999"/>
            <a:ext cx="694265" cy="347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AD849BA-A539-C3D7-EDE1-BB88B4C3C9F0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967741" y="2356301"/>
            <a:ext cx="745332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D78BBE5-83B3-0DB0-DA3A-7228E3409C65}"/>
              </a:ext>
            </a:extLst>
          </p:cNvPr>
          <p:cNvCxnSpPr>
            <a:cxnSpLocks/>
            <a:stCxn id="5" idx="2"/>
            <a:endCxn id="21" idx="0"/>
          </p:cNvCxnSpPr>
          <p:nvPr/>
        </p:nvCxnSpPr>
        <p:spPr>
          <a:xfrm>
            <a:off x="2325577" y="1565725"/>
            <a:ext cx="1218145" cy="4434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6661B56-8152-B6CF-8199-F9733531F8F6}"/>
              </a:ext>
            </a:extLst>
          </p:cNvPr>
          <p:cNvCxnSpPr>
            <a:cxnSpLocks/>
          </p:cNvCxnSpPr>
          <p:nvPr/>
        </p:nvCxnSpPr>
        <p:spPr>
          <a:xfrm>
            <a:off x="1628145" y="3063271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AF26782-A44D-7397-FD64-3A757A94227B}"/>
              </a:ext>
            </a:extLst>
          </p:cNvPr>
          <p:cNvCxnSpPr>
            <a:cxnSpLocks/>
          </p:cNvCxnSpPr>
          <p:nvPr/>
        </p:nvCxnSpPr>
        <p:spPr>
          <a:xfrm>
            <a:off x="1041825" y="3765999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9FD0261-9596-2942-2300-7E4271B531F6}"/>
              </a:ext>
            </a:extLst>
          </p:cNvPr>
          <p:cNvSpPr/>
          <p:nvPr/>
        </p:nvSpPr>
        <p:spPr>
          <a:xfrm>
            <a:off x="3205054" y="2009169"/>
            <a:ext cx="677335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01DD59-A5E1-CA54-E8B2-978C5734822C}"/>
              </a:ext>
            </a:extLst>
          </p:cNvPr>
          <p:cNvSpPr/>
          <p:nvPr/>
        </p:nvSpPr>
        <p:spPr>
          <a:xfrm>
            <a:off x="4108837" y="1111701"/>
            <a:ext cx="5520762" cy="38962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20B16C67-C6FD-6EA0-CC0A-B925EF2E3EAF}"/>
                  </a:ext>
                </a:extLst>
              </p:cNvPr>
              <p:cNvSpPr/>
              <p:nvPr/>
            </p:nvSpPr>
            <p:spPr>
              <a:xfrm>
                <a:off x="6086861" y="1389521"/>
                <a:ext cx="767287" cy="3556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  <a:scene3d>
                <a:camera prst="orthographicFront"/>
                <a:lightRig rig="balanced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&lt;5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20B16C67-C6FD-6EA0-CC0A-B925EF2E3E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6861" y="1389521"/>
                <a:ext cx="767287" cy="3556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A3C3556C-41D1-8F71-7B39-E17C3EC1C156}"/>
                  </a:ext>
                </a:extLst>
              </p:cNvPr>
              <p:cNvSpPr/>
              <p:nvPr/>
            </p:nvSpPr>
            <p:spPr>
              <a:xfrm>
                <a:off x="4790403" y="2171631"/>
                <a:ext cx="814914" cy="35560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  <a:scene3d>
                <a:camera prst="orthographicFront"/>
                <a:lightRig rig="balanced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sz="1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2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1200" dirty="0">
                    <a:solidFill>
                      <a:prstClr val="black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A3C3556C-41D1-8F71-7B39-E17C3EC1C1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403" y="2171631"/>
                <a:ext cx="814914" cy="35560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9CF9450-CFF9-3DD4-6595-FFA6FAE125FF}"/>
              </a:ext>
            </a:extLst>
          </p:cNvPr>
          <p:cNvSpPr/>
          <p:nvPr/>
        </p:nvSpPr>
        <p:spPr>
          <a:xfrm>
            <a:off x="4197738" y="2882832"/>
            <a:ext cx="592666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9CC7906-011F-D3D3-0018-F34577E73C39}"/>
              </a:ext>
            </a:extLst>
          </p:cNvPr>
          <p:cNvSpPr/>
          <p:nvPr/>
        </p:nvSpPr>
        <p:spPr>
          <a:xfrm>
            <a:off x="5457155" y="2891298"/>
            <a:ext cx="592666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D78E930-4944-99A2-B0A4-2D68FC21F1F4}"/>
              </a:ext>
            </a:extLst>
          </p:cNvPr>
          <p:cNvSpPr/>
          <p:nvPr/>
        </p:nvSpPr>
        <p:spPr>
          <a:xfrm>
            <a:off x="6610735" y="2942099"/>
            <a:ext cx="592666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FBA8DB95-BAC2-C5A0-35E5-2FEAA5DA164C}"/>
                  </a:ext>
                </a:extLst>
              </p:cNvPr>
              <p:cNvSpPr/>
              <p:nvPr/>
            </p:nvSpPr>
            <p:spPr>
              <a:xfrm>
                <a:off x="8054442" y="2882832"/>
                <a:ext cx="884625" cy="3556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  <a:scene3d>
                <a:camera prst="orthographicFront"/>
                <a:lightRig rig="balanced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sz="1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400" dirty="0">
                    <a:solidFill>
                      <a:prstClr val="black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FBA8DB95-BAC2-C5A0-35E5-2FEAA5DA16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4442" y="2882832"/>
                <a:ext cx="884625" cy="35560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42986893-1241-2A0E-62F5-EDDC9F7A9F86}"/>
                  </a:ext>
                </a:extLst>
              </p:cNvPr>
              <p:cNvSpPr/>
              <p:nvPr/>
            </p:nvSpPr>
            <p:spPr>
              <a:xfrm>
                <a:off x="7258439" y="3661761"/>
                <a:ext cx="916511" cy="355600"/>
              </a:xfrm>
              <a:prstGeom prst="roundRect">
                <a:avLst/>
              </a:prstGeom>
              <a:solidFill>
                <a:srgbClr val="BC9CF7"/>
              </a:solid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  <a:scene3d>
                <a:camera prst="orthographicFront"/>
                <a:lightRig rig="balanced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&lt;11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42986893-1241-2A0E-62F5-EDDC9F7A9F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8439" y="3661761"/>
                <a:ext cx="916511" cy="355600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304CA1B-9C78-ACF7-317F-B8194566EE29}"/>
              </a:ext>
            </a:extLst>
          </p:cNvPr>
          <p:cNvSpPr/>
          <p:nvPr/>
        </p:nvSpPr>
        <p:spPr>
          <a:xfrm>
            <a:off x="6854149" y="4398358"/>
            <a:ext cx="592666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92E61A8D-24AC-BDE7-FCB1-1814A4603F92}"/>
              </a:ext>
            </a:extLst>
          </p:cNvPr>
          <p:cNvSpPr/>
          <p:nvPr/>
        </p:nvSpPr>
        <p:spPr>
          <a:xfrm>
            <a:off x="8174950" y="4389896"/>
            <a:ext cx="592666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7F278747-F837-5DBD-C877-33B4C1E714E2}"/>
              </a:ext>
            </a:extLst>
          </p:cNvPr>
          <p:cNvSpPr/>
          <p:nvPr/>
        </p:nvSpPr>
        <p:spPr>
          <a:xfrm>
            <a:off x="8939067" y="3627895"/>
            <a:ext cx="592666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FCAC375-118B-B744-1426-8F2BB6374759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5197860" y="1745121"/>
            <a:ext cx="1272645" cy="4265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FA5D280-A255-694F-A6C9-00D28DAE1FD0}"/>
              </a:ext>
            </a:extLst>
          </p:cNvPr>
          <p:cNvCxnSpPr>
            <a:cxnSpLocks/>
          </p:cNvCxnSpPr>
          <p:nvPr/>
        </p:nvCxnSpPr>
        <p:spPr>
          <a:xfrm flipH="1">
            <a:off x="4392472" y="2527231"/>
            <a:ext cx="694265" cy="347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E7D58ED-B156-7D6D-D485-FFFFA675E882}"/>
              </a:ext>
            </a:extLst>
          </p:cNvPr>
          <p:cNvCxnSpPr>
            <a:cxnSpLocks/>
          </p:cNvCxnSpPr>
          <p:nvPr/>
        </p:nvCxnSpPr>
        <p:spPr>
          <a:xfrm flipH="1">
            <a:off x="6879556" y="2527226"/>
            <a:ext cx="916511" cy="4021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E1E00B5-7B7A-EF76-0DCE-A5DB6E82A43F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7777018" y="3238432"/>
            <a:ext cx="719737" cy="381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3F549E7-D146-E18B-A09C-1605CABDB426}"/>
              </a:ext>
            </a:extLst>
          </p:cNvPr>
          <p:cNvCxnSpPr>
            <a:cxnSpLocks/>
          </p:cNvCxnSpPr>
          <p:nvPr/>
        </p:nvCxnSpPr>
        <p:spPr>
          <a:xfrm flipH="1">
            <a:off x="7082753" y="4042757"/>
            <a:ext cx="694265" cy="347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6BA22B5-3F6C-DA9A-276C-8F2FA5DDD133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5076154" y="2535697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5FCC2F2-5C3C-F0D6-D8D5-EC796A6B61FB}"/>
              </a:ext>
            </a:extLst>
          </p:cNvPr>
          <p:cNvCxnSpPr>
            <a:cxnSpLocks/>
            <a:stCxn id="23" idx="2"/>
            <a:endCxn id="43" idx="0"/>
          </p:cNvCxnSpPr>
          <p:nvPr/>
        </p:nvCxnSpPr>
        <p:spPr>
          <a:xfrm>
            <a:off x="6470505" y="1745121"/>
            <a:ext cx="1316038" cy="4434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1238EEA-3D26-1CBD-9A6B-514FB947BA24}"/>
              </a:ext>
            </a:extLst>
          </p:cNvPr>
          <p:cNvCxnSpPr>
            <a:cxnSpLocks/>
          </p:cNvCxnSpPr>
          <p:nvPr/>
        </p:nvCxnSpPr>
        <p:spPr>
          <a:xfrm>
            <a:off x="7726220" y="2527226"/>
            <a:ext cx="823383" cy="3302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C1F2160-FDBB-B682-29E0-90A760A90E67}"/>
              </a:ext>
            </a:extLst>
          </p:cNvPr>
          <p:cNvCxnSpPr>
            <a:cxnSpLocks/>
          </p:cNvCxnSpPr>
          <p:nvPr/>
        </p:nvCxnSpPr>
        <p:spPr>
          <a:xfrm>
            <a:off x="8498799" y="3238428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8877B47-CFFB-4F0B-5855-53DFE8003212}"/>
              </a:ext>
            </a:extLst>
          </p:cNvPr>
          <p:cNvCxnSpPr>
            <a:cxnSpLocks/>
          </p:cNvCxnSpPr>
          <p:nvPr/>
        </p:nvCxnSpPr>
        <p:spPr>
          <a:xfrm>
            <a:off x="7785483" y="4042757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EC3CA94F-277C-C4DC-5F93-EF17B2074DCB}"/>
                  </a:ext>
                </a:extLst>
              </p:cNvPr>
              <p:cNvSpPr/>
              <p:nvPr/>
            </p:nvSpPr>
            <p:spPr>
              <a:xfrm>
                <a:off x="7398136" y="2188565"/>
                <a:ext cx="776814" cy="355600"/>
              </a:xfrm>
              <a:prstGeom prst="roundRect">
                <a:avLst/>
              </a:prstGeom>
              <a:solidFill>
                <a:srgbClr val="FFB4B3"/>
              </a:solid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  <a:scene3d>
                <a:camera prst="orthographicFront"/>
                <a:lightRig rig="balanced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1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prstClr val="black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EC3CA94F-277C-C4DC-5F93-EF17B2074D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8136" y="2188565"/>
                <a:ext cx="776814" cy="355600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4723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</a:extLst>
          </a:blip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968C5F-4AD7-A7A5-BA3E-6964EE082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82">
            <a:extLst>
              <a:ext uri="{FF2B5EF4-FFF2-40B4-BE49-F238E27FC236}">
                <a16:creationId xmlns:a16="http://schemas.microsoft.com/office/drawing/2014/main" id="{5A2A538C-377B-8DD9-C98D-62FCD7663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832" y="1801206"/>
            <a:ext cx="4543903" cy="3721099"/>
          </a:xfrm>
          <a:prstGeom prst="rect">
            <a:avLst/>
          </a:prstGeom>
          <a:effectLst>
            <a:glow rad="101600">
              <a:schemeClr val="tx1">
                <a:lumMod val="75000"/>
                <a:lumOff val="25000"/>
                <a:alpha val="40000"/>
              </a:schemeClr>
            </a:glow>
          </a:effectLst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7C6E1734-AEFF-AE59-1F10-54A9C360AA12}"/>
              </a:ext>
            </a:extLst>
          </p:cNvPr>
          <p:cNvSpPr/>
          <p:nvPr/>
        </p:nvSpPr>
        <p:spPr>
          <a:xfrm>
            <a:off x="7224409" y="1612311"/>
            <a:ext cx="1274324" cy="4977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glow rad="101600">
              <a:schemeClr val="tx1">
                <a:lumMod val="85000"/>
                <a:lumOff val="1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Tree2</a:t>
            </a:r>
          </a:p>
        </p:txBody>
      </p:sp>
      <p:pic>
        <p:nvPicPr>
          <p:cNvPr id="104" name="Picture 103">
            <a:extLst>
              <a:ext uri="{FF2B5EF4-FFF2-40B4-BE49-F238E27FC236}">
                <a16:creationId xmlns:a16="http://schemas.microsoft.com/office/drawing/2014/main" id="{3DAF2CAA-69C0-1868-BFE7-D5633DC870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7" y="1801206"/>
            <a:ext cx="3962400" cy="3721100"/>
          </a:xfrm>
          <a:prstGeom prst="rect">
            <a:avLst/>
          </a:prstGeom>
          <a:effectLst>
            <a:glow rad="101600">
              <a:schemeClr val="tx1">
                <a:lumMod val="75000"/>
                <a:lumOff val="25000"/>
                <a:alpha val="40000"/>
              </a:schemeClr>
            </a:glow>
          </a:effectLst>
        </p:spPr>
      </p:pic>
      <p:sp>
        <p:nvSpPr>
          <p:cNvPr id="84" name="Rectangle 83">
            <a:extLst>
              <a:ext uri="{FF2B5EF4-FFF2-40B4-BE49-F238E27FC236}">
                <a16:creationId xmlns:a16="http://schemas.microsoft.com/office/drawing/2014/main" id="{BD7E2489-87AA-1D16-EDE5-8C85D31E091F}"/>
              </a:ext>
            </a:extLst>
          </p:cNvPr>
          <p:cNvSpPr/>
          <p:nvPr/>
        </p:nvSpPr>
        <p:spPr>
          <a:xfrm>
            <a:off x="486383" y="1552356"/>
            <a:ext cx="1274324" cy="49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glow rad="101600">
              <a:schemeClr val="tx1">
                <a:lumMod val="85000"/>
                <a:lumOff val="1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Tree1</a:t>
            </a:r>
          </a:p>
        </p:txBody>
      </p:sp>
    </p:spTree>
    <p:extLst>
      <p:ext uri="{BB962C8B-B14F-4D97-AF65-F5344CB8AC3E}">
        <p14:creationId xmlns:p14="http://schemas.microsoft.com/office/powerpoint/2010/main" val="4087707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27412-FE13-7FCC-DAB7-F2311A8DD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B7FF4E4-CEC1-B67E-7CD3-C2AA82B18481}"/>
              </a:ext>
            </a:extLst>
          </p:cNvPr>
          <p:cNvSpPr/>
          <p:nvPr/>
        </p:nvSpPr>
        <p:spPr>
          <a:xfrm>
            <a:off x="269559" y="1111701"/>
            <a:ext cx="3927987" cy="37168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2FE68107-E44A-E8C3-98F0-6F8A3BAE1E9B}"/>
                  </a:ext>
                </a:extLst>
              </p:cNvPr>
              <p:cNvSpPr/>
              <p:nvPr/>
            </p:nvSpPr>
            <p:spPr>
              <a:xfrm>
                <a:off x="2182303" y="1210125"/>
                <a:ext cx="768338" cy="35560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  <a:scene3d>
                <a:camera prst="orthographicFront"/>
                <a:lightRig rig="balanced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&lt;4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2FE68107-E44A-E8C3-98F0-6F8A3BAE1E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2303" y="1210125"/>
                <a:ext cx="768338" cy="3556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78C41778-E9BE-2DDF-7F2D-AEE7CD8A9B00}"/>
                  </a:ext>
                </a:extLst>
              </p:cNvPr>
              <p:cNvSpPr/>
              <p:nvPr/>
            </p:nvSpPr>
            <p:spPr>
              <a:xfrm>
                <a:off x="922885" y="1992235"/>
                <a:ext cx="749301" cy="355600"/>
              </a:xfrm>
              <a:prstGeom prst="roundRect">
                <a:avLst/>
              </a:prstGeom>
              <a:solidFill>
                <a:srgbClr val="FFB4B3"/>
              </a:solid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  <a:scene3d>
                <a:camera prst="orthographicFront"/>
                <a:lightRig rig="balanced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1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&lt;7</m:t>
                    </m:r>
                  </m:oMath>
                </a14:m>
                <a:r>
                  <a:rPr lang="en-US" sz="14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78C41778-E9BE-2DDF-7F2D-AEE7CD8A9B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885" y="1992235"/>
                <a:ext cx="749301" cy="3556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703DB19-E6C2-44FC-364F-EA70A433B7EF}"/>
              </a:ext>
            </a:extLst>
          </p:cNvPr>
          <p:cNvSpPr/>
          <p:nvPr/>
        </p:nvSpPr>
        <p:spPr>
          <a:xfrm>
            <a:off x="330220" y="2703436"/>
            <a:ext cx="677334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B6E4083A-724D-B4AA-D332-C3010814F8FD}"/>
                  </a:ext>
                </a:extLst>
              </p:cNvPr>
              <p:cNvSpPr/>
              <p:nvPr/>
            </p:nvSpPr>
            <p:spPr>
              <a:xfrm>
                <a:off x="1589637" y="2711902"/>
                <a:ext cx="728662" cy="3556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  <a:scene3d>
                <a:camera prst="orthographicFront"/>
                <a:lightRig rig="balanced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&lt;3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B6E4083A-724D-B4AA-D332-C3010814F8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637" y="2711902"/>
                <a:ext cx="728662" cy="3556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49A37E5-F63A-126D-93DB-660FE6FCF366}"/>
              </a:ext>
            </a:extLst>
          </p:cNvPr>
          <p:cNvSpPr/>
          <p:nvPr/>
        </p:nvSpPr>
        <p:spPr>
          <a:xfrm>
            <a:off x="351386" y="4121600"/>
            <a:ext cx="592666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F9331B9-AA68-DE16-51FC-681B077B2AD7}"/>
              </a:ext>
            </a:extLst>
          </p:cNvPr>
          <p:cNvSpPr/>
          <p:nvPr/>
        </p:nvSpPr>
        <p:spPr>
          <a:xfrm>
            <a:off x="1672187" y="4113138"/>
            <a:ext cx="592666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682FFD7-FF06-80F5-187F-1C2304364258}"/>
              </a:ext>
            </a:extLst>
          </p:cNvPr>
          <p:cNvSpPr/>
          <p:nvPr/>
        </p:nvSpPr>
        <p:spPr>
          <a:xfrm>
            <a:off x="2219344" y="3406169"/>
            <a:ext cx="592666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04FE12B-6225-826E-855F-377476245284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1297536" y="1565725"/>
            <a:ext cx="1268936" cy="4265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4F90CFD-C0F1-BB8B-A723-DE7A9721B368}"/>
              </a:ext>
            </a:extLst>
          </p:cNvPr>
          <p:cNvCxnSpPr>
            <a:cxnSpLocks/>
          </p:cNvCxnSpPr>
          <p:nvPr/>
        </p:nvCxnSpPr>
        <p:spPr>
          <a:xfrm flipH="1">
            <a:off x="524954" y="2347835"/>
            <a:ext cx="694265" cy="347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42DB565-7494-D4EF-015B-3EA71B849D2B}"/>
              </a:ext>
            </a:extLst>
          </p:cNvPr>
          <p:cNvCxnSpPr>
            <a:cxnSpLocks/>
          </p:cNvCxnSpPr>
          <p:nvPr/>
        </p:nvCxnSpPr>
        <p:spPr>
          <a:xfrm flipH="1">
            <a:off x="1330453" y="3069622"/>
            <a:ext cx="536995" cy="3153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445AB4E-455F-08CB-CFA1-670BF809B239}"/>
              </a:ext>
            </a:extLst>
          </p:cNvPr>
          <p:cNvCxnSpPr>
            <a:cxnSpLocks/>
          </p:cNvCxnSpPr>
          <p:nvPr/>
        </p:nvCxnSpPr>
        <p:spPr>
          <a:xfrm flipH="1">
            <a:off x="579990" y="3765999"/>
            <a:ext cx="694265" cy="347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7189792-BCCA-3F2D-6E4A-95B7E58E2C7F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208636" y="2356301"/>
            <a:ext cx="745332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5F5C697-C176-0CCC-2B6D-0F99CF9E128D}"/>
              </a:ext>
            </a:extLst>
          </p:cNvPr>
          <p:cNvCxnSpPr>
            <a:cxnSpLocks/>
            <a:stCxn id="5" idx="2"/>
            <a:endCxn id="21" idx="0"/>
          </p:cNvCxnSpPr>
          <p:nvPr/>
        </p:nvCxnSpPr>
        <p:spPr>
          <a:xfrm>
            <a:off x="2566472" y="1565725"/>
            <a:ext cx="1218145" cy="4434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21E00A4-C9CD-3395-F951-A971D88C0A1F}"/>
              </a:ext>
            </a:extLst>
          </p:cNvPr>
          <p:cNvCxnSpPr>
            <a:cxnSpLocks/>
          </p:cNvCxnSpPr>
          <p:nvPr/>
        </p:nvCxnSpPr>
        <p:spPr>
          <a:xfrm>
            <a:off x="1869040" y="3063271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5F0CC17-AB3D-295C-9740-F839405B7922}"/>
              </a:ext>
            </a:extLst>
          </p:cNvPr>
          <p:cNvCxnSpPr>
            <a:cxnSpLocks/>
          </p:cNvCxnSpPr>
          <p:nvPr/>
        </p:nvCxnSpPr>
        <p:spPr>
          <a:xfrm>
            <a:off x="1282720" y="3765999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8312587-2191-D6FF-CA0C-F6E39394E093}"/>
              </a:ext>
            </a:extLst>
          </p:cNvPr>
          <p:cNvSpPr/>
          <p:nvPr/>
        </p:nvSpPr>
        <p:spPr>
          <a:xfrm>
            <a:off x="3445949" y="2009169"/>
            <a:ext cx="677335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E7E398-BA51-0BAD-C3C2-3B75F20A77BC}"/>
              </a:ext>
            </a:extLst>
          </p:cNvPr>
          <p:cNvSpPr/>
          <p:nvPr/>
        </p:nvSpPr>
        <p:spPr>
          <a:xfrm>
            <a:off x="4520900" y="1111701"/>
            <a:ext cx="3927987" cy="37168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3AF2B5CF-16EE-1001-5C47-0C59D797370B}"/>
                  </a:ext>
                </a:extLst>
              </p:cNvPr>
              <p:cNvSpPr/>
              <p:nvPr/>
            </p:nvSpPr>
            <p:spPr>
              <a:xfrm>
                <a:off x="6433644" y="1210125"/>
                <a:ext cx="768338" cy="35560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  <a:scene3d>
                <a:camera prst="orthographicFront"/>
                <a:lightRig rig="balanced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&lt;4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3AF2B5CF-16EE-1001-5C47-0C59D79737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3644" y="1210125"/>
                <a:ext cx="768338" cy="3556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9EC8C40D-29A7-CF9B-3947-471D8859034B}"/>
                  </a:ext>
                </a:extLst>
              </p:cNvPr>
              <p:cNvSpPr/>
              <p:nvPr/>
            </p:nvSpPr>
            <p:spPr>
              <a:xfrm>
                <a:off x="5174226" y="1992235"/>
                <a:ext cx="749301" cy="355600"/>
              </a:xfrm>
              <a:prstGeom prst="roundRect">
                <a:avLst/>
              </a:prstGeom>
              <a:solidFill>
                <a:srgbClr val="FFB4B3"/>
              </a:solid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  <a:scene3d>
                <a:camera prst="orthographicFront"/>
                <a:lightRig rig="balanced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1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&lt;7</m:t>
                    </m:r>
                  </m:oMath>
                </a14:m>
                <a:r>
                  <a:rPr lang="en-US" sz="14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9EC8C40D-29A7-CF9B-3947-471D885903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226" y="1992235"/>
                <a:ext cx="749301" cy="3556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88D68927-EC2F-5435-108E-3ED2CF50A50A}"/>
              </a:ext>
            </a:extLst>
          </p:cNvPr>
          <p:cNvSpPr/>
          <p:nvPr/>
        </p:nvSpPr>
        <p:spPr>
          <a:xfrm>
            <a:off x="4581561" y="2703436"/>
            <a:ext cx="677334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ounded Rectangle 45">
                <a:extLst>
                  <a:ext uri="{FF2B5EF4-FFF2-40B4-BE49-F238E27FC236}">
                    <a16:creationId xmlns:a16="http://schemas.microsoft.com/office/drawing/2014/main" id="{AD6CA0B1-BE40-0D9E-B51E-1F92E7B6CA13}"/>
                  </a:ext>
                </a:extLst>
              </p:cNvPr>
              <p:cNvSpPr/>
              <p:nvPr/>
            </p:nvSpPr>
            <p:spPr>
              <a:xfrm>
                <a:off x="5840978" y="2711902"/>
                <a:ext cx="728662" cy="3556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  <a:scene3d>
                <a:camera prst="orthographicFront"/>
                <a:lightRig rig="balanced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&lt;3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6" name="Rounded Rectangle 45">
                <a:extLst>
                  <a:ext uri="{FF2B5EF4-FFF2-40B4-BE49-F238E27FC236}">
                    <a16:creationId xmlns:a16="http://schemas.microsoft.com/office/drawing/2014/main" id="{AD6CA0B1-BE40-0D9E-B51E-1F92E7B6CA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0978" y="2711902"/>
                <a:ext cx="728662" cy="35560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ounded Rectangle 46">
                <a:extLst>
                  <a:ext uri="{FF2B5EF4-FFF2-40B4-BE49-F238E27FC236}">
                    <a16:creationId xmlns:a16="http://schemas.microsoft.com/office/drawing/2014/main" id="{CDFB9DE8-7E08-022A-5865-7F4C08670B1B}"/>
                  </a:ext>
                </a:extLst>
              </p:cNvPr>
              <p:cNvSpPr/>
              <p:nvPr/>
            </p:nvSpPr>
            <p:spPr>
              <a:xfrm>
                <a:off x="5195393" y="3385003"/>
                <a:ext cx="772801" cy="355600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  <a:scene3d>
                <a:camera prst="orthographicFront"/>
                <a:lightRig rig="balanced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1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&lt;3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7" name="Rounded Rectangle 46">
                <a:extLst>
                  <a:ext uri="{FF2B5EF4-FFF2-40B4-BE49-F238E27FC236}">
                    <a16:creationId xmlns:a16="http://schemas.microsoft.com/office/drawing/2014/main" id="{CDFB9DE8-7E08-022A-5865-7F4C08670B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393" y="3385003"/>
                <a:ext cx="772801" cy="35560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4A5D213F-79AD-E7C8-4B47-354C12B1ABAC}"/>
              </a:ext>
            </a:extLst>
          </p:cNvPr>
          <p:cNvSpPr/>
          <p:nvPr/>
        </p:nvSpPr>
        <p:spPr>
          <a:xfrm>
            <a:off x="4602727" y="4121600"/>
            <a:ext cx="592666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02AAEF5A-ED11-DD42-C51F-DB384BE974C4}"/>
              </a:ext>
            </a:extLst>
          </p:cNvPr>
          <p:cNvSpPr/>
          <p:nvPr/>
        </p:nvSpPr>
        <p:spPr>
          <a:xfrm>
            <a:off x="5923528" y="4113138"/>
            <a:ext cx="592666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F79F7EB5-2B0E-826B-BF34-8AA044F07DAF}"/>
              </a:ext>
            </a:extLst>
          </p:cNvPr>
          <p:cNvSpPr/>
          <p:nvPr/>
        </p:nvSpPr>
        <p:spPr>
          <a:xfrm>
            <a:off x="6470685" y="3406169"/>
            <a:ext cx="592666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D95BD82-BB86-AF9A-63C2-7F7586CB30C2}"/>
              </a:ext>
            </a:extLst>
          </p:cNvPr>
          <p:cNvCxnSpPr>
            <a:cxnSpLocks/>
            <a:stCxn id="3" idx="2"/>
            <a:endCxn id="44" idx="0"/>
          </p:cNvCxnSpPr>
          <p:nvPr/>
        </p:nvCxnSpPr>
        <p:spPr>
          <a:xfrm flipH="1">
            <a:off x="5548877" y="1565725"/>
            <a:ext cx="1268936" cy="4265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BEE04B0-8051-AF00-FC44-45BCAB0D0288}"/>
              </a:ext>
            </a:extLst>
          </p:cNvPr>
          <p:cNvCxnSpPr>
            <a:cxnSpLocks/>
          </p:cNvCxnSpPr>
          <p:nvPr/>
        </p:nvCxnSpPr>
        <p:spPr>
          <a:xfrm flipH="1">
            <a:off x="4776295" y="2347835"/>
            <a:ext cx="694265" cy="347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A23A164-2664-2F91-EDB8-39791FDE63AC}"/>
              </a:ext>
            </a:extLst>
          </p:cNvPr>
          <p:cNvCxnSpPr>
            <a:cxnSpLocks/>
            <a:endCxn id="47" idx="0"/>
          </p:cNvCxnSpPr>
          <p:nvPr/>
        </p:nvCxnSpPr>
        <p:spPr>
          <a:xfrm flipH="1">
            <a:off x="5581794" y="3069622"/>
            <a:ext cx="536995" cy="3153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0CDA022-7AAB-20CF-EAAC-6E5911ECC0C6}"/>
              </a:ext>
            </a:extLst>
          </p:cNvPr>
          <p:cNvCxnSpPr>
            <a:cxnSpLocks/>
          </p:cNvCxnSpPr>
          <p:nvPr/>
        </p:nvCxnSpPr>
        <p:spPr>
          <a:xfrm flipH="1">
            <a:off x="4831331" y="3765999"/>
            <a:ext cx="694265" cy="347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2D3263F-763F-C700-3D75-B1060230EA86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5459977" y="2356301"/>
            <a:ext cx="745332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6D80236-8724-59AC-A763-B497E97D5FC8}"/>
              </a:ext>
            </a:extLst>
          </p:cNvPr>
          <p:cNvCxnSpPr>
            <a:cxnSpLocks/>
            <a:stCxn id="3" idx="2"/>
            <a:endCxn id="59" idx="0"/>
          </p:cNvCxnSpPr>
          <p:nvPr/>
        </p:nvCxnSpPr>
        <p:spPr>
          <a:xfrm>
            <a:off x="6817813" y="1565725"/>
            <a:ext cx="1218145" cy="4434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A3D28D5-198E-9EC4-EC29-D3B189E92345}"/>
              </a:ext>
            </a:extLst>
          </p:cNvPr>
          <p:cNvCxnSpPr>
            <a:cxnSpLocks/>
          </p:cNvCxnSpPr>
          <p:nvPr/>
        </p:nvCxnSpPr>
        <p:spPr>
          <a:xfrm>
            <a:off x="6120381" y="3063271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6DAA8C6-C666-6AC8-B39B-0C0C911BA9AA}"/>
              </a:ext>
            </a:extLst>
          </p:cNvPr>
          <p:cNvCxnSpPr>
            <a:cxnSpLocks/>
          </p:cNvCxnSpPr>
          <p:nvPr/>
        </p:nvCxnSpPr>
        <p:spPr>
          <a:xfrm>
            <a:off x="5534061" y="3765999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5809E26-A7E9-E9BD-0009-0FE3FF7B9BFE}"/>
              </a:ext>
            </a:extLst>
          </p:cNvPr>
          <p:cNvSpPr/>
          <p:nvPr/>
        </p:nvSpPr>
        <p:spPr>
          <a:xfrm>
            <a:off x="7697290" y="2009169"/>
            <a:ext cx="677335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E7DC3299-8C09-83AA-7C5B-67FC28CBECA8}"/>
                  </a:ext>
                </a:extLst>
              </p:cNvPr>
              <p:cNvSpPr/>
              <p:nvPr/>
            </p:nvSpPr>
            <p:spPr>
              <a:xfrm>
                <a:off x="893033" y="3393692"/>
                <a:ext cx="872380" cy="3556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  <a:scene3d>
                <a:camera prst="orthographicFront"/>
                <a:lightRig rig="balanced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&lt;11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E7DC3299-8C09-83AA-7C5B-67FC28CBEC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033" y="3393692"/>
                <a:ext cx="872380" cy="355600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3592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3220D7-C5D3-0C4A-17CF-256902D95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89">
            <a:extLst>
              <a:ext uri="{FF2B5EF4-FFF2-40B4-BE49-F238E27FC236}">
                <a16:creationId xmlns:a16="http://schemas.microsoft.com/office/drawing/2014/main" id="{24F2CE01-DBBC-7EFF-338C-E1DAB768ED67}"/>
              </a:ext>
            </a:extLst>
          </p:cNvPr>
          <p:cNvGrpSpPr/>
          <p:nvPr/>
        </p:nvGrpSpPr>
        <p:grpSpPr>
          <a:xfrm>
            <a:off x="231683" y="1187875"/>
            <a:ext cx="2166895" cy="3406569"/>
            <a:chOff x="231683" y="1171833"/>
            <a:chExt cx="2166895" cy="3406569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63026308-5DFC-034E-DCCF-79532159AFF0}"/>
                </a:ext>
              </a:extLst>
            </p:cNvPr>
            <p:cNvGrpSpPr/>
            <p:nvPr/>
          </p:nvGrpSpPr>
          <p:grpSpPr>
            <a:xfrm>
              <a:off x="231683" y="1171833"/>
              <a:ext cx="2166895" cy="2535195"/>
              <a:chOff x="231683" y="1171833"/>
              <a:chExt cx="2166895" cy="2535195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63CA5BB3-1B81-3D4C-B099-7EAB5BF579D2}"/>
                  </a:ext>
                </a:extLst>
              </p:cNvPr>
              <p:cNvSpPr/>
              <p:nvPr/>
            </p:nvSpPr>
            <p:spPr>
              <a:xfrm>
                <a:off x="231683" y="1488989"/>
                <a:ext cx="2166895" cy="221803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7A18CE33-7BC8-AF0F-CB8C-2810C526BBCF}"/>
                  </a:ext>
                </a:extLst>
              </p:cNvPr>
              <p:cNvSpPr/>
              <p:nvPr/>
            </p:nvSpPr>
            <p:spPr>
              <a:xfrm>
                <a:off x="620071" y="1171833"/>
                <a:ext cx="1505291" cy="83614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Bootstrap Sample</a:t>
                </a:r>
              </a:p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1</a:t>
                </a:r>
              </a:p>
            </p:txBody>
          </p:sp>
          <p:pic>
            <p:nvPicPr>
              <p:cNvPr id="70" name="Picture 69" descr="A diagram of a company&#10;&#10;Description automatically generated">
                <a:extLst>
                  <a:ext uri="{FF2B5EF4-FFF2-40B4-BE49-F238E27FC236}">
                    <a16:creationId xmlns:a16="http://schemas.microsoft.com/office/drawing/2014/main" id="{A718F066-733C-3620-CF55-89E05DB844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90657" y="2175341"/>
                <a:ext cx="1838317" cy="1322847"/>
              </a:xfrm>
              <a:prstGeom prst="rect">
                <a:avLst/>
              </a:prstGeom>
              <a:ln w="1270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17D71025-F3C1-50EA-52B8-F582375E4B22}"/>
                </a:ext>
              </a:extLst>
            </p:cNvPr>
            <p:cNvGrpSpPr/>
            <p:nvPr/>
          </p:nvGrpSpPr>
          <p:grpSpPr>
            <a:xfrm>
              <a:off x="657597" y="3629142"/>
              <a:ext cx="1272747" cy="949260"/>
              <a:chOff x="657597" y="3629142"/>
              <a:chExt cx="1272747" cy="949260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62992AD7-098A-C96F-EACB-37322BB0A6F0}"/>
                  </a:ext>
                </a:extLst>
              </p:cNvPr>
              <p:cNvSpPr/>
              <p:nvPr/>
            </p:nvSpPr>
            <p:spPr>
              <a:xfrm>
                <a:off x="657597" y="3629142"/>
                <a:ext cx="1272747" cy="949260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100" b="1" dirty="0">
                    <a:solidFill>
                      <a:schemeClr val="tx1"/>
                    </a:solidFill>
                  </a:rPr>
                  <a:t>Prediction </a:t>
                </a:r>
                <a:r>
                  <a:rPr lang="en-US" sz="1100" b="1" dirty="0">
                    <a:solidFill>
                      <a:srgbClr val="FF0000"/>
                    </a:solidFill>
                  </a:rPr>
                  <a:t>1</a:t>
                </a:r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1452EB4E-320C-2498-15CB-7A86213A6497}"/>
                      </a:ext>
                    </a:extLst>
                  </p:cNvPr>
                  <p:cNvSpPr/>
                  <p:nvPr/>
                </p:nvSpPr>
                <p:spPr>
                  <a:xfrm>
                    <a:off x="758886" y="3992292"/>
                    <a:ext cx="1087120" cy="508000"/>
                  </a:xfrm>
                  <a:prstGeom prst="rect">
                    <a:avLst/>
                  </a:prstGeom>
                  <a:solidFill>
                    <a:schemeClr val="tx2">
                      <a:lumMod val="50000"/>
                      <a:lumOff val="50000"/>
                    </a:schemeClr>
                  </a:solidFill>
                  <a:ln w="25400">
                    <a:solidFill>
                      <a:schemeClr val="bg1"/>
                    </a:solidFill>
                  </a:ln>
                  <a:effectLst>
                    <a:glow rad="76200">
                      <a:schemeClr val="tx1">
                        <a:lumMod val="85000"/>
                        <a:lumOff val="15000"/>
                        <a:alpha val="30000"/>
                      </a:schemeClr>
                    </a:glow>
                  </a:effectLst>
                  <a:scene3d>
                    <a:camera prst="orthographicFront"/>
                    <a:lightRig rig="threePt" dir="t"/>
                  </a:scene3d>
                  <a:sp3d>
                    <a:bevelT w="114300" prst="artDeco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</m:acc>
                            </m:e>
                            <m:sup>
                              <m:d>
                                <m:dPr>
                                  <m:ctrlP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sup>
                          </m:sSup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12ACCE58-EB72-0B11-14B3-F8E686B2746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8886" y="3992292"/>
                    <a:ext cx="1087120" cy="50800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25400">
                    <a:solidFill>
                      <a:schemeClr val="bg1"/>
                    </a:solidFill>
                  </a:ln>
                  <a:effectLst>
                    <a:glow rad="76200">
                      <a:schemeClr val="tx1">
                        <a:lumMod val="85000"/>
                        <a:lumOff val="15000"/>
                        <a:alpha val="30000"/>
                      </a:schemeClr>
                    </a:glo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C9D5462-8416-7B07-9817-B00AF30F1D9A}"/>
              </a:ext>
            </a:extLst>
          </p:cNvPr>
          <p:cNvGrpSpPr/>
          <p:nvPr/>
        </p:nvGrpSpPr>
        <p:grpSpPr>
          <a:xfrm>
            <a:off x="2617362" y="1171833"/>
            <a:ext cx="2152345" cy="3422611"/>
            <a:chOff x="2617362" y="1171833"/>
            <a:chExt cx="2152345" cy="3422611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DAD0A574-28C3-695B-0686-6D1EA154A13D}"/>
                </a:ext>
              </a:extLst>
            </p:cNvPr>
            <p:cNvGrpSpPr/>
            <p:nvPr/>
          </p:nvGrpSpPr>
          <p:grpSpPr>
            <a:xfrm>
              <a:off x="2617362" y="1171833"/>
              <a:ext cx="2152345" cy="2535195"/>
              <a:chOff x="2617362" y="1171833"/>
              <a:chExt cx="2152345" cy="2535195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AB0E3B32-952C-FEA9-65E1-7C51A3FF3CA3}"/>
                  </a:ext>
                </a:extLst>
              </p:cNvPr>
              <p:cNvSpPr/>
              <p:nvPr/>
            </p:nvSpPr>
            <p:spPr>
              <a:xfrm>
                <a:off x="2617362" y="1488990"/>
                <a:ext cx="2152345" cy="2218038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5000"/>
                      <a:lumOff val="95000"/>
                    </a:schemeClr>
                  </a:gs>
                  <a:gs pos="74000">
                    <a:schemeClr val="accent6">
                      <a:lumMod val="40000"/>
                      <a:lumOff val="60000"/>
                    </a:schemeClr>
                  </a:gs>
                  <a:gs pos="83000">
                    <a:schemeClr val="accent6">
                      <a:lumMod val="60000"/>
                      <a:lumOff val="40000"/>
                    </a:schemeClr>
                  </a:gs>
                  <a:gs pos="100000">
                    <a:schemeClr val="accent6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F41F0C7C-85C5-AA4F-5813-0187520674AE}"/>
                  </a:ext>
                </a:extLst>
              </p:cNvPr>
              <p:cNvSpPr/>
              <p:nvPr/>
            </p:nvSpPr>
            <p:spPr>
              <a:xfrm>
                <a:off x="2959444" y="1171833"/>
                <a:ext cx="1505291" cy="836142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Bootstrap Sample</a:t>
                </a:r>
              </a:p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2</a:t>
                </a:r>
              </a:p>
            </p:txBody>
          </p:sp>
          <p:pic>
            <p:nvPicPr>
              <p:cNvPr id="74" name="Picture 73" descr="A diagram of a flowchart&#10;&#10;Description automatically generated">
                <a:extLst>
                  <a:ext uri="{FF2B5EF4-FFF2-40B4-BE49-F238E27FC236}">
                    <a16:creationId xmlns:a16="http://schemas.microsoft.com/office/drawing/2014/main" id="{B09A9F82-0445-6200-706A-638A68B60C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94000" y="2183719"/>
                <a:ext cx="1809433" cy="1326825"/>
              </a:xfrm>
              <a:prstGeom prst="rect">
                <a:avLst/>
              </a:prstGeom>
              <a:ln w="1270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4A086072-560E-9D50-8460-4D7DAE793799}"/>
                </a:ext>
              </a:extLst>
            </p:cNvPr>
            <p:cNvGrpSpPr/>
            <p:nvPr/>
          </p:nvGrpSpPr>
          <p:grpSpPr>
            <a:xfrm>
              <a:off x="3074455" y="3645184"/>
              <a:ext cx="1272747" cy="949260"/>
              <a:chOff x="3074455" y="3645184"/>
              <a:chExt cx="1272747" cy="949260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F6E30EC9-7894-4F2D-67F2-977BB7D25D52}"/>
                  </a:ext>
                </a:extLst>
              </p:cNvPr>
              <p:cNvSpPr/>
              <p:nvPr/>
            </p:nvSpPr>
            <p:spPr>
              <a:xfrm>
                <a:off x="3074455" y="3645184"/>
                <a:ext cx="1272747" cy="94926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100" b="1" dirty="0">
                    <a:solidFill>
                      <a:schemeClr val="tx1"/>
                    </a:solidFill>
                  </a:rPr>
                  <a:t>Prediction </a:t>
                </a:r>
                <a:r>
                  <a:rPr lang="en-US" sz="1100" b="1" dirty="0">
                    <a:solidFill>
                      <a:srgbClr val="FF0000"/>
                    </a:solidFill>
                  </a:rPr>
                  <a:t>1</a:t>
                </a:r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Rectangle 78">
                    <a:extLst>
                      <a:ext uri="{FF2B5EF4-FFF2-40B4-BE49-F238E27FC236}">
                        <a16:creationId xmlns:a16="http://schemas.microsoft.com/office/drawing/2014/main" id="{1D8C747C-2B49-4BBA-DFD7-BBEAF89AAA25}"/>
                      </a:ext>
                    </a:extLst>
                  </p:cNvPr>
                  <p:cNvSpPr/>
                  <p:nvPr/>
                </p:nvSpPr>
                <p:spPr>
                  <a:xfrm>
                    <a:off x="3175744" y="4008334"/>
                    <a:ext cx="1087120" cy="508000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25400">
                    <a:solidFill>
                      <a:schemeClr val="bg1"/>
                    </a:solidFill>
                  </a:ln>
                  <a:effectLst>
                    <a:glow rad="76200">
                      <a:schemeClr val="tx1">
                        <a:lumMod val="85000"/>
                        <a:lumOff val="15000"/>
                        <a:alpha val="30000"/>
                      </a:schemeClr>
                    </a:glow>
                  </a:effectLst>
                  <a:scene3d>
                    <a:camera prst="orthographicFront"/>
                    <a:lightRig rig="threePt" dir="t"/>
                  </a:scene3d>
                  <a:sp3d>
                    <a:bevelT w="114300" prst="artDeco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</m:acc>
                            </m:e>
                            <m:sup>
                              <m:d>
                                <m:dPr>
                                  <m:ctrlP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sup>
                          </m:sSup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9" name="Rectangle 78">
                    <a:extLst>
                      <a:ext uri="{FF2B5EF4-FFF2-40B4-BE49-F238E27FC236}">
                        <a16:creationId xmlns:a16="http://schemas.microsoft.com/office/drawing/2014/main" id="{E341C8F6-5981-3DEE-75B5-8DE216091DA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75744" y="4008334"/>
                    <a:ext cx="1087120" cy="50800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25400">
                    <a:solidFill>
                      <a:schemeClr val="bg1"/>
                    </a:solidFill>
                  </a:ln>
                  <a:effectLst>
                    <a:glow rad="76200">
                      <a:schemeClr val="tx1">
                        <a:lumMod val="85000"/>
                        <a:lumOff val="15000"/>
                        <a:alpha val="30000"/>
                      </a:schemeClr>
                    </a:glo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874D420-5365-2071-8117-20C1C0EBFC7E}"/>
              </a:ext>
            </a:extLst>
          </p:cNvPr>
          <p:cNvGrpSpPr/>
          <p:nvPr/>
        </p:nvGrpSpPr>
        <p:grpSpPr>
          <a:xfrm>
            <a:off x="6746240" y="1171833"/>
            <a:ext cx="2166077" cy="3422611"/>
            <a:chOff x="6746240" y="1171833"/>
            <a:chExt cx="2166077" cy="3422611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71FB24C0-7BFC-DAB8-1F80-F8E8102A919D}"/>
                </a:ext>
              </a:extLst>
            </p:cNvPr>
            <p:cNvGrpSpPr/>
            <p:nvPr/>
          </p:nvGrpSpPr>
          <p:grpSpPr>
            <a:xfrm>
              <a:off x="6746240" y="1171833"/>
              <a:ext cx="2166077" cy="2535195"/>
              <a:chOff x="6746240" y="1171833"/>
              <a:chExt cx="2166077" cy="2535195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6B920644-51DA-8863-D91A-2B45BB671284}"/>
                  </a:ext>
                </a:extLst>
              </p:cNvPr>
              <p:cNvSpPr/>
              <p:nvPr/>
            </p:nvSpPr>
            <p:spPr>
              <a:xfrm>
                <a:off x="6746240" y="1488990"/>
                <a:ext cx="2166077" cy="2218038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5">
                      <a:lumMod val="5000"/>
                      <a:lumOff val="95000"/>
                    </a:schemeClr>
                  </a:gs>
                  <a:gs pos="74000">
                    <a:schemeClr val="accent5">
                      <a:lumMod val="45000"/>
                      <a:lumOff val="55000"/>
                    </a:schemeClr>
                  </a:gs>
                  <a:gs pos="83000">
                    <a:schemeClr val="accent5">
                      <a:lumMod val="45000"/>
                      <a:lumOff val="55000"/>
                    </a:schemeClr>
                  </a:gs>
                  <a:gs pos="100000">
                    <a:schemeClr val="accent5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4922FE7D-BC20-519A-34E7-E93C84A08D07}"/>
                  </a:ext>
                </a:extLst>
              </p:cNvPr>
              <p:cNvSpPr/>
              <p:nvPr/>
            </p:nvSpPr>
            <p:spPr>
              <a:xfrm>
                <a:off x="7134909" y="1171833"/>
                <a:ext cx="1505291" cy="836142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Bootstrap Sample</a:t>
                </a:r>
              </a:p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B</a:t>
                </a:r>
              </a:p>
            </p:txBody>
          </p:sp>
          <p:pic>
            <p:nvPicPr>
              <p:cNvPr id="72" name="Picture 71" descr="A diagram of a flowchart&#10;&#10;Description automatically generated">
                <a:extLst>
                  <a:ext uri="{FF2B5EF4-FFF2-40B4-BE49-F238E27FC236}">
                    <a16:creationId xmlns:a16="http://schemas.microsoft.com/office/drawing/2014/main" id="{C0B4864A-2FAA-2F5C-8448-D13A48B3FB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67749" y="2171362"/>
                <a:ext cx="1800150" cy="1257638"/>
              </a:xfrm>
              <a:prstGeom prst="rect">
                <a:avLst/>
              </a:prstGeom>
              <a:ln w="1270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BBCF2F32-0C1E-43E2-5E8C-03245706597D}"/>
                </a:ext>
              </a:extLst>
            </p:cNvPr>
            <p:cNvGrpSpPr/>
            <p:nvPr/>
          </p:nvGrpSpPr>
          <p:grpSpPr>
            <a:xfrm>
              <a:off x="7251181" y="3645184"/>
              <a:ext cx="1272747" cy="949260"/>
              <a:chOff x="7251181" y="3645184"/>
              <a:chExt cx="1272747" cy="949260"/>
            </a:xfrm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FD1BFE14-C9A9-36DA-FD99-42B3CD14C59D}"/>
                  </a:ext>
                </a:extLst>
              </p:cNvPr>
              <p:cNvSpPr/>
              <p:nvPr/>
            </p:nvSpPr>
            <p:spPr>
              <a:xfrm>
                <a:off x="7251181" y="3645184"/>
                <a:ext cx="1272747" cy="94926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5400">
                <a:solidFill>
                  <a:schemeClr val="bg1"/>
                </a:solidFill>
              </a:ln>
              <a:effectLst>
                <a:glow rad="76200">
                  <a:schemeClr val="tx1">
                    <a:lumMod val="85000"/>
                    <a:lumOff val="15000"/>
                    <a:alpha val="3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100" b="1" dirty="0">
                    <a:solidFill>
                      <a:schemeClr val="tx1"/>
                    </a:solidFill>
                  </a:rPr>
                  <a:t>Prediction </a:t>
                </a:r>
                <a:r>
                  <a:rPr lang="en-US" sz="1100" b="1" dirty="0">
                    <a:solidFill>
                      <a:srgbClr val="FF0000"/>
                    </a:solidFill>
                  </a:rPr>
                  <a:t>1</a:t>
                </a:r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  <a:p>
                <a:pPr algn="ctr"/>
                <a:endParaRPr lang="en-US" sz="11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Rectangle 80">
                    <a:extLst>
                      <a:ext uri="{FF2B5EF4-FFF2-40B4-BE49-F238E27FC236}">
                        <a16:creationId xmlns:a16="http://schemas.microsoft.com/office/drawing/2014/main" id="{2202B1BF-1ACD-23E9-747E-736A5418C02A}"/>
                      </a:ext>
                    </a:extLst>
                  </p:cNvPr>
                  <p:cNvSpPr/>
                  <p:nvPr/>
                </p:nvSpPr>
                <p:spPr>
                  <a:xfrm>
                    <a:off x="7352470" y="4008334"/>
                    <a:ext cx="1087120" cy="508000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 w="25400">
                    <a:solidFill>
                      <a:schemeClr val="bg1"/>
                    </a:solidFill>
                  </a:ln>
                  <a:effectLst>
                    <a:glow rad="76200">
                      <a:schemeClr val="tx1">
                        <a:lumMod val="85000"/>
                        <a:lumOff val="15000"/>
                        <a:alpha val="30000"/>
                      </a:schemeClr>
                    </a:glow>
                  </a:effectLst>
                  <a:scene3d>
                    <a:camera prst="orthographicFront"/>
                    <a:lightRig rig="threePt" dir="t"/>
                  </a:scene3d>
                  <a:sp3d>
                    <a:bevelT w="114300" prst="artDeco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</m:acc>
                            </m:e>
                            <m:sup>
                              <m:d>
                                <m:dPr>
                                  <m:ctrlP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</m:d>
                            </m:sup>
                          </m:sSup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1" name="Rectangle 80">
                    <a:extLst>
                      <a:ext uri="{FF2B5EF4-FFF2-40B4-BE49-F238E27FC236}">
                        <a16:creationId xmlns:a16="http://schemas.microsoft.com/office/drawing/2014/main" id="{A6234AAD-9A06-94D0-DF50-D81F209941B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52470" y="4008334"/>
                    <a:ext cx="1087120" cy="50800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25400">
                    <a:solidFill>
                      <a:schemeClr val="bg1"/>
                    </a:solidFill>
                  </a:ln>
                  <a:effectLst>
                    <a:glow rad="76200">
                      <a:schemeClr val="tx1">
                        <a:lumMod val="85000"/>
                        <a:lumOff val="15000"/>
                        <a:alpha val="30000"/>
                      </a:schemeClr>
                    </a:glo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92BE1BE7-B692-9A77-B8BF-38DF746870F6}"/>
              </a:ext>
            </a:extLst>
          </p:cNvPr>
          <p:cNvGrpSpPr/>
          <p:nvPr/>
        </p:nvGrpSpPr>
        <p:grpSpPr>
          <a:xfrm>
            <a:off x="1846006" y="5266775"/>
            <a:ext cx="5887891" cy="1488990"/>
            <a:chOff x="2729381" y="5369010"/>
            <a:chExt cx="4108299" cy="1488990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47ACD5D-6FA2-031A-2BC1-B7CD2D6E5344}"/>
                </a:ext>
              </a:extLst>
            </p:cNvPr>
            <p:cNvSpPr/>
            <p:nvPr/>
          </p:nvSpPr>
          <p:spPr>
            <a:xfrm>
              <a:off x="2729381" y="5369010"/>
              <a:ext cx="4108299" cy="1488990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</a:ln>
            <a:effectLst>
              <a:glow rad="76200">
                <a:schemeClr val="tx1">
                  <a:lumMod val="85000"/>
                  <a:lumOff val="15000"/>
                  <a:alpha val="3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100" b="1" dirty="0">
                  <a:solidFill>
                    <a:schemeClr val="tx1"/>
                  </a:solidFill>
                </a:rPr>
                <a:t>Overall AdaBoost Prediction </a:t>
              </a:r>
            </a:p>
            <a:p>
              <a:pPr algn="ctr"/>
              <a:endParaRPr lang="en-US" sz="1100" b="1" dirty="0">
                <a:solidFill>
                  <a:schemeClr val="tx1"/>
                </a:solidFill>
              </a:endParaRPr>
            </a:p>
            <a:p>
              <a:pPr algn="ctr"/>
              <a:endParaRPr lang="en-US" sz="1100" b="1" dirty="0">
                <a:solidFill>
                  <a:srgbClr val="FF0000"/>
                </a:solidFill>
              </a:endParaRPr>
            </a:p>
            <a:p>
              <a:pPr algn="ctr"/>
              <a:endParaRPr lang="en-US" sz="1100" dirty="0"/>
            </a:p>
            <a:p>
              <a:pPr algn="ctr"/>
              <a:endParaRPr lang="en-US" sz="1100" dirty="0"/>
            </a:p>
            <a:p>
              <a:pPr algn="ctr"/>
              <a:endParaRPr lang="en-US" sz="1100" dirty="0"/>
            </a:p>
            <a:p>
              <a:pPr algn="ctr"/>
              <a:endParaRPr lang="en-US" sz="11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72C0A010-3A76-CC7D-7FA9-487DD4F952A0}"/>
                    </a:ext>
                  </a:extLst>
                </p:cNvPr>
                <p:cNvSpPr/>
                <p:nvPr/>
              </p:nvSpPr>
              <p:spPr>
                <a:xfrm>
                  <a:off x="2905546" y="5673640"/>
                  <a:ext cx="3728322" cy="1112544"/>
                </a:xfrm>
                <a:prstGeom prst="rect">
                  <a:avLst/>
                </a:prstGeom>
                <a:solidFill>
                  <a:srgbClr val="FFA46A">
                    <a:alpha val="67000"/>
                  </a:srgbClr>
                </a:solidFill>
                <a:ln w="25400">
                  <a:solidFill>
                    <a:schemeClr val="bg1"/>
                  </a:solidFill>
                </a:ln>
                <a:effectLst>
                  <a:glow rad="76200">
                    <a:schemeClr val="tx1">
                      <a:lumMod val="85000"/>
                      <a:lumOff val="15000"/>
                      <a:alpha val="30000"/>
                    </a:schemeClr>
                  </a:glow>
                </a:effectLst>
                <a:scene3d>
                  <a:camera prst="orthographicFront"/>
                  <a:lightRig rig="threePt" dir="t"/>
                </a:scene3d>
                <a:sp3d>
                  <a:bevelT w="114300" prst="artDeco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𝐛𝐨𝐨𝐬𝐭</m:t>
                            </m:r>
                          </m:sub>
                        </m:sSub>
                        <m:d>
                          <m:dPr>
                            <m:ctrlPr>
                              <a:rPr lang="en-US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𝐬𝐢𝐠𝐧</m:t>
                        </m:r>
                        <m:d>
                          <m:dPr>
                            <m:ctrlPr>
                              <a:rPr lang="en-US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24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ctrlPr>
                                  <a:rPr lang="en-US" sz="24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4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US" sz="24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sz="24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sup>
                              <m:e>
                                <m:r>
                                  <a:rPr lang="en-US" sz="24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.       </m:t>
                                </m:r>
                                <m:sSup>
                                  <m:sSupPr>
                                    <m:ctrlPr>
                                      <a:rPr lang="en-US" sz="2400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400" b="1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b="1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𝒇</m:t>
                                        </m:r>
                                      </m:e>
                                    </m:acc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2400" b="1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𝒃</m:t>
                                        </m:r>
                                      </m:e>
                                    </m:d>
                                  </m:sup>
                                </m:sSup>
                                <m:d>
                                  <m:dPr>
                                    <m:ctrlPr>
                                      <a:rPr lang="en-US" sz="2400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en-US" sz="2400" b="1" dirty="0">
                                    <a:solidFill>
                                      <a:schemeClr val="tx1"/>
                                    </a:solidFill>
                                  </a:rPr>
                                  <m:t> </m:t>
                                </m:r>
                              </m:e>
                            </m:nary>
                          </m:e>
                        </m:d>
                      </m:oMath>
                    </m:oMathPara>
                  </a14:m>
                  <a:endParaRPr lang="en-US" sz="24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72C0A010-3A76-CC7D-7FA9-487DD4F952A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5546" y="5673640"/>
                  <a:ext cx="3728322" cy="1112544"/>
                </a:xfrm>
                <a:prstGeom prst="rect">
                  <a:avLst/>
                </a:prstGeom>
                <a:blipFill>
                  <a:blip r:embed="rId8"/>
                  <a:stretch>
                    <a:fillRect t="-79048" b="-129524"/>
                  </a:stretch>
                </a:blipFill>
                <a:ln w="25400">
                  <a:solidFill>
                    <a:schemeClr val="bg1"/>
                  </a:solidFill>
                </a:ln>
                <a:effectLst>
                  <a:glow rad="76200">
                    <a:schemeClr val="tx1">
                      <a:lumMod val="85000"/>
                      <a:lumOff val="15000"/>
                      <a:alpha val="3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DFBEECC4-444A-6145-6893-C6571DAB21EF}"/>
              </a:ext>
            </a:extLst>
          </p:cNvPr>
          <p:cNvCxnSpPr>
            <a:cxnSpLocks/>
            <a:stCxn id="62" idx="2"/>
            <a:endCxn id="82" idx="0"/>
          </p:cNvCxnSpPr>
          <p:nvPr/>
        </p:nvCxnSpPr>
        <p:spPr>
          <a:xfrm>
            <a:off x="1293971" y="4594444"/>
            <a:ext cx="3495981" cy="672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9E4BFF2-3AF4-E618-9AD5-41AF1D964D34}"/>
              </a:ext>
            </a:extLst>
          </p:cNvPr>
          <p:cNvCxnSpPr>
            <a:cxnSpLocks/>
            <a:stCxn id="78" idx="2"/>
            <a:endCxn id="82" idx="0"/>
          </p:cNvCxnSpPr>
          <p:nvPr/>
        </p:nvCxnSpPr>
        <p:spPr>
          <a:xfrm>
            <a:off x="3710829" y="4594444"/>
            <a:ext cx="1079123" cy="672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B2319634-C652-DF97-E672-D6DF0EB00CFB}"/>
              </a:ext>
            </a:extLst>
          </p:cNvPr>
          <p:cNvCxnSpPr>
            <a:cxnSpLocks/>
            <a:stCxn id="80" idx="2"/>
            <a:endCxn id="82" idx="0"/>
          </p:cNvCxnSpPr>
          <p:nvPr/>
        </p:nvCxnSpPr>
        <p:spPr>
          <a:xfrm flipH="1">
            <a:off x="4789952" y="4594444"/>
            <a:ext cx="3097603" cy="672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FEBD547-468E-094F-A76F-109F05F243E8}"/>
              </a:ext>
            </a:extLst>
          </p:cNvPr>
          <p:cNvSpPr/>
          <p:nvPr/>
        </p:nvSpPr>
        <p:spPr>
          <a:xfrm>
            <a:off x="5891000" y="117903"/>
            <a:ext cx="1461471" cy="444611"/>
          </a:xfrm>
          <a:prstGeom prst="rect">
            <a:avLst/>
          </a:prstGeom>
          <a:solidFill>
            <a:srgbClr val="FFA46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Testing Data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FBFFCB6-BED2-31AD-B684-4B2AB55E0F4F}"/>
              </a:ext>
            </a:extLst>
          </p:cNvPr>
          <p:cNvSpPr/>
          <p:nvPr/>
        </p:nvSpPr>
        <p:spPr>
          <a:xfrm>
            <a:off x="2613696" y="121920"/>
            <a:ext cx="3277304" cy="44461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Training Data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EE1A3FE8-914B-E8AB-B5D5-BC4F6C606A87}"/>
              </a:ext>
            </a:extLst>
          </p:cNvPr>
          <p:cNvCxnSpPr>
            <a:cxnSpLocks/>
            <a:stCxn id="103" idx="2"/>
            <a:endCxn id="66" idx="0"/>
          </p:cNvCxnSpPr>
          <p:nvPr/>
        </p:nvCxnSpPr>
        <p:spPr>
          <a:xfrm flipH="1">
            <a:off x="1372717" y="566530"/>
            <a:ext cx="2879631" cy="6213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702892EF-1F87-3C84-0DB9-BFB8F1AD5AC2}"/>
              </a:ext>
            </a:extLst>
          </p:cNvPr>
          <p:cNvCxnSpPr>
            <a:cxnSpLocks/>
            <a:stCxn id="103" idx="2"/>
            <a:endCxn id="67" idx="0"/>
          </p:cNvCxnSpPr>
          <p:nvPr/>
        </p:nvCxnSpPr>
        <p:spPr>
          <a:xfrm flipH="1">
            <a:off x="3712090" y="566530"/>
            <a:ext cx="540258" cy="6053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EA141C05-F9A5-7F2F-DE6B-4DCC748D18AF}"/>
              </a:ext>
            </a:extLst>
          </p:cNvPr>
          <p:cNvCxnSpPr>
            <a:cxnSpLocks/>
            <a:stCxn id="103" idx="2"/>
            <a:endCxn id="68" idx="0"/>
          </p:cNvCxnSpPr>
          <p:nvPr/>
        </p:nvCxnSpPr>
        <p:spPr>
          <a:xfrm>
            <a:off x="4252348" y="566530"/>
            <a:ext cx="3635207" cy="6053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415340C-8393-BA55-F0D4-F0485338B313}"/>
              </a:ext>
            </a:extLst>
          </p:cNvPr>
          <p:cNvSpPr/>
          <p:nvPr/>
        </p:nvSpPr>
        <p:spPr>
          <a:xfrm>
            <a:off x="5436833" y="1944330"/>
            <a:ext cx="1267432" cy="6936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…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CCAC5690-1E6A-133B-41DA-3537A2D35F5E}"/>
              </a:ext>
            </a:extLst>
          </p:cNvPr>
          <p:cNvCxnSpPr>
            <a:cxnSpLocks/>
            <a:stCxn id="103" idx="2"/>
          </p:cNvCxnSpPr>
          <p:nvPr/>
        </p:nvCxnSpPr>
        <p:spPr>
          <a:xfrm>
            <a:off x="4252348" y="566530"/>
            <a:ext cx="1553079" cy="1961399"/>
          </a:xfrm>
          <a:prstGeom prst="straightConnector1">
            <a:avLst/>
          </a:prstGeom>
          <a:ln w="31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7F8FD9AF-9D0B-4C8C-07A9-404E7A8EC02D}"/>
              </a:ext>
            </a:extLst>
          </p:cNvPr>
          <p:cNvCxnSpPr>
            <a:cxnSpLocks/>
            <a:stCxn id="103" idx="2"/>
          </p:cNvCxnSpPr>
          <p:nvPr/>
        </p:nvCxnSpPr>
        <p:spPr>
          <a:xfrm>
            <a:off x="4252348" y="566530"/>
            <a:ext cx="1817603" cy="1952419"/>
          </a:xfrm>
          <a:prstGeom prst="straightConnector1">
            <a:avLst/>
          </a:prstGeom>
          <a:ln w="31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F900DBFC-712C-24A3-AB5F-4969B7437DB2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4789952" y="2495774"/>
            <a:ext cx="646815" cy="2771001"/>
          </a:xfrm>
          <a:prstGeom prst="straightConnector1">
            <a:avLst/>
          </a:prstGeom>
          <a:ln w="31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5D8384FD-4D1E-6E72-FF84-134879854B21}"/>
              </a:ext>
            </a:extLst>
          </p:cNvPr>
          <p:cNvCxnSpPr>
            <a:cxnSpLocks/>
            <a:stCxn id="103" idx="2"/>
          </p:cNvCxnSpPr>
          <p:nvPr/>
        </p:nvCxnSpPr>
        <p:spPr>
          <a:xfrm>
            <a:off x="4252348" y="566530"/>
            <a:ext cx="2104086" cy="1941109"/>
          </a:xfrm>
          <a:prstGeom prst="straightConnector1">
            <a:avLst/>
          </a:prstGeom>
          <a:ln w="31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309FCF5A-9829-13D8-7673-CD40080E0353}"/>
              </a:ext>
            </a:extLst>
          </p:cNvPr>
          <p:cNvCxnSpPr>
            <a:cxnSpLocks/>
            <a:stCxn id="128" idx="2"/>
            <a:endCxn id="82" idx="0"/>
          </p:cNvCxnSpPr>
          <p:nvPr/>
        </p:nvCxnSpPr>
        <p:spPr>
          <a:xfrm flipH="1">
            <a:off x="4789952" y="2638009"/>
            <a:ext cx="1280597" cy="2628766"/>
          </a:xfrm>
          <a:prstGeom prst="straightConnector1">
            <a:avLst/>
          </a:prstGeom>
          <a:ln w="31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72032ED2-20DA-150B-032E-41EDCC0D3981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4789952" y="2495774"/>
            <a:ext cx="1158456" cy="2771001"/>
          </a:xfrm>
          <a:prstGeom prst="straightConnector1">
            <a:avLst/>
          </a:prstGeom>
          <a:ln w="31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FBC393-9349-6891-4CC2-9DEA0CC86F78}"/>
                  </a:ext>
                </a:extLst>
              </p:cNvPr>
              <p:cNvSpPr txBox="1"/>
              <p:nvPr/>
            </p:nvSpPr>
            <p:spPr>
              <a:xfrm>
                <a:off x="5464122" y="5969525"/>
                <a:ext cx="397075" cy="369332"/>
              </a:xfrm>
              <a:prstGeom prst="rect">
                <a:avLst/>
              </a:prstGeom>
              <a:solidFill>
                <a:srgbClr val="F7EDBE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lang="en-US" sz="1800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FBC393-9349-6891-4CC2-9DEA0CC86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4122" y="5969525"/>
                <a:ext cx="397075" cy="369332"/>
              </a:xfrm>
              <a:prstGeom prst="rect">
                <a:avLst/>
              </a:prstGeom>
              <a:blipFill>
                <a:blip r:embed="rId9"/>
                <a:stretch>
                  <a:fillRect r="-31250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1F5D315-F3CC-AACC-B497-1013B1BF1FC2}"/>
                  </a:ext>
                </a:extLst>
              </p:cNvPr>
              <p:cNvSpPr txBox="1"/>
              <p:nvPr/>
            </p:nvSpPr>
            <p:spPr>
              <a:xfrm>
                <a:off x="2575633" y="4729084"/>
                <a:ext cx="533324" cy="369332"/>
              </a:xfrm>
              <a:prstGeom prst="rect">
                <a:avLst/>
              </a:prstGeom>
              <a:solidFill>
                <a:srgbClr val="F7EDBE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800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1F5D315-F3CC-AACC-B497-1013B1BF1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633" y="4729084"/>
                <a:ext cx="533324" cy="369332"/>
              </a:xfrm>
              <a:prstGeom prst="rect">
                <a:avLst/>
              </a:prstGeom>
              <a:blipFill>
                <a:blip r:embed="rId10"/>
                <a:stretch>
                  <a:fillRect r="-238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168A05-D2F3-BC2C-05D6-49EC04C7B442}"/>
                  </a:ext>
                </a:extLst>
              </p:cNvPr>
              <p:cNvSpPr txBox="1"/>
              <p:nvPr/>
            </p:nvSpPr>
            <p:spPr>
              <a:xfrm>
                <a:off x="3946492" y="4739683"/>
                <a:ext cx="533324" cy="369332"/>
              </a:xfrm>
              <a:prstGeom prst="rect">
                <a:avLst/>
              </a:prstGeom>
              <a:solidFill>
                <a:srgbClr val="F7EDBE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800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168A05-D2F3-BC2C-05D6-49EC04C7B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6492" y="4739683"/>
                <a:ext cx="533324" cy="369332"/>
              </a:xfrm>
              <a:prstGeom prst="rect">
                <a:avLst/>
              </a:prstGeom>
              <a:blipFill>
                <a:blip r:embed="rId11"/>
                <a:stretch>
                  <a:fillRect r="-2326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EB9496-2285-B044-EDD4-59DDAAEA900D}"/>
                  </a:ext>
                </a:extLst>
              </p:cNvPr>
              <p:cNvSpPr txBox="1"/>
              <p:nvPr/>
            </p:nvSpPr>
            <p:spPr>
              <a:xfrm>
                <a:off x="6110556" y="4798681"/>
                <a:ext cx="533324" cy="369332"/>
              </a:xfrm>
              <a:prstGeom prst="rect">
                <a:avLst/>
              </a:prstGeom>
              <a:solidFill>
                <a:srgbClr val="F7EDBE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1800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EB9496-2285-B044-EDD4-59DDAAEA9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0556" y="4798681"/>
                <a:ext cx="533324" cy="369332"/>
              </a:xfrm>
              <a:prstGeom prst="rect">
                <a:avLst/>
              </a:prstGeom>
              <a:blipFill>
                <a:blip r:embed="rId12"/>
                <a:stretch>
                  <a:fillRect r="-2273"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4180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A065ACAE-0E7C-9C8B-9DE4-B42300DFE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27" y="1347732"/>
            <a:ext cx="3962400" cy="3721100"/>
          </a:xfrm>
          <a:prstGeom prst="rect">
            <a:avLst/>
          </a:prstGeom>
          <a:effectLst>
            <a:glow rad="101600">
              <a:schemeClr val="tx1">
                <a:lumMod val="65000"/>
                <a:lumOff val="35000"/>
                <a:alpha val="40000"/>
              </a:schemeClr>
            </a:glow>
          </a:effectLst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1448D5E-9C2C-BAC2-196C-91802657DF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347732"/>
            <a:ext cx="3975100" cy="3721100"/>
          </a:xfrm>
          <a:prstGeom prst="rect">
            <a:avLst/>
          </a:prstGeom>
          <a:effectLst>
            <a:glow rad="101600">
              <a:schemeClr val="tx1">
                <a:lumMod val="65000"/>
                <a:lumOff val="35000"/>
                <a:alpha val="40000"/>
              </a:schemeClr>
            </a:glow>
          </a:effectLst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EEE89EE0-8037-0940-207B-E2D72DC687E0}"/>
              </a:ext>
            </a:extLst>
          </p:cNvPr>
          <p:cNvSpPr/>
          <p:nvPr/>
        </p:nvSpPr>
        <p:spPr>
          <a:xfrm>
            <a:off x="596900" y="963778"/>
            <a:ext cx="1274324" cy="49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glow rad="101600">
              <a:schemeClr val="tx1">
                <a:lumMod val="85000"/>
                <a:lumOff val="1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8211DC6-0FC1-BCF5-5AA6-FF7351B23647}"/>
              </a:ext>
            </a:extLst>
          </p:cNvPr>
          <p:cNvSpPr/>
          <p:nvPr/>
        </p:nvSpPr>
        <p:spPr>
          <a:xfrm>
            <a:off x="4918841" y="1098882"/>
            <a:ext cx="1041802" cy="4977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glow rad="101600">
              <a:schemeClr val="tx1">
                <a:lumMod val="85000"/>
                <a:lumOff val="1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Tree2</a:t>
            </a:r>
          </a:p>
        </p:txBody>
      </p:sp>
    </p:spTree>
    <p:extLst>
      <p:ext uri="{BB962C8B-B14F-4D97-AF65-F5344CB8AC3E}">
        <p14:creationId xmlns:p14="http://schemas.microsoft.com/office/powerpoint/2010/main" val="3933351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429</TotalTime>
  <Words>504</Words>
  <Application>Microsoft Macintosh PowerPoint</Application>
  <PresentationFormat>On-screen Show (4:3)</PresentationFormat>
  <Paragraphs>320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Aptos Narrow</vt:lpstr>
      <vt:lpstr>Arial</vt:lpstr>
      <vt:lpstr>Bradley Hand ITC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Subhadip Pal Pal</dc:creator>
  <cp:lastModifiedBy>Subhadip Pal Pal</cp:lastModifiedBy>
  <cp:revision>8</cp:revision>
  <dcterms:created xsi:type="dcterms:W3CDTF">2024-11-03T09:47:48Z</dcterms:created>
  <dcterms:modified xsi:type="dcterms:W3CDTF">2024-11-04T20:51:12Z</dcterms:modified>
</cp:coreProperties>
</file>